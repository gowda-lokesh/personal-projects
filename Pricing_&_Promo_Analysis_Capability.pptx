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3.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4.xml" ContentType="application/vnd.openxmlformats-officedocument.theme+xml"/>
  <Override PartName="/ppt/tags/tag2.xml" ContentType="application/vnd.openxmlformats-officedocument.presentationml.tags+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1.xml" ContentType="application/vnd.openxmlformats-officedocument.themeOverride+xml"/>
  <Override PartName="/ppt/notesSlides/notesSlide5.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7FFD9BA8_D2816703.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925" r:id="rId2"/>
    <p:sldMasterId id="2147484925" r:id="rId3"/>
    <p:sldMasterId id="2147484936" r:id="rId4"/>
    <p:sldMasterId id="2147485015" r:id="rId5"/>
  </p:sldMasterIdLst>
  <p:notesMasterIdLst>
    <p:notesMasterId r:id="rId19"/>
  </p:notesMasterIdLst>
  <p:handoutMasterIdLst>
    <p:handoutMasterId r:id="rId20"/>
  </p:handoutMasterIdLst>
  <p:sldIdLst>
    <p:sldId id="2147379700" r:id="rId6"/>
    <p:sldId id="2147326901" r:id="rId7"/>
    <p:sldId id="2147326902" r:id="rId8"/>
    <p:sldId id="2147326884" r:id="rId9"/>
    <p:sldId id="264" r:id="rId10"/>
    <p:sldId id="2147483628" r:id="rId11"/>
    <p:sldId id="2147483635" r:id="rId12"/>
    <p:sldId id="2147326883" r:id="rId13"/>
    <p:sldId id="2147326925" r:id="rId14"/>
    <p:sldId id="2147326922" r:id="rId15"/>
    <p:sldId id="2147326888" r:id="rId16"/>
    <p:sldId id="2147326899"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ew Slides" id="{1796179D-A2EE-4CD5-91DE-CABE44040182}">
          <p14:sldIdLst>
            <p14:sldId id="2147379700"/>
            <p14:sldId id="2147326901"/>
            <p14:sldId id="2147326902"/>
            <p14:sldId id="2147326884"/>
            <p14:sldId id="264"/>
            <p14:sldId id="2147483628"/>
            <p14:sldId id="2147483635"/>
            <p14:sldId id="2147326883"/>
            <p14:sldId id="2147326925"/>
            <p14:sldId id="2147326922"/>
            <p14:sldId id="2147326888"/>
            <p14:sldId id="2147326899"/>
            <p14:sldId id="27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4266905-31FD-3830-45E0-59534DFA686C}" name="Pratyush Peddireddi" initials="PP" userId="S::pratyushpeddireddi@thoucentric.com::00258a40-ccc1-4837-83b4-fc8a4b8d0aac" providerId="AD"/>
  <p188:author id="{197D0316-C632-6524-9CB7-27FF537D3B46}" name="Kartik  Gupta" initials="KG" userId="S::kartikgupta@thoucentric.com::989f79dd-b3ec-43cb-a3d2-7784225d2687" providerId="AD"/>
  <p188:author id="{C95BB719-0E7E-CA89-03B9-A46360CB4433}" name="Lokesh  Gowda" initials="" userId="S::lokeshgowda@thoucentric.com::0e3ea177-b798-4ba1-9716-b387b2d0b0a0" providerId="AD"/>
  <p188:author id="{26C88483-BF15-1161-9E79-7DAABF7398E9}" name="Pradnya Chaudhari" initials="PC" userId="S::pradnyachaudhari@thoucentric.com::1525e4f9-d965-4b7a-9b0b-1bcb71eb9cd0" providerId="AD"/>
  <p188:author id="{FEEB6891-A390-2226-95C2-4DF7758ABFD6}" name="Sagar Kashyap" initials="" userId="S::sagarkashyap@thoucentric.com::c70744b4-3af0-4734-bbbe-3cbfb8d61f68" providerId="AD"/>
  <p188:author id="{0C5E7093-CAA3-9D7F-288B-5A4A15ADDA3F}" name="Sridhar Pankanti" initials="SP" userId="S::sridharpankanti@thoucentric.com::e5666b55-2496-4517-9e6c-52a07733d467" providerId="AD"/>
  <p188:author id="{3769F196-9566-3718-3B28-D813E0BBB530}" name="Sampat Das" initials="SD" userId="S::sampatdas@thoucentric.com::7a56b08b-8b5a-4ea7-841f-76534de1f10c" providerId="AD"/>
  <p188:author id="{8FEE9BAD-18BF-F6F8-3313-C8CB07727A93}" name="Arka Sanyal" initials="AS" userId="S::arkasanyal@thoucentric.com::6b19b994-b58b-42ea-a39b-aa1fc25c4380" providerId="AD"/>
  <p188:author id="{FA3C6AB5-F2A2-3A06-6BA7-EAE66CF70CA6}" name="Nischay Grover" initials="NG" userId="S::nishchay@thouc-labs.ai::960aed0f-8863-4024-8180-9022a1e662f4" providerId="AD"/>
  <p188:author id="{659470E1-F878-BE22-C6CC-59E53E909441}" name="Kumar Apurva" initials="" userId="S::Kumar@thouc-labs.ai::5c5526ac-c79c-4def-9d4b-fe6f46f790ca" providerId="AD"/>
  <p188:author id="{B8E832F0-213A-227E-AD19-FA406924C0EF}" name="Sailesh Kolachana" initials="" userId="S::saileshkolachana@thoucentric.com::f8b25f53-049d-4200-a51a-cda3be07e8c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26538"/>
    <a:srgbClr val="FFFFDF"/>
    <a:srgbClr val="CF852D"/>
    <a:srgbClr val="ED7D31"/>
    <a:srgbClr val="FFC000"/>
    <a:srgbClr val="FFFF99"/>
    <a:srgbClr val="FFFFBD"/>
    <a:srgbClr val="537BC8"/>
    <a:srgbClr val="E27D05"/>
    <a:srgbClr val="FBA2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4670"/>
  </p:normalViewPr>
  <p:slideViewPr>
    <p:cSldViewPr snapToGrid="0">
      <p:cViewPr varScale="1">
        <p:scale>
          <a:sx n="117" d="100"/>
          <a:sy n="117" d="100"/>
        </p:scale>
        <p:origin x="664" y="17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231039784511336E-2"/>
          <c:y val="0.13670849313588726"/>
          <c:w val="0.93656701386924224"/>
          <c:h val="0.7140988242752605"/>
        </c:manualLayout>
      </c:layout>
      <c:barChart>
        <c:barDir val="col"/>
        <c:grouping val="clustered"/>
        <c:varyColors val="0"/>
        <c:ser>
          <c:idx val="0"/>
          <c:order val="0"/>
          <c:tx>
            <c:strRef>
              <c:f>Sheet1!$B$1</c:f>
              <c:strCache>
                <c:ptCount val="1"/>
                <c:pt idx="0">
                  <c:v>Δ Penetration (YoY)</c:v>
                </c:pt>
              </c:strCache>
            </c:strRef>
          </c:tx>
          <c:spPr>
            <a:solidFill>
              <a:srgbClr val="FFC000"/>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Own Brand</c:v>
                </c:pt>
                <c:pt idx="1">
                  <c:v>Comp. Brand 1</c:v>
                </c:pt>
                <c:pt idx="2">
                  <c:v>Comp. Brand 2</c:v>
                </c:pt>
              </c:strCache>
            </c:strRef>
          </c:cat>
          <c:val>
            <c:numRef>
              <c:f>Sheet1!$B$2:$B$4</c:f>
              <c:numCache>
                <c:formatCode>General</c:formatCode>
                <c:ptCount val="3"/>
                <c:pt idx="0">
                  <c:v>0.4</c:v>
                </c:pt>
                <c:pt idx="1">
                  <c:v>0.4</c:v>
                </c:pt>
                <c:pt idx="2">
                  <c:v>-0.1</c:v>
                </c:pt>
              </c:numCache>
            </c:numRef>
          </c:val>
          <c:extLst>
            <c:ext xmlns:c16="http://schemas.microsoft.com/office/drawing/2014/chart" uri="{C3380CC4-5D6E-409C-BE32-E72D297353CC}">
              <c16:uniqueId val="{00000000-2BDC-4B8D-B333-25FC5E6841FD}"/>
            </c:ext>
          </c:extLst>
        </c:ser>
        <c:ser>
          <c:idx val="1"/>
          <c:order val="1"/>
          <c:tx>
            <c:strRef>
              <c:f>Sheet1!$C$1</c:f>
              <c:strCache>
                <c:ptCount val="1"/>
                <c:pt idx="0">
                  <c:v>Δ Purchase Size(YoY)</c:v>
                </c:pt>
              </c:strCache>
            </c:strRef>
          </c:tx>
          <c:spPr>
            <a:solidFill>
              <a:srgbClr val="F19658"/>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Own Brand</c:v>
                </c:pt>
                <c:pt idx="1">
                  <c:v>Comp. Brand 1</c:v>
                </c:pt>
                <c:pt idx="2">
                  <c:v>Comp. Brand 2</c:v>
                </c:pt>
              </c:strCache>
            </c:strRef>
          </c:cat>
          <c:val>
            <c:numRef>
              <c:f>Sheet1!$C$2:$C$4</c:f>
              <c:numCache>
                <c:formatCode>General</c:formatCode>
                <c:ptCount val="3"/>
                <c:pt idx="0">
                  <c:v>0.2</c:v>
                </c:pt>
                <c:pt idx="1">
                  <c:v>0.3</c:v>
                </c:pt>
                <c:pt idx="2">
                  <c:v>0.3</c:v>
                </c:pt>
              </c:numCache>
            </c:numRef>
          </c:val>
          <c:extLst>
            <c:ext xmlns:c16="http://schemas.microsoft.com/office/drawing/2014/chart" uri="{C3380CC4-5D6E-409C-BE32-E72D297353CC}">
              <c16:uniqueId val="{00000001-2BDC-4B8D-B333-25FC5E6841FD}"/>
            </c:ext>
          </c:extLst>
        </c:ser>
        <c:ser>
          <c:idx val="2"/>
          <c:order val="2"/>
          <c:tx>
            <c:strRef>
              <c:f>Sheet1!$D$1</c:f>
              <c:strCache>
                <c:ptCount val="1"/>
                <c:pt idx="0">
                  <c:v>Δ Frequency (YoY)</c:v>
                </c:pt>
              </c:strCache>
            </c:strRef>
          </c:tx>
          <c:spPr>
            <a:solidFill>
              <a:srgbClr val="FBA239"/>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Own Brand</c:v>
                </c:pt>
                <c:pt idx="1">
                  <c:v>Comp. Brand 1</c:v>
                </c:pt>
                <c:pt idx="2">
                  <c:v>Comp. Brand 2</c:v>
                </c:pt>
              </c:strCache>
            </c:strRef>
          </c:cat>
          <c:val>
            <c:numRef>
              <c:f>Sheet1!$D$2:$D$4</c:f>
              <c:numCache>
                <c:formatCode>General</c:formatCode>
                <c:ptCount val="3"/>
                <c:pt idx="0">
                  <c:v>-0.25</c:v>
                </c:pt>
                <c:pt idx="1">
                  <c:v>0.5</c:v>
                </c:pt>
                <c:pt idx="2">
                  <c:v>0.4</c:v>
                </c:pt>
              </c:numCache>
            </c:numRef>
          </c:val>
          <c:extLst>
            <c:ext xmlns:c16="http://schemas.microsoft.com/office/drawing/2014/chart" uri="{C3380CC4-5D6E-409C-BE32-E72D297353CC}">
              <c16:uniqueId val="{00000002-2BDC-4B8D-B333-25FC5E6841FD}"/>
            </c:ext>
          </c:extLst>
        </c:ser>
        <c:dLbls>
          <c:showLegendKey val="0"/>
          <c:showVal val="0"/>
          <c:showCatName val="0"/>
          <c:showSerName val="0"/>
          <c:showPercent val="0"/>
          <c:showBubbleSize val="0"/>
        </c:dLbls>
        <c:gapWidth val="150"/>
        <c:axId val="1694427263"/>
        <c:axId val="1694427743"/>
      </c:barChart>
      <c:catAx>
        <c:axId val="1694427263"/>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1694427743"/>
        <c:crosses val="autoZero"/>
        <c:auto val="1"/>
        <c:lblAlgn val="ctr"/>
        <c:lblOffset val="100"/>
        <c:noMultiLvlLbl val="0"/>
      </c:catAx>
      <c:valAx>
        <c:axId val="1694427743"/>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94427263"/>
        <c:crosses val="autoZero"/>
        <c:crossBetween val="between"/>
        <c:majorUnit val="0.2"/>
      </c:valAx>
      <c:spPr>
        <a:noFill/>
        <a:ln w="12700">
          <a:noFill/>
        </a:ln>
        <a:effectLst/>
      </c:spPr>
    </c:plotArea>
    <c:legend>
      <c:legendPos val="t"/>
      <c:layout>
        <c:manualLayout>
          <c:xMode val="edge"/>
          <c:yMode val="edge"/>
          <c:x val="6.0631801110740881E-2"/>
          <c:y val="3.3735069907299395E-2"/>
          <c:w val="0.86338134000960742"/>
          <c:h val="9.4880548190458838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204867760165236"/>
          <c:y val="0.20036968321734752"/>
          <c:w val="0.71906530923419509"/>
          <c:h val="0.59197594300257261"/>
        </c:manualLayout>
      </c:layout>
      <c:barChart>
        <c:barDir val="bar"/>
        <c:grouping val="clustered"/>
        <c:varyColors val="0"/>
        <c:ser>
          <c:idx val="0"/>
          <c:order val="0"/>
          <c:tx>
            <c:strRef>
              <c:f>Sheet1!$D$1</c:f>
              <c:strCache>
                <c:ptCount val="1"/>
                <c:pt idx="0">
                  <c:v>$ Growth</c:v>
                </c:pt>
              </c:strCache>
            </c:strRef>
          </c:tx>
          <c:spPr>
            <a:solidFill>
              <a:srgbClr val="CF852D"/>
            </a:solidFill>
            <a:ln>
              <a:noFill/>
            </a:ln>
            <a:effectLst/>
          </c:spPr>
          <c:invertIfNegative val="0"/>
          <c:cat>
            <c:strRef>
              <c:f>Sheet1!$A$2</c:f>
              <c:strCache>
                <c:ptCount val="1"/>
                <c:pt idx="0">
                  <c:v>Category</c:v>
                </c:pt>
              </c:strCache>
            </c:strRef>
          </c:cat>
          <c:val>
            <c:numRef>
              <c:f>Sheet1!$B$2</c:f>
              <c:numCache>
                <c:formatCode>General</c:formatCode>
                <c:ptCount val="1"/>
                <c:pt idx="0">
                  <c:v>20</c:v>
                </c:pt>
              </c:numCache>
            </c:numRef>
          </c:val>
          <c:extLst>
            <c:ext xmlns:c16="http://schemas.microsoft.com/office/drawing/2014/chart" uri="{C3380CC4-5D6E-409C-BE32-E72D297353CC}">
              <c16:uniqueId val="{00000000-7AD1-475D-8820-DBEC196AC9DE}"/>
            </c:ext>
          </c:extLst>
        </c:ser>
        <c:ser>
          <c:idx val="1"/>
          <c:order val="1"/>
          <c:tx>
            <c:strRef>
              <c:f>Sheet1!$C$1</c:f>
              <c:strCache>
                <c:ptCount val="1"/>
                <c:pt idx="0">
                  <c:v>$ On Promo</c:v>
                </c:pt>
              </c:strCache>
            </c:strRef>
          </c:tx>
          <c:spPr>
            <a:solidFill>
              <a:srgbClr val="F19658"/>
            </a:solidFill>
            <a:ln>
              <a:noFill/>
            </a:ln>
            <a:effectLst/>
          </c:spPr>
          <c:invertIfNegative val="0"/>
          <c:cat>
            <c:strRef>
              <c:f>Sheet1!$A$2</c:f>
              <c:strCache>
                <c:ptCount val="1"/>
                <c:pt idx="0">
                  <c:v>Category</c:v>
                </c:pt>
              </c:strCache>
            </c:strRef>
          </c:cat>
          <c:val>
            <c:numRef>
              <c:f>Sheet1!$C$2</c:f>
              <c:numCache>
                <c:formatCode>General</c:formatCode>
                <c:ptCount val="1"/>
                <c:pt idx="0">
                  <c:v>30</c:v>
                </c:pt>
              </c:numCache>
            </c:numRef>
          </c:val>
          <c:extLst>
            <c:ext xmlns:c16="http://schemas.microsoft.com/office/drawing/2014/chart" uri="{C3380CC4-5D6E-409C-BE32-E72D297353CC}">
              <c16:uniqueId val="{00000001-7AD1-475D-8820-DBEC196AC9DE}"/>
            </c:ext>
          </c:extLst>
        </c:ser>
        <c:ser>
          <c:idx val="2"/>
          <c:order val="2"/>
          <c:tx>
            <c:strRef>
              <c:f>Sheet1!$B$1</c:f>
              <c:strCache>
                <c:ptCount val="1"/>
                <c:pt idx="0">
                  <c:v>$ Sales</c:v>
                </c:pt>
              </c:strCache>
            </c:strRef>
          </c:tx>
          <c:spPr>
            <a:solidFill>
              <a:srgbClr val="FFC000"/>
            </a:solidFill>
            <a:ln>
              <a:noFill/>
            </a:ln>
            <a:effectLst/>
          </c:spPr>
          <c:invertIfNegative val="0"/>
          <c:cat>
            <c:strRef>
              <c:f>Sheet1!$A$2</c:f>
              <c:strCache>
                <c:ptCount val="1"/>
                <c:pt idx="0">
                  <c:v>Category</c:v>
                </c:pt>
              </c:strCache>
            </c:strRef>
          </c:cat>
          <c:val>
            <c:numRef>
              <c:f>Sheet1!$D$2</c:f>
              <c:numCache>
                <c:formatCode>General</c:formatCode>
                <c:ptCount val="1"/>
                <c:pt idx="0">
                  <c:v>100</c:v>
                </c:pt>
              </c:numCache>
            </c:numRef>
          </c:val>
          <c:extLst>
            <c:ext xmlns:c16="http://schemas.microsoft.com/office/drawing/2014/chart" uri="{C3380CC4-5D6E-409C-BE32-E72D297353CC}">
              <c16:uniqueId val="{00000002-7AD1-475D-8820-DBEC196AC9DE}"/>
            </c:ext>
          </c:extLst>
        </c:ser>
        <c:dLbls>
          <c:showLegendKey val="0"/>
          <c:showVal val="0"/>
          <c:showCatName val="0"/>
          <c:showSerName val="0"/>
          <c:showPercent val="0"/>
          <c:showBubbleSize val="0"/>
        </c:dLbls>
        <c:gapWidth val="219"/>
        <c:axId val="10599072"/>
        <c:axId val="10599552"/>
      </c:barChart>
      <c:catAx>
        <c:axId val="1059907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0599552"/>
        <c:crosses val="autoZero"/>
        <c:auto val="1"/>
        <c:lblAlgn val="ctr"/>
        <c:lblOffset val="100"/>
        <c:noMultiLvlLbl val="0"/>
      </c:catAx>
      <c:valAx>
        <c:axId val="10599552"/>
        <c:scaling>
          <c:orientation val="minMax"/>
          <c:max val="100"/>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599072"/>
        <c:crosses val="autoZero"/>
        <c:crossBetween val="between"/>
        <c:majorUnit val="50"/>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204867760165236"/>
          <c:y val="0.20036968321734752"/>
          <c:w val="0.71906530923419509"/>
          <c:h val="0.59197594300257261"/>
        </c:manualLayout>
      </c:layout>
      <c:barChart>
        <c:barDir val="bar"/>
        <c:grouping val="clustered"/>
        <c:varyColors val="0"/>
        <c:ser>
          <c:idx val="0"/>
          <c:order val="0"/>
          <c:tx>
            <c:strRef>
              <c:f>Sheet1!$D$1</c:f>
              <c:strCache>
                <c:ptCount val="1"/>
                <c:pt idx="0">
                  <c:v>$ Sales</c:v>
                </c:pt>
              </c:strCache>
            </c:strRef>
          </c:tx>
          <c:spPr>
            <a:solidFill>
              <a:srgbClr val="CF852D"/>
            </a:solidFill>
            <a:ln>
              <a:noFill/>
            </a:ln>
            <a:effectLst/>
          </c:spPr>
          <c:invertIfNegative val="0"/>
          <c:cat>
            <c:strRef>
              <c:f>Sheet1!$A$2</c:f>
              <c:strCache>
                <c:ptCount val="1"/>
                <c:pt idx="0">
                  <c:v>Your Comp</c:v>
                </c:pt>
              </c:strCache>
            </c:strRef>
          </c:cat>
          <c:val>
            <c:numRef>
              <c:f>Sheet1!$B$2</c:f>
              <c:numCache>
                <c:formatCode>General</c:formatCode>
                <c:ptCount val="1"/>
                <c:pt idx="0">
                  <c:v>10</c:v>
                </c:pt>
              </c:numCache>
            </c:numRef>
          </c:val>
          <c:extLst>
            <c:ext xmlns:c16="http://schemas.microsoft.com/office/drawing/2014/chart" uri="{C3380CC4-5D6E-409C-BE32-E72D297353CC}">
              <c16:uniqueId val="{00000000-7AD1-475D-8820-DBEC196AC9DE}"/>
            </c:ext>
          </c:extLst>
        </c:ser>
        <c:ser>
          <c:idx val="1"/>
          <c:order val="1"/>
          <c:tx>
            <c:strRef>
              <c:f>Sheet1!$C$1</c:f>
              <c:strCache>
                <c:ptCount val="1"/>
                <c:pt idx="0">
                  <c:v>$ On Promo</c:v>
                </c:pt>
              </c:strCache>
            </c:strRef>
          </c:tx>
          <c:spPr>
            <a:solidFill>
              <a:srgbClr val="F19658"/>
            </a:solidFill>
            <a:ln>
              <a:noFill/>
            </a:ln>
            <a:effectLst/>
          </c:spPr>
          <c:invertIfNegative val="0"/>
          <c:cat>
            <c:strRef>
              <c:f>Sheet1!$A$2</c:f>
              <c:strCache>
                <c:ptCount val="1"/>
                <c:pt idx="0">
                  <c:v>Your Comp</c:v>
                </c:pt>
              </c:strCache>
            </c:strRef>
          </c:cat>
          <c:val>
            <c:numRef>
              <c:f>Sheet1!$C$2</c:f>
              <c:numCache>
                <c:formatCode>General</c:formatCode>
                <c:ptCount val="1"/>
                <c:pt idx="0">
                  <c:v>50</c:v>
                </c:pt>
              </c:numCache>
            </c:numRef>
          </c:val>
          <c:extLst>
            <c:ext xmlns:c16="http://schemas.microsoft.com/office/drawing/2014/chart" uri="{C3380CC4-5D6E-409C-BE32-E72D297353CC}">
              <c16:uniqueId val="{00000001-7AD1-475D-8820-DBEC196AC9DE}"/>
            </c:ext>
          </c:extLst>
        </c:ser>
        <c:ser>
          <c:idx val="2"/>
          <c:order val="2"/>
          <c:tx>
            <c:strRef>
              <c:f>Sheet1!$B$1</c:f>
              <c:strCache>
                <c:ptCount val="1"/>
                <c:pt idx="0">
                  <c:v>$ Growth</c:v>
                </c:pt>
              </c:strCache>
            </c:strRef>
          </c:tx>
          <c:spPr>
            <a:solidFill>
              <a:srgbClr val="FFC000"/>
            </a:solidFill>
            <a:ln>
              <a:noFill/>
            </a:ln>
            <a:effectLst/>
          </c:spPr>
          <c:invertIfNegative val="0"/>
          <c:cat>
            <c:strRef>
              <c:f>Sheet1!$A$2</c:f>
              <c:strCache>
                <c:ptCount val="1"/>
                <c:pt idx="0">
                  <c:v>Your Comp</c:v>
                </c:pt>
              </c:strCache>
            </c:strRef>
          </c:cat>
          <c:val>
            <c:numRef>
              <c:f>Sheet1!$D$2</c:f>
              <c:numCache>
                <c:formatCode>General</c:formatCode>
                <c:ptCount val="1"/>
                <c:pt idx="0">
                  <c:v>100</c:v>
                </c:pt>
              </c:numCache>
            </c:numRef>
          </c:val>
          <c:extLst>
            <c:ext xmlns:c16="http://schemas.microsoft.com/office/drawing/2014/chart" uri="{C3380CC4-5D6E-409C-BE32-E72D297353CC}">
              <c16:uniqueId val="{00000002-7AD1-475D-8820-DBEC196AC9DE}"/>
            </c:ext>
          </c:extLst>
        </c:ser>
        <c:dLbls>
          <c:showLegendKey val="0"/>
          <c:showVal val="0"/>
          <c:showCatName val="0"/>
          <c:showSerName val="0"/>
          <c:showPercent val="0"/>
          <c:showBubbleSize val="0"/>
        </c:dLbls>
        <c:gapWidth val="219"/>
        <c:axId val="10599072"/>
        <c:axId val="10599552"/>
      </c:barChart>
      <c:catAx>
        <c:axId val="1059907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0599552"/>
        <c:crosses val="autoZero"/>
        <c:auto val="1"/>
        <c:lblAlgn val="ctr"/>
        <c:lblOffset val="100"/>
        <c:noMultiLvlLbl val="0"/>
      </c:catAx>
      <c:valAx>
        <c:axId val="10599552"/>
        <c:scaling>
          <c:orientation val="minMax"/>
          <c:max val="100"/>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599072"/>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a:t>Penetration(CY)</a:t>
            </a:r>
          </a:p>
        </c:rich>
      </c:tx>
      <c:layout>
        <c:manualLayout>
          <c:xMode val="edge"/>
          <c:yMode val="edge"/>
          <c:x val="5.3357705290304168E-2"/>
          <c:y val="4.5911275556222333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rgbClr val="FFC000"/>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Category 1</c:v>
                </c:pt>
                <c:pt idx="1">
                  <c:v>Category 2</c:v>
                </c:pt>
                <c:pt idx="2">
                  <c:v>Category 3</c:v>
                </c:pt>
              </c:strCache>
            </c:strRef>
          </c:cat>
          <c:val>
            <c:numRef>
              <c:f>Sheet1!$B$2:$B$4</c:f>
              <c:numCache>
                <c:formatCode>General</c:formatCode>
                <c:ptCount val="3"/>
                <c:pt idx="0">
                  <c:v>0.1</c:v>
                </c:pt>
                <c:pt idx="1">
                  <c:v>0.09</c:v>
                </c:pt>
                <c:pt idx="2">
                  <c:v>0.15</c:v>
                </c:pt>
              </c:numCache>
            </c:numRef>
          </c:val>
          <c:extLst>
            <c:ext xmlns:c16="http://schemas.microsoft.com/office/drawing/2014/chart" uri="{C3380CC4-5D6E-409C-BE32-E72D297353CC}">
              <c16:uniqueId val="{00000000-9DAE-4B84-B29B-3CE9C8158826}"/>
            </c:ext>
          </c:extLst>
        </c:ser>
        <c:dLbls>
          <c:showLegendKey val="0"/>
          <c:showVal val="0"/>
          <c:showCatName val="0"/>
          <c:showSerName val="0"/>
          <c:showPercent val="0"/>
          <c:showBubbleSize val="0"/>
        </c:dLbls>
        <c:gapWidth val="182"/>
        <c:axId val="1541782175"/>
        <c:axId val="1541801855"/>
      </c:barChart>
      <c:catAx>
        <c:axId val="1541782175"/>
        <c:scaling>
          <c:orientation val="minMax"/>
        </c:scaling>
        <c:delete val="1"/>
        <c:axPos val="l"/>
        <c:numFmt formatCode="General" sourceLinked="1"/>
        <c:majorTickMark val="none"/>
        <c:minorTickMark val="none"/>
        <c:tickLblPos val="nextTo"/>
        <c:crossAx val="1541801855"/>
        <c:crosses val="autoZero"/>
        <c:auto val="1"/>
        <c:lblAlgn val="ctr"/>
        <c:lblOffset val="100"/>
        <c:noMultiLvlLbl val="0"/>
      </c:catAx>
      <c:valAx>
        <c:axId val="1541801855"/>
        <c:scaling>
          <c:orientation val="minMax"/>
        </c:scaling>
        <c:delete val="1"/>
        <c:axPos val="b"/>
        <c:numFmt formatCode="General" sourceLinked="1"/>
        <c:majorTickMark val="none"/>
        <c:minorTickMark val="none"/>
        <c:tickLblPos val="nextTo"/>
        <c:crossAx val="15417821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a:t>Frequency(CY)</a:t>
            </a:r>
          </a:p>
        </c:rich>
      </c:tx>
      <c:layout>
        <c:manualLayout>
          <c:xMode val="edge"/>
          <c:yMode val="edge"/>
          <c:x val="2.0066150993870512E-2"/>
          <c:y val="4.5911340376638334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rgbClr val="F19658"/>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Category 1</c:v>
                </c:pt>
                <c:pt idx="1">
                  <c:v>Category 2</c:v>
                </c:pt>
                <c:pt idx="2">
                  <c:v>Category 3</c:v>
                </c:pt>
              </c:strCache>
            </c:strRef>
          </c:cat>
          <c:val>
            <c:numRef>
              <c:f>Sheet1!$B$2:$B$4</c:f>
              <c:numCache>
                <c:formatCode>General</c:formatCode>
                <c:ptCount val="3"/>
                <c:pt idx="0">
                  <c:v>2.1</c:v>
                </c:pt>
                <c:pt idx="1">
                  <c:v>3</c:v>
                </c:pt>
                <c:pt idx="2">
                  <c:v>5</c:v>
                </c:pt>
              </c:numCache>
            </c:numRef>
          </c:val>
          <c:extLst>
            <c:ext xmlns:c16="http://schemas.microsoft.com/office/drawing/2014/chart" uri="{C3380CC4-5D6E-409C-BE32-E72D297353CC}">
              <c16:uniqueId val="{00000000-9DAE-4B84-B29B-3CE9C8158826}"/>
            </c:ext>
          </c:extLst>
        </c:ser>
        <c:dLbls>
          <c:showLegendKey val="0"/>
          <c:showVal val="0"/>
          <c:showCatName val="0"/>
          <c:showSerName val="0"/>
          <c:showPercent val="0"/>
          <c:showBubbleSize val="0"/>
        </c:dLbls>
        <c:gapWidth val="182"/>
        <c:axId val="1541782175"/>
        <c:axId val="1541801855"/>
      </c:barChart>
      <c:catAx>
        <c:axId val="1541782175"/>
        <c:scaling>
          <c:orientation val="minMax"/>
        </c:scaling>
        <c:delete val="1"/>
        <c:axPos val="l"/>
        <c:numFmt formatCode="General" sourceLinked="1"/>
        <c:majorTickMark val="none"/>
        <c:minorTickMark val="none"/>
        <c:tickLblPos val="nextTo"/>
        <c:crossAx val="1541801855"/>
        <c:crosses val="autoZero"/>
        <c:auto val="1"/>
        <c:lblAlgn val="ctr"/>
        <c:lblOffset val="100"/>
        <c:noMultiLvlLbl val="0"/>
      </c:catAx>
      <c:valAx>
        <c:axId val="1541801855"/>
        <c:scaling>
          <c:orientation val="minMax"/>
        </c:scaling>
        <c:delete val="1"/>
        <c:axPos val="b"/>
        <c:numFmt formatCode="General" sourceLinked="1"/>
        <c:majorTickMark val="none"/>
        <c:minorTickMark val="none"/>
        <c:tickLblPos val="nextTo"/>
        <c:crossAx val="15417821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a:t>Purchase</a:t>
            </a:r>
            <a:r>
              <a:rPr lang="en-US" sz="1000" baseline="0"/>
              <a:t> Size in $(CY)</a:t>
            </a:r>
            <a:endParaRPr lang="en-US" sz="1000"/>
          </a:p>
        </c:rich>
      </c:tx>
      <c:layout>
        <c:manualLayout>
          <c:xMode val="edge"/>
          <c:yMode val="edge"/>
          <c:x val="5.3357594927047301E-2"/>
          <c:y val="4.5911340376638334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rgbClr val="FBA239"/>
            </a:solidFill>
            <a:ln>
              <a:noFill/>
            </a:ln>
            <a:effectLst/>
          </c:spPr>
          <c:invertIfNegative val="0"/>
          <c:dLbls>
            <c:numFmt formatCode="General"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Category 1</c:v>
                </c:pt>
                <c:pt idx="1">
                  <c:v>Category 2</c:v>
                </c:pt>
                <c:pt idx="2">
                  <c:v>Category 3</c:v>
                </c:pt>
              </c:strCache>
            </c:strRef>
          </c:cat>
          <c:val>
            <c:numRef>
              <c:f>Sheet1!$B$2:$B$4</c:f>
              <c:numCache>
                <c:formatCode>General</c:formatCode>
                <c:ptCount val="3"/>
                <c:pt idx="0">
                  <c:v>11</c:v>
                </c:pt>
                <c:pt idx="1">
                  <c:v>7</c:v>
                </c:pt>
                <c:pt idx="2">
                  <c:v>4</c:v>
                </c:pt>
              </c:numCache>
            </c:numRef>
          </c:val>
          <c:extLst>
            <c:ext xmlns:c16="http://schemas.microsoft.com/office/drawing/2014/chart" uri="{C3380CC4-5D6E-409C-BE32-E72D297353CC}">
              <c16:uniqueId val="{00000000-9DAE-4B84-B29B-3CE9C8158826}"/>
            </c:ext>
          </c:extLst>
        </c:ser>
        <c:dLbls>
          <c:showLegendKey val="0"/>
          <c:showVal val="0"/>
          <c:showCatName val="0"/>
          <c:showSerName val="0"/>
          <c:showPercent val="0"/>
          <c:showBubbleSize val="0"/>
        </c:dLbls>
        <c:gapWidth val="182"/>
        <c:axId val="1541782175"/>
        <c:axId val="1541801855"/>
      </c:barChart>
      <c:catAx>
        <c:axId val="1541782175"/>
        <c:scaling>
          <c:orientation val="minMax"/>
        </c:scaling>
        <c:delete val="1"/>
        <c:axPos val="l"/>
        <c:numFmt formatCode="General" sourceLinked="1"/>
        <c:majorTickMark val="none"/>
        <c:minorTickMark val="none"/>
        <c:tickLblPos val="nextTo"/>
        <c:crossAx val="1541801855"/>
        <c:crosses val="autoZero"/>
        <c:auto val="1"/>
        <c:lblAlgn val="ctr"/>
        <c:lblOffset val="100"/>
        <c:noMultiLvlLbl val="0"/>
      </c:catAx>
      <c:valAx>
        <c:axId val="1541801855"/>
        <c:scaling>
          <c:orientation val="minMax"/>
        </c:scaling>
        <c:delete val="1"/>
        <c:axPos val="b"/>
        <c:numFmt formatCode="General" sourceLinked="1"/>
        <c:majorTickMark val="none"/>
        <c:minorTickMark val="none"/>
        <c:tickLblPos val="nextTo"/>
        <c:crossAx val="15417821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a:t>Headroom(M$)</a:t>
            </a:r>
          </a:p>
        </c:rich>
      </c:tx>
      <c:layout>
        <c:manualLayout>
          <c:xMode val="edge"/>
          <c:yMode val="edge"/>
          <c:x val="0.13865989295996531"/>
          <c:y val="4.5911340376638334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5509508733257821"/>
          <c:y val="0.22099472589627611"/>
          <c:w val="0.829395403934164"/>
          <c:h val="0.70352199470374299"/>
        </c:manualLayout>
      </c:layout>
      <c:barChart>
        <c:barDir val="bar"/>
        <c:grouping val="clustered"/>
        <c:varyColors val="0"/>
        <c:ser>
          <c:idx val="0"/>
          <c:order val="0"/>
          <c:tx>
            <c:strRef>
              <c:f>Sheet1!$B$1</c:f>
              <c:strCache>
                <c:ptCount val="1"/>
                <c:pt idx="0">
                  <c:v>Series 1</c:v>
                </c:pt>
              </c:strCache>
            </c:strRef>
          </c:tx>
          <c:spPr>
            <a:solidFill>
              <a:srgbClr val="CF852D"/>
            </a:solidFill>
            <a:ln>
              <a:noFill/>
            </a:ln>
            <a:effectLst/>
          </c:spPr>
          <c:invertIfNegative val="0"/>
          <c:dLbls>
            <c:numFmt formatCode="General"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Category 1</c:v>
                </c:pt>
                <c:pt idx="1">
                  <c:v>Category 2</c:v>
                </c:pt>
                <c:pt idx="2">
                  <c:v>Category 3</c:v>
                </c:pt>
              </c:strCache>
            </c:strRef>
          </c:cat>
          <c:val>
            <c:numRef>
              <c:f>Sheet1!$B$2:$B$4</c:f>
              <c:numCache>
                <c:formatCode>General</c:formatCode>
                <c:ptCount val="3"/>
                <c:pt idx="0">
                  <c:v>55</c:v>
                </c:pt>
                <c:pt idx="1">
                  <c:v>65</c:v>
                </c:pt>
                <c:pt idx="2">
                  <c:v>30</c:v>
                </c:pt>
              </c:numCache>
            </c:numRef>
          </c:val>
          <c:extLst>
            <c:ext xmlns:c16="http://schemas.microsoft.com/office/drawing/2014/chart" uri="{C3380CC4-5D6E-409C-BE32-E72D297353CC}">
              <c16:uniqueId val="{00000000-9DAE-4B84-B29B-3CE9C8158826}"/>
            </c:ext>
          </c:extLst>
        </c:ser>
        <c:dLbls>
          <c:showLegendKey val="0"/>
          <c:showVal val="0"/>
          <c:showCatName val="0"/>
          <c:showSerName val="0"/>
          <c:showPercent val="0"/>
          <c:showBubbleSize val="0"/>
        </c:dLbls>
        <c:gapWidth val="182"/>
        <c:axId val="1541782175"/>
        <c:axId val="1541801855"/>
      </c:barChart>
      <c:catAx>
        <c:axId val="1541782175"/>
        <c:scaling>
          <c:orientation val="minMax"/>
        </c:scaling>
        <c:delete val="1"/>
        <c:axPos val="l"/>
        <c:numFmt formatCode="General" sourceLinked="1"/>
        <c:majorTickMark val="none"/>
        <c:minorTickMark val="none"/>
        <c:tickLblPos val="nextTo"/>
        <c:crossAx val="1541801855"/>
        <c:crosses val="autoZero"/>
        <c:auto val="1"/>
        <c:lblAlgn val="ctr"/>
        <c:lblOffset val="100"/>
        <c:noMultiLvlLbl val="0"/>
      </c:catAx>
      <c:valAx>
        <c:axId val="1541801855"/>
        <c:scaling>
          <c:orientation val="minMax"/>
        </c:scaling>
        <c:delete val="1"/>
        <c:axPos val="b"/>
        <c:numFmt formatCode="General" sourceLinked="1"/>
        <c:majorTickMark val="none"/>
        <c:minorTickMark val="none"/>
        <c:tickLblPos val="nextTo"/>
        <c:crossAx val="15417821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200" b="1"/>
              <a:t>Income</a:t>
            </a:r>
            <a:r>
              <a:rPr lang="en-IN" sz="1200" b="1" baseline="0"/>
              <a:t> Group Elasticity</a:t>
            </a:r>
            <a:endParaRPr lang="en-IN" sz="1200" b="1"/>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lineChart>
        <c:grouping val="standard"/>
        <c:varyColors val="0"/>
        <c:ser>
          <c:idx val="0"/>
          <c:order val="0"/>
          <c:tx>
            <c:strRef>
              <c:f>Sheet1!$B$1</c:f>
              <c:strCache>
                <c:ptCount val="1"/>
                <c:pt idx="0">
                  <c:v>Base Price Elasticity</c:v>
                </c:pt>
              </c:strCache>
            </c:strRef>
          </c:tx>
          <c:spPr>
            <a:ln w="28575" cap="rnd">
              <a:solidFill>
                <a:schemeClr val="accent1"/>
              </a:solidFill>
              <a:round/>
            </a:ln>
            <a:effectLst/>
          </c:spPr>
          <c:marker>
            <c:symbol val="circle"/>
            <c:size val="5"/>
            <c:spPr>
              <a:solidFill>
                <a:schemeClr val="accent4"/>
              </a:solidFill>
              <a:ln w="9525">
                <a:solidFill>
                  <a:schemeClr val="accent1"/>
                </a:solidFill>
              </a:ln>
              <a:effectLst/>
            </c:spPr>
          </c:marker>
          <c:cat>
            <c:strRef>
              <c:f>Sheet1!$A$2:$A$4</c:f>
              <c:strCache>
                <c:ptCount val="3"/>
                <c:pt idx="0">
                  <c:v>Low Income Group</c:v>
                </c:pt>
                <c:pt idx="1">
                  <c:v>Medium Income Group</c:v>
                </c:pt>
                <c:pt idx="2">
                  <c:v>High Income Group</c:v>
                </c:pt>
              </c:strCache>
            </c:strRef>
          </c:cat>
          <c:val>
            <c:numRef>
              <c:f>Sheet1!$B$2:$B$4</c:f>
              <c:numCache>
                <c:formatCode>General</c:formatCode>
                <c:ptCount val="3"/>
                <c:pt idx="0">
                  <c:v>-1.5</c:v>
                </c:pt>
                <c:pt idx="1">
                  <c:v>-1.23</c:v>
                </c:pt>
                <c:pt idx="2">
                  <c:v>-1.0900000000000001</c:v>
                </c:pt>
              </c:numCache>
            </c:numRef>
          </c:val>
          <c:smooth val="0"/>
          <c:extLst>
            <c:ext xmlns:c16="http://schemas.microsoft.com/office/drawing/2014/chart" uri="{C3380CC4-5D6E-409C-BE32-E72D297353CC}">
              <c16:uniqueId val="{00000000-3B33-4E69-8973-FA4EAD0397DF}"/>
            </c:ext>
          </c:extLst>
        </c:ser>
        <c:ser>
          <c:idx val="1"/>
          <c:order val="1"/>
          <c:tx>
            <c:strRef>
              <c:f>Sheet1!$C$1</c:f>
              <c:strCache>
                <c:ptCount val="1"/>
                <c:pt idx="0">
                  <c:v>Promo Elasticity</c:v>
                </c:pt>
              </c:strCache>
            </c:strRef>
          </c:tx>
          <c:spPr>
            <a:ln w="28575" cap="rnd">
              <a:solidFill>
                <a:srgbClr val="FFC000"/>
              </a:solidFill>
              <a:round/>
            </a:ln>
            <a:effectLst/>
          </c:spPr>
          <c:marker>
            <c:symbol val="square"/>
            <c:size val="6"/>
            <c:spPr>
              <a:solidFill>
                <a:schemeClr val="tx1"/>
              </a:solidFill>
              <a:ln w="9525">
                <a:solidFill>
                  <a:srgbClr val="FFC000"/>
                </a:solidFill>
              </a:ln>
              <a:effectLst/>
            </c:spPr>
          </c:marker>
          <c:dPt>
            <c:idx val="1"/>
            <c:marker>
              <c:symbol val="square"/>
              <c:size val="6"/>
              <c:spPr>
                <a:solidFill>
                  <a:schemeClr val="tx1"/>
                </a:solidFill>
                <a:ln w="9525">
                  <a:solidFill>
                    <a:srgbClr val="FFC000"/>
                  </a:solidFill>
                </a:ln>
                <a:effectLst/>
              </c:spPr>
            </c:marker>
            <c:bubble3D val="0"/>
            <c:spPr>
              <a:ln w="28575" cap="sq">
                <a:solidFill>
                  <a:srgbClr val="FFC000"/>
                </a:solidFill>
                <a:round/>
              </a:ln>
              <a:effectLst/>
            </c:spPr>
            <c:extLst>
              <c:ext xmlns:c16="http://schemas.microsoft.com/office/drawing/2014/chart" uri="{C3380CC4-5D6E-409C-BE32-E72D297353CC}">
                <c16:uniqueId val="{00000003-3B33-4E69-8973-FA4EAD0397DF}"/>
              </c:ext>
            </c:extLst>
          </c:dPt>
          <c:cat>
            <c:strRef>
              <c:f>Sheet1!$A$2:$A$4</c:f>
              <c:strCache>
                <c:ptCount val="3"/>
                <c:pt idx="0">
                  <c:v>Low Income Group</c:v>
                </c:pt>
                <c:pt idx="1">
                  <c:v>Medium Income Group</c:v>
                </c:pt>
                <c:pt idx="2">
                  <c:v>High Income Group</c:v>
                </c:pt>
              </c:strCache>
            </c:strRef>
          </c:cat>
          <c:val>
            <c:numRef>
              <c:f>Sheet1!$C$2:$C$4</c:f>
              <c:numCache>
                <c:formatCode>General</c:formatCode>
                <c:ptCount val="3"/>
                <c:pt idx="0">
                  <c:v>-1.6</c:v>
                </c:pt>
                <c:pt idx="1">
                  <c:v>-1.2</c:v>
                </c:pt>
                <c:pt idx="2">
                  <c:v>-0.9</c:v>
                </c:pt>
              </c:numCache>
            </c:numRef>
          </c:val>
          <c:smooth val="0"/>
          <c:extLst>
            <c:ext xmlns:c16="http://schemas.microsoft.com/office/drawing/2014/chart" uri="{C3380CC4-5D6E-409C-BE32-E72D297353CC}">
              <c16:uniqueId val="{00000001-3B33-4E69-8973-FA4EAD0397DF}"/>
            </c:ext>
          </c:extLst>
        </c:ser>
        <c:dLbls>
          <c:showLegendKey val="0"/>
          <c:showVal val="0"/>
          <c:showCatName val="0"/>
          <c:showSerName val="0"/>
          <c:showPercent val="0"/>
          <c:showBubbleSize val="0"/>
        </c:dLbls>
        <c:marker val="1"/>
        <c:smooth val="0"/>
        <c:axId val="132824480"/>
        <c:axId val="132824000"/>
      </c:lineChart>
      <c:catAx>
        <c:axId val="13282448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32824000"/>
        <c:crosses val="autoZero"/>
        <c:auto val="1"/>
        <c:lblAlgn val="ctr"/>
        <c:lblOffset val="100"/>
        <c:noMultiLvlLbl val="0"/>
      </c:catAx>
      <c:valAx>
        <c:axId val="132824000"/>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32824480"/>
        <c:crosses val="autoZero"/>
        <c:crossBetween val="midCat"/>
        <c:majorUnit val="0.5"/>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1"/>
    <c:plotArea>
      <c:layout/>
      <c:lineChart>
        <c:grouping val="stacked"/>
        <c:varyColors val="0"/>
        <c:ser>
          <c:idx val="1"/>
          <c:order val="1"/>
          <c:tx>
            <c:strRef>
              <c:f>Elasticity_Curve_Data!$B$1</c:f>
              <c:strCache>
                <c:ptCount val="1"/>
                <c:pt idx="0">
                  <c:v>High Income Group</c:v>
                </c:pt>
              </c:strCache>
            </c:strRef>
          </c:tx>
          <c:spPr>
            <a:ln w="28575" cap="rnd">
              <a:solidFill>
                <a:schemeClr val="accent2">
                  <a:tint val="86000"/>
                </a:schemeClr>
              </a:solidFill>
              <a:round/>
            </a:ln>
            <a:effectLst/>
          </c:spPr>
          <c:marker>
            <c:symbol val="circle"/>
            <c:size val="5"/>
            <c:spPr>
              <a:solidFill>
                <a:schemeClr val="accent2">
                  <a:tint val="86000"/>
                </a:schemeClr>
              </a:solidFill>
              <a:ln w="9525">
                <a:solidFill>
                  <a:schemeClr val="accent2">
                    <a:tint val="86000"/>
                  </a:schemeClr>
                </a:solidFill>
              </a:ln>
              <a:effectLst/>
            </c:spPr>
          </c:marker>
          <c:cat>
            <c:numRef>
              <c:f>Elasticity_Curve_Data!$A$2:$A$8</c:f>
              <c:numCache>
                <c:formatCode>General</c:formatCode>
                <c:ptCount val="7"/>
                <c:pt idx="0">
                  <c:v>0</c:v>
                </c:pt>
                <c:pt idx="1">
                  <c:v>0.05</c:v>
                </c:pt>
                <c:pt idx="2">
                  <c:v>0.1</c:v>
                </c:pt>
                <c:pt idx="3">
                  <c:v>0.15</c:v>
                </c:pt>
                <c:pt idx="4">
                  <c:v>0.2</c:v>
                </c:pt>
                <c:pt idx="5">
                  <c:v>0.25</c:v>
                </c:pt>
                <c:pt idx="6">
                  <c:v>0.3</c:v>
                </c:pt>
              </c:numCache>
            </c:numRef>
          </c:cat>
          <c:val>
            <c:numRef>
              <c:f>Elasticity_Curve_Data!$B$2:$B$8</c:f>
              <c:numCache>
                <c:formatCode>General</c:formatCode>
                <c:ptCount val="7"/>
                <c:pt idx="0">
                  <c:v>0</c:v>
                </c:pt>
                <c:pt idx="1">
                  <c:v>0.05</c:v>
                </c:pt>
                <c:pt idx="2">
                  <c:v>0.1</c:v>
                </c:pt>
                <c:pt idx="3">
                  <c:v>0.13</c:v>
                </c:pt>
                <c:pt idx="4">
                  <c:v>0.14000000000000001</c:v>
                </c:pt>
                <c:pt idx="5">
                  <c:v>0.14499999999999999</c:v>
                </c:pt>
                <c:pt idx="6">
                  <c:v>0.14699999999999999</c:v>
                </c:pt>
              </c:numCache>
            </c:numRef>
          </c:val>
          <c:smooth val="0"/>
          <c:extLst>
            <c:ext xmlns:c16="http://schemas.microsoft.com/office/drawing/2014/chart" uri="{C3380CC4-5D6E-409C-BE32-E72D297353CC}">
              <c16:uniqueId val="{00000000-CDE4-42AB-80B2-CDA1A2C055B9}"/>
            </c:ext>
          </c:extLst>
        </c:ser>
        <c:ser>
          <c:idx val="2"/>
          <c:order val="2"/>
          <c:tx>
            <c:strRef>
              <c:f>Elasticity_Curve_Data!$C$1</c:f>
              <c:strCache>
                <c:ptCount val="1"/>
                <c:pt idx="0">
                  <c:v>Medium Income Group</c:v>
                </c:pt>
              </c:strCache>
            </c:strRef>
          </c:tx>
          <c:spPr>
            <a:ln w="28575" cap="rnd">
              <a:solidFill>
                <a:schemeClr val="accent2">
                  <a:shade val="86000"/>
                </a:schemeClr>
              </a:solidFill>
              <a:round/>
            </a:ln>
            <a:effectLst/>
          </c:spPr>
          <c:marker>
            <c:symbol val="circle"/>
            <c:size val="5"/>
            <c:spPr>
              <a:solidFill>
                <a:schemeClr val="accent2">
                  <a:shade val="86000"/>
                </a:schemeClr>
              </a:solidFill>
              <a:ln w="9525">
                <a:solidFill>
                  <a:schemeClr val="accent2">
                    <a:shade val="86000"/>
                  </a:schemeClr>
                </a:solidFill>
              </a:ln>
              <a:effectLst/>
            </c:spPr>
          </c:marker>
          <c:cat>
            <c:numRef>
              <c:f>Elasticity_Curve_Data!$A$2:$A$8</c:f>
              <c:numCache>
                <c:formatCode>General</c:formatCode>
                <c:ptCount val="7"/>
                <c:pt idx="0">
                  <c:v>0</c:v>
                </c:pt>
                <c:pt idx="1">
                  <c:v>0.05</c:v>
                </c:pt>
                <c:pt idx="2">
                  <c:v>0.1</c:v>
                </c:pt>
                <c:pt idx="3">
                  <c:v>0.15</c:v>
                </c:pt>
                <c:pt idx="4">
                  <c:v>0.2</c:v>
                </c:pt>
                <c:pt idx="5">
                  <c:v>0.25</c:v>
                </c:pt>
                <c:pt idx="6">
                  <c:v>0.3</c:v>
                </c:pt>
              </c:numCache>
            </c:numRef>
          </c:cat>
          <c:val>
            <c:numRef>
              <c:f>Elasticity_Curve_Data!$C$2:$C$8</c:f>
              <c:numCache>
                <c:formatCode>General</c:formatCode>
                <c:ptCount val="7"/>
                <c:pt idx="0">
                  <c:v>0</c:v>
                </c:pt>
                <c:pt idx="1">
                  <c:v>0.06</c:v>
                </c:pt>
                <c:pt idx="2">
                  <c:v>0.12</c:v>
                </c:pt>
                <c:pt idx="3">
                  <c:v>0.17</c:v>
                </c:pt>
                <c:pt idx="4">
                  <c:v>0.19</c:v>
                </c:pt>
                <c:pt idx="5">
                  <c:v>0.18</c:v>
                </c:pt>
                <c:pt idx="6">
                  <c:v>0.17</c:v>
                </c:pt>
              </c:numCache>
            </c:numRef>
          </c:val>
          <c:smooth val="0"/>
          <c:extLst>
            <c:ext xmlns:c16="http://schemas.microsoft.com/office/drawing/2014/chart" uri="{C3380CC4-5D6E-409C-BE32-E72D297353CC}">
              <c16:uniqueId val="{00000001-CDE4-42AB-80B2-CDA1A2C055B9}"/>
            </c:ext>
          </c:extLst>
        </c:ser>
        <c:ser>
          <c:idx val="3"/>
          <c:order val="3"/>
          <c:tx>
            <c:strRef>
              <c:f>Elasticity_Curve_Data!$D$1</c:f>
              <c:strCache>
                <c:ptCount val="1"/>
                <c:pt idx="0">
                  <c:v>Low Income Group</c:v>
                </c:pt>
              </c:strCache>
            </c:strRef>
          </c:tx>
          <c:spPr>
            <a:ln w="28575" cap="rnd">
              <a:solidFill>
                <a:schemeClr val="accent2">
                  <a:shade val="58000"/>
                </a:schemeClr>
              </a:solidFill>
              <a:round/>
            </a:ln>
            <a:effectLst/>
          </c:spPr>
          <c:marker>
            <c:symbol val="circle"/>
            <c:size val="5"/>
            <c:spPr>
              <a:solidFill>
                <a:schemeClr val="accent2">
                  <a:shade val="58000"/>
                </a:schemeClr>
              </a:solidFill>
              <a:ln w="9525">
                <a:solidFill>
                  <a:schemeClr val="accent2">
                    <a:shade val="58000"/>
                  </a:schemeClr>
                </a:solidFill>
              </a:ln>
              <a:effectLst/>
            </c:spPr>
          </c:marker>
          <c:cat>
            <c:numRef>
              <c:f>Elasticity_Curve_Data!$A$2:$A$8</c:f>
              <c:numCache>
                <c:formatCode>General</c:formatCode>
                <c:ptCount val="7"/>
                <c:pt idx="0">
                  <c:v>0</c:v>
                </c:pt>
                <c:pt idx="1">
                  <c:v>0.05</c:v>
                </c:pt>
                <c:pt idx="2">
                  <c:v>0.1</c:v>
                </c:pt>
                <c:pt idx="3">
                  <c:v>0.15</c:v>
                </c:pt>
                <c:pt idx="4">
                  <c:v>0.2</c:v>
                </c:pt>
                <c:pt idx="5">
                  <c:v>0.25</c:v>
                </c:pt>
                <c:pt idx="6">
                  <c:v>0.3</c:v>
                </c:pt>
              </c:numCache>
            </c:numRef>
          </c:cat>
          <c:val>
            <c:numRef>
              <c:f>Elasticity_Curve_Data!$D$2:$D$8</c:f>
              <c:numCache>
                <c:formatCode>General</c:formatCode>
                <c:ptCount val="7"/>
                <c:pt idx="0">
                  <c:v>0</c:v>
                </c:pt>
                <c:pt idx="1">
                  <c:v>0.08</c:v>
                </c:pt>
                <c:pt idx="2">
                  <c:v>0.16</c:v>
                </c:pt>
                <c:pt idx="3">
                  <c:v>0.25</c:v>
                </c:pt>
                <c:pt idx="4">
                  <c:v>0.3</c:v>
                </c:pt>
                <c:pt idx="5">
                  <c:v>0.32</c:v>
                </c:pt>
                <c:pt idx="6">
                  <c:v>0.31</c:v>
                </c:pt>
              </c:numCache>
            </c:numRef>
          </c:val>
          <c:smooth val="0"/>
          <c:extLst>
            <c:ext xmlns:c16="http://schemas.microsoft.com/office/drawing/2014/chart" uri="{C3380CC4-5D6E-409C-BE32-E72D297353CC}">
              <c16:uniqueId val="{00000002-CDE4-42AB-80B2-CDA1A2C055B9}"/>
            </c:ext>
          </c:extLst>
        </c:ser>
        <c:dLbls>
          <c:showLegendKey val="0"/>
          <c:showVal val="0"/>
          <c:showCatName val="0"/>
          <c:showSerName val="0"/>
          <c:showPercent val="0"/>
          <c:showBubbleSize val="0"/>
        </c:dLbls>
        <c:marker val="1"/>
        <c:smooth val="0"/>
        <c:axId val="961666303"/>
        <c:axId val="961666783"/>
        <c:extLst>
          <c:ext xmlns:c15="http://schemas.microsoft.com/office/drawing/2012/chart" uri="{02D57815-91ED-43cb-92C2-25804820EDAC}">
            <c15:filteredLineSeries>
              <c15:ser>
                <c:idx val="0"/>
                <c:order val="0"/>
                <c:tx>
                  <c:strRef>
                    <c:extLst>
                      <c:ext uri="{02D57815-91ED-43cb-92C2-25804820EDAC}">
                        <c15:formulaRef>
                          <c15:sqref>Elasticity_Curve_Data!$A$1</c15:sqref>
                        </c15:formulaRef>
                      </c:ext>
                    </c:extLst>
                    <c:strCache>
                      <c:ptCount val="1"/>
                      <c:pt idx="0">
                        <c:v>Discount_Depth (%)</c:v>
                      </c:pt>
                    </c:strCache>
                  </c:strRef>
                </c:tx>
                <c:spPr>
                  <a:ln w="28575" cap="rnd">
                    <a:solidFill>
                      <a:schemeClr val="accent2">
                        <a:tint val="58000"/>
                      </a:schemeClr>
                    </a:solidFill>
                    <a:round/>
                  </a:ln>
                  <a:effectLst/>
                </c:spPr>
                <c:marker>
                  <c:symbol val="circle"/>
                  <c:size val="5"/>
                  <c:spPr>
                    <a:solidFill>
                      <a:schemeClr val="accent2">
                        <a:tint val="58000"/>
                      </a:schemeClr>
                    </a:solidFill>
                    <a:ln w="9525">
                      <a:solidFill>
                        <a:schemeClr val="accent2">
                          <a:tint val="58000"/>
                        </a:schemeClr>
                      </a:solidFill>
                    </a:ln>
                    <a:effectLst/>
                  </c:spPr>
                </c:marker>
                <c:cat>
                  <c:numRef>
                    <c:extLst>
                      <c:ext uri="{02D57815-91ED-43cb-92C2-25804820EDAC}">
                        <c15:formulaRef>
                          <c15:sqref>Elasticity_Curve_Data!$A$2:$A$8</c15:sqref>
                        </c15:formulaRef>
                      </c:ext>
                    </c:extLst>
                    <c:numCache>
                      <c:formatCode>General</c:formatCode>
                      <c:ptCount val="7"/>
                      <c:pt idx="0">
                        <c:v>0</c:v>
                      </c:pt>
                      <c:pt idx="1">
                        <c:v>0.05</c:v>
                      </c:pt>
                      <c:pt idx="2">
                        <c:v>0.1</c:v>
                      </c:pt>
                      <c:pt idx="3">
                        <c:v>0.15</c:v>
                      </c:pt>
                      <c:pt idx="4">
                        <c:v>0.2</c:v>
                      </c:pt>
                      <c:pt idx="5">
                        <c:v>0.25</c:v>
                      </c:pt>
                      <c:pt idx="6">
                        <c:v>0.3</c:v>
                      </c:pt>
                    </c:numCache>
                  </c:numRef>
                </c:cat>
                <c:val>
                  <c:numRef>
                    <c:extLst>
                      <c:ext uri="{02D57815-91ED-43cb-92C2-25804820EDAC}">
                        <c15:formulaRef>
                          <c15:sqref>Elasticity_Curve_Data!$A$2:$A$8</c15:sqref>
                        </c15:formulaRef>
                      </c:ext>
                    </c:extLst>
                    <c:numCache>
                      <c:formatCode>General</c:formatCode>
                      <c:ptCount val="7"/>
                      <c:pt idx="0">
                        <c:v>0</c:v>
                      </c:pt>
                      <c:pt idx="1">
                        <c:v>0.05</c:v>
                      </c:pt>
                      <c:pt idx="2">
                        <c:v>0.1</c:v>
                      </c:pt>
                      <c:pt idx="3">
                        <c:v>0.15</c:v>
                      </c:pt>
                      <c:pt idx="4">
                        <c:v>0.2</c:v>
                      </c:pt>
                      <c:pt idx="5">
                        <c:v>0.25</c:v>
                      </c:pt>
                      <c:pt idx="6">
                        <c:v>0.3</c:v>
                      </c:pt>
                    </c:numCache>
                  </c:numRef>
                </c:val>
                <c:smooth val="0"/>
                <c:extLst>
                  <c:ext xmlns:c16="http://schemas.microsoft.com/office/drawing/2014/chart" uri="{C3380CC4-5D6E-409C-BE32-E72D297353CC}">
                    <c16:uniqueId val="{00000003-CDE4-42AB-80B2-CDA1A2C055B9}"/>
                  </c:ext>
                </c:extLst>
              </c15:ser>
            </c15:filteredLineSeries>
          </c:ext>
        </c:extLst>
      </c:lineChart>
      <c:catAx>
        <c:axId val="961666303"/>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Discount Depth</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1666783"/>
        <c:crosses val="autoZero"/>
        <c:auto val="1"/>
        <c:lblAlgn val="ctr"/>
        <c:lblOffset val="100"/>
        <c:noMultiLvlLbl val="0"/>
      </c:catAx>
      <c:valAx>
        <c:axId val="961666783"/>
        <c:scaling>
          <c:orientation val="minMax"/>
        </c:scaling>
        <c:delete val="0"/>
        <c:axPos val="l"/>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Volume Uplift%</a:t>
                </a:r>
              </a:p>
            </c:rich>
          </c:tx>
          <c:layout>
            <c:manualLayout>
              <c:xMode val="edge"/>
              <c:yMode val="edge"/>
              <c:x val="1.8440200993350881E-2"/>
              <c:y val="0.2289092991370727"/>
            </c:manualLayout>
          </c:layout>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1666303"/>
        <c:crosses val="autoZero"/>
        <c:crossBetween val="between"/>
        <c:majorUnit val="0.15000000000000002"/>
      </c:valAx>
      <c:spPr>
        <a:noFill/>
        <a:ln>
          <a:noFill/>
        </a:ln>
        <a:effectLst/>
      </c:spPr>
    </c:plotArea>
    <c:legend>
      <c:legendPos val="b"/>
      <c:layout>
        <c:manualLayout>
          <c:xMode val="edge"/>
          <c:yMode val="edge"/>
          <c:x val="5.3132264027395681E-2"/>
          <c:y val="0.85031903434552747"/>
          <c:w val="0.89999987668494608"/>
          <c:h val="8.1803941883124898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420651869559219"/>
          <c:y val="0"/>
          <c:w val="0.68485640314107676"/>
          <c:h val="0.76169617910000298"/>
        </c:manualLayout>
      </c:layout>
      <c:doughnutChart>
        <c:varyColors val="1"/>
        <c:ser>
          <c:idx val="0"/>
          <c:order val="0"/>
          <c:tx>
            <c:strRef>
              <c:f>Sheet1!$B$1</c:f>
              <c:strCache>
                <c:ptCount val="1"/>
                <c:pt idx="0">
                  <c:v>Sales</c:v>
                </c:pt>
              </c:strCache>
            </c:strRef>
          </c:tx>
          <c:dPt>
            <c:idx val="0"/>
            <c:bubble3D val="0"/>
            <c:spPr>
              <a:solidFill>
                <a:srgbClr val="DE8F31"/>
              </a:solidFill>
              <a:ln w="19050">
                <a:solidFill>
                  <a:schemeClr val="lt1"/>
                </a:solidFill>
              </a:ln>
              <a:effectLst/>
            </c:spPr>
            <c:extLst>
              <c:ext xmlns:c16="http://schemas.microsoft.com/office/drawing/2014/chart" uri="{C3380CC4-5D6E-409C-BE32-E72D297353CC}">
                <c16:uniqueId val="{00000001-B930-4999-AABC-2BF0E921996E}"/>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2-B930-4999-AABC-2BF0E921996E}"/>
              </c:ext>
            </c:extLst>
          </c:dPt>
          <c:dPt>
            <c:idx val="2"/>
            <c:bubble3D val="0"/>
            <c:spPr>
              <a:solidFill>
                <a:srgbClr val="D9D9D9"/>
              </a:solidFill>
              <a:ln w="19050">
                <a:solidFill>
                  <a:schemeClr val="lt1"/>
                </a:solidFill>
              </a:ln>
              <a:effectLst/>
            </c:spPr>
            <c:extLst>
              <c:ext xmlns:c16="http://schemas.microsoft.com/office/drawing/2014/chart" uri="{C3380CC4-5D6E-409C-BE32-E72D297353CC}">
                <c16:uniqueId val="{00000003-B930-4999-AABC-2BF0E921996E}"/>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30C-474B-BF5D-6D2D14138EB1}"/>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Base Sales</c:v>
                </c:pt>
                <c:pt idx="1">
                  <c:v>TV</c:v>
                </c:pt>
                <c:pt idx="2">
                  <c:v>Promo Spend</c:v>
                </c:pt>
                <c:pt idx="3">
                  <c:v>Others</c:v>
                </c:pt>
              </c:strCache>
            </c:strRef>
          </c:cat>
          <c:val>
            <c:numRef>
              <c:f>Sheet1!$B$2:$B$5</c:f>
              <c:numCache>
                <c:formatCode>General</c:formatCode>
                <c:ptCount val="4"/>
                <c:pt idx="0">
                  <c:v>0.4</c:v>
                </c:pt>
                <c:pt idx="1">
                  <c:v>0.3</c:v>
                </c:pt>
                <c:pt idx="2">
                  <c:v>0.15</c:v>
                </c:pt>
                <c:pt idx="3">
                  <c:v>0.15</c:v>
                </c:pt>
              </c:numCache>
            </c:numRef>
          </c:val>
          <c:extLst>
            <c:ext xmlns:c16="http://schemas.microsoft.com/office/drawing/2014/chart" uri="{C3380CC4-5D6E-409C-BE32-E72D297353CC}">
              <c16:uniqueId val="{00000000-B930-4999-AABC-2BF0E921996E}"/>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3.1724729502133481E-2"/>
          <c:y val="0.71381451469056245"/>
          <c:w val="0.89194555773337625"/>
          <c:h val="0.23212459865234181"/>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420651869559219"/>
          <c:y val="0"/>
          <c:w val="0.68485640314107676"/>
          <c:h val="0.76169617910000298"/>
        </c:manualLayout>
      </c:layout>
      <c:doughnutChart>
        <c:varyColors val="1"/>
        <c:ser>
          <c:idx val="0"/>
          <c:order val="0"/>
          <c:tx>
            <c:strRef>
              <c:f>Sheet1!$B$1</c:f>
              <c:strCache>
                <c:ptCount val="1"/>
                <c:pt idx="0">
                  <c:v>Sales</c:v>
                </c:pt>
              </c:strCache>
            </c:strRef>
          </c:tx>
          <c:dPt>
            <c:idx val="0"/>
            <c:bubble3D val="0"/>
            <c:spPr>
              <a:solidFill>
                <a:srgbClr val="DE8F31"/>
              </a:solidFill>
              <a:ln w="19050">
                <a:solidFill>
                  <a:schemeClr val="lt1"/>
                </a:solidFill>
              </a:ln>
              <a:effectLst/>
            </c:spPr>
            <c:extLst>
              <c:ext xmlns:c16="http://schemas.microsoft.com/office/drawing/2014/chart" uri="{C3380CC4-5D6E-409C-BE32-E72D297353CC}">
                <c16:uniqueId val="{00000001-B930-4999-AABC-2BF0E921996E}"/>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2-B930-4999-AABC-2BF0E921996E}"/>
              </c:ext>
            </c:extLst>
          </c:dPt>
          <c:dPt>
            <c:idx val="2"/>
            <c:bubble3D val="0"/>
            <c:spPr>
              <a:solidFill>
                <a:srgbClr val="D9D9D9"/>
              </a:solidFill>
              <a:ln w="19050">
                <a:solidFill>
                  <a:schemeClr val="lt1"/>
                </a:solidFill>
              </a:ln>
              <a:effectLst/>
            </c:spPr>
            <c:extLst>
              <c:ext xmlns:c16="http://schemas.microsoft.com/office/drawing/2014/chart" uri="{C3380CC4-5D6E-409C-BE32-E72D297353CC}">
                <c16:uniqueId val="{00000003-B930-4999-AABC-2BF0E921996E}"/>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30C-474B-BF5D-6D2D14138EB1}"/>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Base Sales</c:v>
                </c:pt>
                <c:pt idx="1">
                  <c:v>TV</c:v>
                </c:pt>
                <c:pt idx="2">
                  <c:v>Promo Spend</c:v>
                </c:pt>
                <c:pt idx="3">
                  <c:v>Others</c:v>
                </c:pt>
              </c:strCache>
            </c:strRef>
          </c:cat>
          <c:val>
            <c:numRef>
              <c:f>Sheet1!$B$2:$B$5</c:f>
              <c:numCache>
                <c:formatCode>General</c:formatCode>
                <c:ptCount val="4"/>
                <c:pt idx="0">
                  <c:v>0.4</c:v>
                </c:pt>
                <c:pt idx="1">
                  <c:v>0.2</c:v>
                </c:pt>
                <c:pt idx="2">
                  <c:v>0.25</c:v>
                </c:pt>
                <c:pt idx="3">
                  <c:v>0.15</c:v>
                </c:pt>
              </c:numCache>
            </c:numRef>
          </c:val>
          <c:extLst>
            <c:ext xmlns:c16="http://schemas.microsoft.com/office/drawing/2014/chart" uri="{C3380CC4-5D6E-409C-BE32-E72D297353CC}">
              <c16:uniqueId val="{00000000-B930-4999-AABC-2BF0E921996E}"/>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3.1724729502133481E-2"/>
          <c:y val="0.71381451469056245"/>
          <c:w val="0.89194555773337625"/>
          <c:h val="0.23212459865234181"/>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withinLinearReversed" id="22">
  <a:schemeClr val="accent2"/>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7FFD9BA8_D2816703.xml><?xml version="1.0" encoding="utf-8"?>
<p188:cmLst xmlns:a="http://schemas.openxmlformats.org/drawingml/2006/main" xmlns:r="http://schemas.openxmlformats.org/officeDocument/2006/relationships" xmlns:p188="http://schemas.microsoft.com/office/powerpoint/2018/8/main">
  <p188:cm id="{3213D31D-ED5D-461F-B40F-FDB49B63A80D}" authorId="{0C5E7093-CAA3-9D7F-288B-5A4A15ADDA3F}" created="2025-04-08T20:45:39.348">
    <pc:sldMkLst xmlns:pc="http://schemas.microsoft.com/office/powerpoint/2013/main/command">
      <pc:docMk/>
      <pc:sldMk cId="3557470673" sldId="10950"/>
    </pc:sldMkLst>
    <p188:replyLst>
      <p188:reply id="{44B804C3-517E-42F1-BECC-0129ABC6FEF6}" authorId="{0C5E7093-CAA3-9D7F-288B-5A4A15ADDA3F}" created="2025-04-09T04:07:51.118">
        <p188:txBody>
          <a:bodyPr/>
          <a:lstStyle/>
          <a:p>
            <a:r>
              <a:rPr lang="en-US"/>
              <a:t>[@Sampat Das]  [@Sagar Kashyap] </a:t>
            </a:r>
          </a:p>
        </p188:txBody>
      </p188:reply>
      <p188:reply id="{BBBD03E1-317D-4603-839C-F29FBEF54788}" authorId="{26C88483-BF15-1161-9E79-7DAABF7398E9}" created="2025-04-09T07:00:30.497">
        <p188:txBody>
          <a:bodyPr/>
          <a:lstStyle/>
          <a:p>
            <a:r>
              <a:rPr lang="en-IN"/>
              <a:t>Price and promo elasticity PMI, P&amp;G, Loreal</a:t>
            </a:r>
          </a:p>
        </p188:txBody>
      </p188:reply>
    </p188:replyLst>
    <p188:txBody>
      <a:bodyPr/>
      <a:lstStyle/>
      <a:p>
        <a:r>
          <a:rPr lang="en-US"/>
          <a:t>If possible, we want all the case studies consistent format. Please include no more than 2 pages. All other pages can go in the appendix</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AD67F3A-B96A-1575-59D3-F5E603D3029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C43F08A-5585-6D36-4941-286C638F548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74FC40-45BE-436F-9EDE-9B197D083277}" type="datetimeFigureOut">
              <a:rPr lang="en-IN" smtClean="0"/>
              <a:t>15/05/25</a:t>
            </a:fld>
            <a:endParaRPr lang="en-IN"/>
          </a:p>
        </p:txBody>
      </p:sp>
      <p:sp>
        <p:nvSpPr>
          <p:cNvPr id="4" name="Footer Placeholder 3">
            <a:extLst>
              <a:ext uri="{FF2B5EF4-FFF2-40B4-BE49-F238E27FC236}">
                <a16:creationId xmlns:a16="http://schemas.microsoft.com/office/drawing/2014/main" id="{0A735C40-E3F0-34FA-5546-F06376E0902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F7EEEAD-05BC-D980-A883-DEBFC57E91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602747E-746F-497A-AA32-070D319D5A02}" type="slidenum">
              <a:rPr lang="en-IN" smtClean="0"/>
              <a:t>‹#›</a:t>
            </a:fld>
            <a:endParaRPr lang="en-IN"/>
          </a:p>
        </p:txBody>
      </p:sp>
    </p:spTree>
    <p:extLst>
      <p:ext uri="{BB962C8B-B14F-4D97-AF65-F5344CB8AC3E}">
        <p14:creationId xmlns:p14="http://schemas.microsoft.com/office/powerpoint/2010/main" val="8162527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2D59CC-04EE-44E6-AE33-5FC42FBAA75B}" type="datetimeFigureOut">
              <a:rPr lang="en-IN" smtClean="0"/>
              <a:t>15/05/25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561498-8F90-420F-A052-5E33995A264E}" type="slidenum">
              <a:rPr lang="en-IN" smtClean="0"/>
              <a:t>‹#›</a:t>
            </a:fld>
            <a:endParaRPr lang="en-IN"/>
          </a:p>
        </p:txBody>
      </p:sp>
    </p:spTree>
    <p:extLst>
      <p:ext uri="{BB962C8B-B14F-4D97-AF65-F5344CB8AC3E}">
        <p14:creationId xmlns:p14="http://schemas.microsoft.com/office/powerpoint/2010/main" val="4145043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Price Promotion Modeling</a:t>
            </a:r>
            <a:br>
              <a:rPr lang="en-US"/>
            </a:br>
            <a:r>
              <a:rPr lang="en-US" sz="1200">
                <a:solidFill>
                  <a:schemeClr val="bg1"/>
                </a:solidFill>
              </a:rPr>
              <a:t>Insights Generation from Discrete Or Survey Based non-Sales POS Data</a:t>
            </a:r>
            <a:br>
              <a:rPr lang="en-US" sz="1200">
                <a:solidFill>
                  <a:schemeClr val="bg1"/>
                </a:solidFill>
              </a:rPr>
            </a:br>
            <a:r>
              <a:rPr lang="en-US" sz="1200">
                <a:solidFill>
                  <a:schemeClr val="bg1"/>
                </a:solidFill>
              </a:rPr>
              <a:t>Other Insights generation from panel Data</a:t>
            </a:r>
            <a:endParaRPr lang="en-IN" sz="120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a:p>
          <a:p>
            <a:endParaRPr lang="en-IN"/>
          </a:p>
        </p:txBody>
      </p:sp>
      <p:sp>
        <p:nvSpPr>
          <p:cNvPr id="4" name="Slide Number Placeholder 3"/>
          <p:cNvSpPr>
            <a:spLocks noGrp="1"/>
          </p:cNvSpPr>
          <p:nvPr>
            <p:ph type="sldNum" sz="quarter" idx="5"/>
          </p:nvPr>
        </p:nvSpPr>
        <p:spPr/>
        <p:txBody>
          <a:bodyPr/>
          <a:lstStyle/>
          <a:p>
            <a:fld id="{F7561498-8F90-420F-A052-5E33995A264E}" type="slidenum">
              <a:rPr lang="en-IN" smtClean="0"/>
              <a:t>1</a:t>
            </a:fld>
            <a:endParaRPr lang="en-IN"/>
          </a:p>
        </p:txBody>
      </p:sp>
    </p:spTree>
    <p:extLst>
      <p:ext uri="{BB962C8B-B14F-4D97-AF65-F5344CB8AC3E}">
        <p14:creationId xmlns:p14="http://schemas.microsoft.com/office/powerpoint/2010/main" val="4105832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7561498-8F90-420F-A052-5E33995A264E}" type="slidenum">
              <a:rPr lang="en-IN" smtClean="0"/>
              <a:t>2</a:t>
            </a:fld>
            <a:endParaRPr lang="en-IN"/>
          </a:p>
        </p:txBody>
      </p:sp>
    </p:spTree>
    <p:extLst>
      <p:ext uri="{BB962C8B-B14F-4D97-AF65-F5344CB8AC3E}">
        <p14:creationId xmlns:p14="http://schemas.microsoft.com/office/powerpoint/2010/main" val="3095512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CF0D3-CC4A-9781-D834-D2A24AE4D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C4447-B693-4E74-B47B-6DF5C89F91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BCCE7-04F1-7184-960C-727CE277C30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8538433-4C2D-6BC4-3C29-8B9D79221C6F}"/>
              </a:ext>
            </a:extLst>
          </p:cNvPr>
          <p:cNvSpPr>
            <a:spLocks noGrp="1"/>
          </p:cNvSpPr>
          <p:nvPr>
            <p:ph type="sldNum" sz="quarter" idx="5"/>
          </p:nvPr>
        </p:nvSpPr>
        <p:spPr/>
        <p:txBody>
          <a:bodyPr/>
          <a:lstStyle/>
          <a:p>
            <a:fld id="{F7561498-8F90-420F-A052-5E33995A264E}" type="slidenum">
              <a:rPr lang="en-IN" smtClean="0"/>
              <a:t>3</a:t>
            </a:fld>
            <a:endParaRPr lang="en-IN"/>
          </a:p>
        </p:txBody>
      </p:sp>
    </p:spTree>
    <p:extLst>
      <p:ext uri="{BB962C8B-B14F-4D97-AF65-F5344CB8AC3E}">
        <p14:creationId xmlns:p14="http://schemas.microsoft.com/office/powerpoint/2010/main" val="2813885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EC0BA-19D9-88FA-75FE-9C6D1480B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FE5CE-99F5-2792-2750-460018A26D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E5F0A5-1315-7E06-0E41-65612BF8FF3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C84E319-B3B5-654C-5CD5-BE3D4F93C7C8}"/>
              </a:ext>
            </a:extLst>
          </p:cNvPr>
          <p:cNvSpPr>
            <a:spLocks noGrp="1"/>
          </p:cNvSpPr>
          <p:nvPr>
            <p:ph type="sldNum" sz="quarter" idx="5"/>
          </p:nvPr>
        </p:nvSpPr>
        <p:spPr/>
        <p:txBody>
          <a:bodyPr/>
          <a:lstStyle/>
          <a:p>
            <a:fld id="{F7561498-8F90-420F-A052-5E33995A264E}" type="slidenum">
              <a:rPr lang="en-IN" smtClean="0"/>
              <a:t>4</a:t>
            </a:fld>
            <a:endParaRPr lang="en-IN"/>
          </a:p>
        </p:txBody>
      </p:sp>
    </p:spTree>
    <p:extLst>
      <p:ext uri="{BB962C8B-B14F-4D97-AF65-F5344CB8AC3E}">
        <p14:creationId xmlns:p14="http://schemas.microsoft.com/office/powerpoint/2010/main" val="739524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7561498-8F90-420F-A052-5E33995A264E}" type="slidenum">
              <a:rPr lang="en-IN" smtClean="0"/>
              <a:t>7</a:t>
            </a:fld>
            <a:endParaRPr lang="en-IN"/>
          </a:p>
        </p:txBody>
      </p:sp>
    </p:spTree>
    <p:extLst>
      <p:ext uri="{BB962C8B-B14F-4D97-AF65-F5344CB8AC3E}">
        <p14:creationId xmlns:p14="http://schemas.microsoft.com/office/powerpoint/2010/main" val="2251084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4B0D1-32BF-1E9D-8F08-951B8630B5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12A33-56B0-D0B3-4C90-D20B1D7823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FCB25A-6EDA-04B1-8907-C4EDF1B50DB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1FD6455-FF8F-476C-0689-34110C4DE112}"/>
              </a:ext>
            </a:extLst>
          </p:cNvPr>
          <p:cNvSpPr>
            <a:spLocks noGrp="1"/>
          </p:cNvSpPr>
          <p:nvPr>
            <p:ph type="sldNum" sz="quarter" idx="5"/>
          </p:nvPr>
        </p:nvSpPr>
        <p:spPr/>
        <p:txBody>
          <a:bodyPr/>
          <a:lstStyle/>
          <a:p>
            <a:fld id="{F7561498-8F90-420F-A052-5E33995A264E}" type="slidenum">
              <a:rPr lang="en-IN" smtClean="0"/>
              <a:t>10</a:t>
            </a:fld>
            <a:endParaRPr lang="en-IN"/>
          </a:p>
        </p:txBody>
      </p:sp>
    </p:spTree>
    <p:extLst>
      <p:ext uri="{BB962C8B-B14F-4D97-AF65-F5344CB8AC3E}">
        <p14:creationId xmlns:p14="http://schemas.microsoft.com/office/powerpoint/2010/main" val="1936176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F8AE2-9816-B385-A6A7-A8EE2A2F73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C02960-A8AD-71B7-CF0E-7BED2198BC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1B5EB-47F2-A6FC-04FC-B5D34496569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1689697-2E93-8ED5-65B2-D1AF7B90A033}"/>
              </a:ext>
            </a:extLst>
          </p:cNvPr>
          <p:cNvSpPr>
            <a:spLocks noGrp="1"/>
          </p:cNvSpPr>
          <p:nvPr>
            <p:ph type="sldNum" sz="quarter" idx="5"/>
          </p:nvPr>
        </p:nvSpPr>
        <p:spPr/>
        <p:txBody>
          <a:bodyPr/>
          <a:lstStyle/>
          <a:p>
            <a:fld id="{F7561498-8F90-420F-A052-5E33995A264E}" type="slidenum">
              <a:rPr lang="en-IN" smtClean="0"/>
              <a:t>11</a:t>
            </a:fld>
            <a:endParaRPr lang="en-IN"/>
          </a:p>
        </p:txBody>
      </p:sp>
    </p:spTree>
    <p:extLst>
      <p:ext uri="{BB962C8B-B14F-4D97-AF65-F5344CB8AC3E}">
        <p14:creationId xmlns:p14="http://schemas.microsoft.com/office/powerpoint/2010/main" val="3646583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8.jpeg"/><Relationship Id="rId1" Type="http://schemas.openxmlformats.org/officeDocument/2006/relationships/slideMaster" Target="../slideMasters/slideMaster5.xml"/><Relationship Id="rId4" Type="http://schemas.openxmlformats.org/officeDocument/2006/relationships/image" Target="../media/image19.gif"/></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860F2-FD60-050A-B7B4-ADFD7615FB5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7018A1-4CF7-77E1-0B92-8B7DB17BF75E}"/>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38969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0218" y="1122363"/>
            <a:ext cx="5389418" cy="2387600"/>
          </a:xfrm>
        </p:spPr>
        <p:txBody>
          <a:bodyPr anchor="b">
            <a:normAutofit/>
          </a:bodyPr>
          <a:lstStyle>
            <a:lvl1pPr algn="ctr">
              <a:defRPr sz="4800">
                <a:solidFill>
                  <a:schemeClr val="tx2"/>
                </a:solidFill>
              </a:defRPr>
            </a:lvl1pPr>
          </a:lstStyle>
          <a:p>
            <a:r>
              <a:rPr lang="en-US"/>
              <a:t>Click to edit Master title style</a:t>
            </a:r>
          </a:p>
        </p:txBody>
      </p:sp>
      <p:sp>
        <p:nvSpPr>
          <p:cNvPr id="76" name="Rectangle 75">
            <a:extLst>
              <a:ext uri="{FF2B5EF4-FFF2-40B4-BE49-F238E27FC236}">
                <a16:creationId xmlns:a16="http://schemas.microsoft.com/office/drawing/2014/main" id="{1BF356A6-7E31-4CA5-9C0A-73B01D2C4D0A}"/>
              </a:ext>
            </a:extLst>
          </p:cNvPr>
          <p:cNvSpPr/>
          <p:nvPr/>
        </p:nvSpPr>
        <p:spPr>
          <a:xfrm>
            <a:off x="6096000" y="0"/>
            <a:ext cx="6096000" cy="6858000"/>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ubtitle 2"/>
          <p:cNvSpPr>
            <a:spLocks noGrp="1"/>
          </p:cNvSpPr>
          <p:nvPr>
            <p:ph type="subTitle" idx="1"/>
          </p:nvPr>
        </p:nvSpPr>
        <p:spPr>
          <a:xfrm>
            <a:off x="360218" y="3602038"/>
            <a:ext cx="538941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1683327" y="5441949"/>
            <a:ext cx="2743200" cy="365125"/>
          </a:xfrm>
        </p:spPr>
        <p:txBody>
          <a:bodyPr/>
          <a:lstStyle>
            <a:lvl1pPr algn="ctr">
              <a:defRPr sz="1800">
                <a:solidFill>
                  <a:schemeClr val="bg2"/>
                </a:solidFill>
              </a:defRPr>
            </a:lvl1pPr>
          </a:lstStyle>
          <a:p>
            <a:fld id="{7DBA1D92-B603-484B-ABA5-6050FCF7E9C7}" type="datetimeFigureOut">
              <a:rPr lang="en-IN" smtClean="0"/>
              <a:t>15/05/25</a:t>
            </a:fld>
            <a:endParaRPr lang="en-IN"/>
          </a:p>
        </p:txBody>
      </p:sp>
      <p:grpSp>
        <p:nvGrpSpPr>
          <p:cNvPr id="10" name="Group 7">
            <a:extLst>
              <a:ext uri="{FF2B5EF4-FFF2-40B4-BE49-F238E27FC236}">
                <a16:creationId xmlns:a16="http://schemas.microsoft.com/office/drawing/2014/main" id="{F8592CC6-C8CA-4DBA-9FA0-CABBAF213837}"/>
              </a:ext>
            </a:extLst>
          </p:cNvPr>
          <p:cNvGrpSpPr>
            <a:grpSpLocks/>
          </p:cNvGrpSpPr>
          <p:nvPr/>
        </p:nvGrpSpPr>
        <p:grpSpPr bwMode="auto">
          <a:xfrm>
            <a:off x="7080609" y="3167676"/>
            <a:ext cx="1281456" cy="1166996"/>
            <a:chOff x="2135188" y="3590925"/>
            <a:chExt cx="1635125" cy="1489075"/>
          </a:xfrm>
          <a:solidFill>
            <a:schemeClr val="accent4"/>
          </a:solidFill>
        </p:grpSpPr>
        <p:sp>
          <p:nvSpPr>
            <p:cNvPr id="64" name="Freeform 4">
              <a:extLst>
                <a:ext uri="{FF2B5EF4-FFF2-40B4-BE49-F238E27FC236}">
                  <a16:creationId xmlns:a16="http://schemas.microsoft.com/office/drawing/2014/main" id="{9FE9C860-46A3-4443-99D0-B9D386A35927}"/>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5" name="Freeform 5">
              <a:extLst>
                <a:ext uri="{FF2B5EF4-FFF2-40B4-BE49-F238E27FC236}">
                  <a16:creationId xmlns:a16="http://schemas.microsoft.com/office/drawing/2014/main" id="{D125E97B-3BCB-416E-8862-96D2A59EC26C}"/>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6" name="Freeform 6">
              <a:extLst>
                <a:ext uri="{FF2B5EF4-FFF2-40B4-BE49-F238E27FC236}">
                  <a16:creationId xmlns:a16="http://schemas.microsoft.com/office/drawing/2014/main" id="{F6737218-C826-432F-A836-AA28CC7A01C6}"/>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7" name="Freeform 7">
              <a:extLst>
                <a:ext uri="{FF2B5EF4-FFF2-40B4-BE49-F238E27FC236}">
                  <a16:creationId xmlns:a16="http://schemas.microsoft.com/office/drawing/2014/main" id="{A937DBEA-0236-42D5-B03A-521244B9855F}"/>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8" name="Freeform 8">
              <a:extLst>
                <a:ext uri="{FF2B5EF4-FFF2-40B4-BE49-F238E27FC236}">
                  <a16:creationId xmlns:a16="http://schemas.microsoft.com/office/drawing/2014/main" id="{1AC97B91-C7FD-4283-8E95-46242EDE1562}"/>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9" name="Freeform 9">
              <a:extLst>
                <a:ext uri="{FF2B5EF4-FFF2-40B4-BE49-F238E27FC236}">
                  <a16:creationId xmlns:a16="http://schemas.microsoft.com/office/drawing/2014/main" id="{A777F360-55B6-4424-B4DE-D55D9D68656C}"/>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0" name="Freeform 10">
              <a:extLst>
                <a:ext uri="{FF2B5EF4-FFF2-40B4-BE49-F238E27FC236}">
                  <a16:creationId xmlns:a16="http://schemas.microsoft.com/office/drawing/2014/main" id="{538E7B35-C3B6-4D53-B522-7EF870C6255A}"/>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1" name="Freeform 11">
              <a:extLst>
                <a:ext uri="{FF2B5EF4-FFF2-40B4-BE49-F238E27FC236}">
                  <a16:creationId xmlns:a16="http://schemas.microsoft.com/office/drawing/2014/main" id="{0BE220E6-4B6A-4E8B-BF4C-5961CE497172}"/>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2" name="Freeform 12">
              <a:extLst>
                <a:ext uri="{FF2B5EF4-FFF2-40B4-BE49-F238E27FC236}">
                  <a16:creationId xmlns:a16="http://schemas.microsoft.com/office/drawing/2014/main" id="{3829027F-6612-469E-B966-05BAB6DC592F}"/>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3" name="Freeform 13">
              <a:extLst>
                <a:ext uri="{FF2B5EF4-FFF2-40B4-BE49-F238E27FC236}">
                  <a16:creationId xmlns:a16="http://schemas.microsoft.com/office/drawing/2014/main" id="{D90A107E-9340-41D1-8EF2-83077C154465}"/>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4" name="Freeform 14">
              <a:extLst>
                <a:ext uri="{FF2B5EF4-FFF2-40B4-BE49-F238E27FC236}">
                  <a16:creationId xmlns:a16="http://schemas.microsoft.com/office/drawing/2014/main" id="{F7D963A2-7103-4B46-AFEB-AD5A79CD0A65}"/>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1" name="Group 4">
            <a:extLst>
              <a:ext uri="{FF2B5EF4-FFF2-40B4-BE49-F238E27FC236}">
                <a16:creationId xmlns:a16="http://schemas.microsoft.com/office/drawing/2014/main" id="{61BEC702-25A1-40C1-9846-BFD97D17ABFC}"/>
              </a:ext>
            </a:extLst>
          </p:cNvPr>
          <p:cNvGrpSpPr>
            <a:grpSpLocks/>
          </p:cNvGrpSpPr>
          <p:nvPr/>
        </p:nvGrpSpPr>
        <p:grpSpPr bwMode="auto">
          <a:xfrm>
            <a:off x="9534035" y="4338405"/>
            <a:ext cx="1944577" cy="1072442"/>
            <a:chOff x="5265738" y="5084763"/>
            <a:chExt cx="2481262" cy="1368425"/>
          </a:xfrm>
          <a:solidFill>
            <a:schemeClr val="accent3"/>
          </a:solidFill>
        </p:grpSpPr>
        <p:sp>
          <p:nvSpPr>
            <p:cNvPr id="51" name="Freeform 20">
              <a:extLst>
                <a:ext uri="{FF2B5EF4-FFF2-40B4-BE49-F238E27FC236}">
                  <a16:creationId xmlns:a16="http://schemas.microsoft.com/office/drawing/2014/main" id="{7CD540F0-15A4-4AC6-812F-A1D5659E73E4}"/>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2" name="Freeform 25">
              <a:extLst>
                <a:ext uri="{FF2B5EF4-FFF2-40B4-BE49-F238E27FC236}">
                  <a16:creationId xmlns:a16="http://schemas.microsoft.com/office/drawing/2014/main" id="{0550246A-13E2-4D11-A378-4C8DEC85D712}"/>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3" name="Freeform 26">
              <a:extLst>
                <a:ext uri="{FF2B5EF4-FFF2-40B4-BE49-F238E27FC236}">
                  <a16:creationId xmlns:a16="http://schemas.microsoft.com/office/drawing/2014/main" id="{FCEC6437-DC09-4DE4-9124-15C044F9DE7F}"/>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4" name="Freeform 27">
              <a:extLst>
                <a:ext uri="{FF2B5EF4-FFF2-40B4-BE49-F238E27FC236}">
                  <a16:creationId xmlns:a16="http://schemas.microsoft.com/office/drawing/2014/main" id="{02633C03-6D48-4BAD-BE45-414675572D87}"/>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5" name="Freeform 15">
              <a:extLst>
                <a:ext uri="{FF2B5EF4-FFF2-40B4-BE49-F238E27FC236}">
                  <a16:creationId xmlns:a16="http://schemas.microsoft.com/office/drawing/2014/main" id="{B4D986A5-B2E3-4A02-AC94-48E6127F3CBE}"/>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6" name="Freeform 16">
              <a:extLst>
                <a:ext uri="{FF2B5EF4-FFF2-40B4-BE49-F238E27FC236}">
                  <a16:creationId xmlns:a16="http://schemas.microsoft.com/office/drawing/2014/main" id="{4A59E388-135F-4AC5-8D96-0905C62A78A8}"/>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7" name="Freeform 17">
              <a:extLst>
                <a:ext uri="{FF2B5EF4-FFF2-40B4-BE49-F238E27FC236}">
                  <a16:creationId xmlns:a16="http://schemas.microsoft.com/office/drawing/2014/main" id="{E7240B46-E81B-439E-BA53-D474B6FEFD53}"/>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8" name="Freeform 18">
              <a:extLst>
                <a:ext uri="{FF2B5EF4-FFF2-40B4-BE49-F238E27FC236}">
                  <a16:creationId xmlns:a16="http://schemas.microsoft.com/office/drawing/2014/main" id="{9DC4805B-29DF-44FC-99BC-2DCB43D28819}"/>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9" name="Freeform 19">
              <a:extLst>
                <a:ext uri="{FF2B5EF4-FFF2-40B4-BE49-F238E27FC236}">
                  <a16:creationId xmlns:a16="http://schemas.microsoft.com/office/drawing/2014/main" id="{5DBA1DEB-69D5-43F0-A14E-D41756B981D2}"/>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0" name="Freeform 21">
              <a:extLst>
                <a:ext uri="{FF2B5EF4-FFF2-40B4-BE49-F238E27FC236}">
                  <a16:creationId xmlns:a16="http://schemas.microsoft.com/office/drawing/2014/main" id="{824BE5B1-F14D-4FFD-BC6D-0757F5B2A565}"/>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1" name="Freeform 22">
              <a:extLst>
                <a:ext uri="{FF2B5EF4-FFF2-40B4-BE49-F238E27FC236}">
                  <a16:creationId xmlns:a16="http://schemas.microsoft.com/office/drawing/2014/main" id="{65E3DAA1-342F-4CD3-BF0A-4AF249B9EE4F}"/>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2" name="Freeform 24">
              <a:extLst>
                <a:ext uri="{FF2B5EF4-FFF2-40B4-BE49-F238E27FC236}">
                  <a16:creationId xmlns:a16="http://schemas.microsoft.com/office/drawing/2014/main" id="{1A2BAD26-5C5D-4CCE-8FEE-28722A3396A8}"/>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3" name="Freeform 28">
              <a:extLst>
                <a:ext uri="{FF2B5EF4-FFF2-40B4-BE49-F238E27FC236}">
                  <a16:creationId xmlns:a16="http://schemas.microsoft.com/office/drawing/2014/main" id="{9441AE14-2F5E-44FB-8479-7BED99656D77}"/>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2" name="Freeform 29">
            <a:extLst>
              <a:ext uri="{FF2B5EF4-FFF2-40B4-BE49-F238E27FC236}">
                <a16:creationId xmlns:a16="http://schemas.microsoft.com/office/drawing/2014/main" id="{DA68B2B5-13D4-4B50-86C6-1BCBD327D1F7}"/>
              </a:ext>
            </a:extLst>
          </p:cNvPr>
          <p:cNvSpPr>
            <a:spLocks noChangeArrowheads="1"/>
          </p:cNvSpPr>
          <p:nvPr/>
        </p:nvSpPr>
        <p:spPr bwMode="auto">
          <a:xfrm>
            <a:off x="7063191" y="2217158"/>
            <a:ext cx="858450" cy="868405"/>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13" name="Freeform 30">
            <a:extLst>
              <a:ext uri="{FF2B5EF4-FFF2-40B4-BE49-F238E27FC236}">
                <a16:creationId xmlns:a16="http://schemas.microsoft.com/office/drawing/2014/main" id="{BD76943E-A93C-40A9-BB75-01CF24045144}"/>
              </a:ext>
            </a:extLst>
          </p:cNvPr>
          <p:cNvSpPr>
            <a:spLocks noChangeArrowheads="1"/>
          </p:cNvSpPr>
          <p:nvPr/>
        </p:nvSpPr>
        <p:spPr bwMode="auto">
          <a:xfrm>
            <a:off x="6584199" y="3951479"/>
            <a:ext cx="1512864" cy="1476785"/>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14" name="Group 6">
            <a:extLst>
              <a:ext uri="{FF2B5EF4-FFF2-40B4-BE49-F238E27FC236}">
                <a16:creationId xmlns:a16="http://schemas.microsoft.com/office/drawing/2014/main" id="{2CF32005-A7F7-45B0-AF86-D15004E712EF}"/>
              </a:ext>
            </a:extLst>
          </p:cNvPr>
          <p:cNvGrpSpPr>
            <a:grpSpLocks/>
          </p:cNvGrpSpPr>
          <p:nvPr/>
        </p:nvGrpSpPr>
        <p:grpSpPr bwMode="auto">
          <a:xfrm>
            <a:off x="8001266" y="3583215"/>
            <a:ext cx="1439459" cy="1858734"/>
            <a:chOff x="3309938" y="4121150"/>
            <a:chExt cx="1836737" cy="2371725"/>
          </a:xfrm>
          <a:solidFill>
            <a:schemeClr val="accent5"/>
          </a:solidFill>
        </p:grpSpPr>
        <p:sp>
          <p:nvSpPr>
            <p:cNvPr id="47" name="Freeform 1">
              <a:extLst>
                <a:ext uri="{FF2B5EF4-FFF2-40B4-BE49-F238E27FC236}">
                  <a16:creationId xmlns:a16="http://schemas.microsoft.com/office/drawing/2014/main" id="{6330C150-2BB7-435F-8CC6-005B97BE8BFF}"/>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 name="Freeform 31">
              <a:extLst>
                <a:ext uri="{FF2B5EF4-FFF2-40B4-BE49-F238E27FC236}">
                  <a16:creationId xmlns:a16="http://schemas.microsoft.com/office/drawing/2014/main" id="{F330E319-2B76-42F3-8367-847DBD256503}"/>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 name="Freeform 32">
              <a:extLst>
                <a:ext uri="{FF2B5EF4-FFF2-40B4-BE49-F238E27FC236}">
                  <a16:creationId xmlns:a16="http://schemas.microsoft.com/office/drawing/2014/main" id="{13EC0FBD-EA56-412D-BC64-B787E943F071}"/>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0" name="Freeform 33">
              <a:extLst>
                <a:ext uri="{FF2B5EF4-FFF2-40B4-BE49-F238E27FC236}">
                  <a16:creationId xmlns:a16="http://schemas.microsoft.com/office/drawing/2014/main" id="{05022116-20A8-4CF5-B782-D057BEE78C3E}"/>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5" name="Group 9">
            <a:extLst>
              <a:ext uri="{FF2B5EF4-FFF2-40B4-BE49-F238E27FC236}">
                <a16:creationId xmlns:a16="http://schemas.microsoft.com/office/drawing/2014/main" id="{FCE66866-019A-4A6C-8D34-667CF3EA8B98}"/>
              </a:ext>
            </a:extLst>
          </p:cNvPr>
          <p:cNvGrpSpPr>
            <a:grpSpLocks/>
          </p:cNvGrpSpPr>
          <p:nvPr/>
        </p:nvGrpSpPr>
        <p:grpSpPr bwMode="auto">
          <a:xfrm>
            <a:off x="9723143" y="1644858"/>
            <a:ext cx="1460613" cy="834813"/>
            <a:chOff x="5507036" y="1647825"/>
            <a:chExt cx="1863727" cy="1065213"/>
          </a:xfrm>
          <a:solidFill>
            <a:schemeClr val="accent5"/>
          </a:solidFill>
        </p:grpSpPr>
        <p:sp>
          <p:nvSpPr>
            <p:cNvPr id="45" name="Freeform 34">
              <a:extLst>
                <a:ext uri="{FF2B5EF4-FFF2-40B4-BE49-F238E27FC236}">
                  <a16:creationId xmlns:a16="http://schemas.microsoft.com/office/drawing/2014/main" id="{06B90922-0F7D-407E-A601-1D27C4331A07}"/>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 name="Freeform 35">
              <a:extLst>
                <a:ext uri="{FF2B5EF4-FFF2-40B4-BE49-F238E27FC236}">
                  <a16:creationId xmlns:a16="http://schemas.microsoft.com/office/drawing/2014/main" id="{2243BAEC-9787-4B1D-AAF1-83432D23254E}"/>
                </a:ext>
              </a:extLst>
            </p:cNvPr>
            <p:cNvSpPr>
              <a:spLocks noChangeArrowheads="1"/>
            </p:cNvSpPr>
            <p:nvPr/>
          </p:nvSpPr>
          <p:spPr bwMode="auto">
            <a:xfrm>
              <a:off x="5507036"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6" name="Group 5">
            <a:extLst>
              <a:ext uri="{FF2B5EF4-FFF2-40B4-BE49-F238E27FC236}">
                <a16:creationId xmlns:a16="http://schemas.microsoft.com/office/drawing/2014/main" id="{88893968-93D6-439F-9CCE-5AE6FBB903F8}"/>
              </a:ext>
            </a:extLst>
          </p:cNvPr>
          <p:cNvGrpSpPr>
            <a:grpSpLocks/>
          </p:cNvGrpSpPr>
          <p:nvPr/>
        </p:nvGrpSpPr>
        <p:grpSpPr bwMode="auto">
          <a:xfrm>
            <a:off x="9241664" y="2957418"/>
            <a:ext cx="1273991" cy="1171972"/>
            <a:chOff x="4892675" y="3322638"/>
            <a:chExt cx="1625600" cy="1495425"/>
          </a:xfrm>
          <a:solidFill>
            <a:schemeClr val="accent1">
              <a:lumMod val="75000"/>
            </a:schemeClr>
          </a:solidFill>
        </p:grpSpPr>
        <p:sp>
          <p:nvSpPr>
            <p:cNvPr id="42" name="Freeform 2">
              <a:extLst>
                <a:ext uri="{FF2B5EF4-FFF2-40B4-BE49-F238E27FC236}">
                  <a16:creationId xmlns:a16="http://schemas.microsoft.com/office/drawing/2014/main" id="{D572D298-267E-466C-9B47-BBDEDFAA1881}"/>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3" name="Freeform 36">
              <a:extLst>
                <a:ext uri="{FF2B5EF4-FFF2-40B4-BE49-F238E27FC236}">
                  <a16:creationId xmlns:a16="http://schemas.microsoft.com/office/drawing/2014/main" id="{B7544561-0ED2-4940-8C4F-19FF7A9687C7}"/>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4" name="Freeform 37">
              <a:extLst>
                <a:ext uri="{FF2B5EF4-FFF2-40B4-BE49-F238E27FC236}">
                  <a16:creationId xmlns:a16="http://schemas.microsoft.com/office/drawing/2014/main" id="{72DB8181-E77E-4FAD-9B8F-613ECCE090DC}"/>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7" name="Group 11">
            <a:extLst>
              <a:ext uri="{FF2B5EF4-FFF2-40B4-BE49-F238E27FC236}">
                <a16:creationId xmlns:a16="http://schemas.microsoft.com/office/drawing/2014/main" id="{D08E2392-DA02-41CC-9BED-BFDAC9769D7D}"/>
              </a:ext>
            </a:extLst>
          </p:cNvPr>
          <p:cNvGrpSpPr>
            <a:grpSpLocks/>
          </p:cNvGrpSpPr>
          <p:nvPr/>
        </p:nvGrpSpPr>
        <p:grpSpPr bwMode="auto">
          <a:xfrm>
            <a:off x="8018684" y="1968332"/>
            <a:ext cx="1525305" cy="1433240"/>
            <a:chOff x="3332163" y="2060575"/>
            <a:chExt cx="1946275" cy="1828800"/>
          </a:xfrm>
          <a:solidFill>
            <a:schemeClr val="accent3">
              <a:lumMod val="75000"/>
            </a:schemeClr>
          </a:solidFill>
        </p:grpSpPr>
        <p:sp>
          <p:nvSpPr>
            <p:cNvPr id="35" name="Freeform 43">
              <a:extLst>
                <a:ext uri="{FF2B5EF4-FFF2-40B4-BE49-F238E27FC236}">
                  <a16:creationId xmlns:a16="http://schemas.microsoft.com/office/drawing/2014/main" id="{548B5A6E-2379-434C-8AA9-A171140DBE19}"/>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6" name="Freeform 38">
              <a:extLst>
                <a:ext uri="{FF2B5EF4-FFF2-40B4-BE49-F238E27FC236}">
                  <a16:creationId xmlns:a16="http://schemas.microsoft.com/office/drawing/2014/main" id="{90BCA7C3-8365-4ABF-A295-E718C0D6161B}"/>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7" name="Freeform 39">
              <a:extLst>
                <a:ext uri="{FF2B5EF4-FFF2-40B4-BE49-F238E27FC236}">
                  <a16:creationId xmlns:a16="http://schemas.microsoft.com/office/drawing/2014/main" id="{C95673EA-D913-4EAF-85E6-4485697E4D2C}"/>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8" name="Freeform 40">
              <a:extLst>
                <a:ext uri="{FF2B5EF4-FFF2-40B4-BE49-F238E27FC236}">
                  <a16:creationId xmlns:a16="http://schemas.microsoft.com/office/drawing/2014/main" id="{4BA022CA-7C37-45CA-B35E-36B73A8BF33C}"/>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9" name="Freeform 41">
              <a:extLst>
                <a:ext uri="{FF2B5EF4-FFF2-40B4-BE49-F238E27FC236}">
                  <a16:creationId xmlns:a16="http://schemas.microsoft.com/office/drawing/2014/main" id="{5CA6DDF4-B6C5-45E5-BEFA-4C05DA242C6C}"/>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0" name="Freeform 42">
              <a:extLst>
                <a:ext uri="{FF2B5EF4-FFF2-40B4-BE49-F238E27FC236}">
                  <a16:creationId xmlns:a16="http://schemas.microsoft.com/office/drawing/2014/main" id="{B2F03B6A-50EB-4628-9726-F8C244083C18}"/>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1" name="Freeform 44">
              <a:extLst>
                <a:ext uri="{FF2B5EF4-FFF2-40B4-BE49-F238E27FC236}">
                  <a16:creationId xmlns:a16="http://schemas.microsoft.com/office/drawing/2014/main" id="{84D011F3-607E-432B-BD23-56A56FB66FE9}"/>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8" name="Group 13">
            <a:extLst>
              <a:ext uri="{FF2B5EF4-FFF2-40B4-BE49-F238E27FC236}">
                <a16:creationId xmlns:a16="http://schemas.microsoft.com/office/drawing/2014/main" id="{4512BE66-2D9E-4D9E-ABD3-CB3720555B0D}"/>
              </a:ext>
            </a:extLst>
          </p:cNvPr>
          <p:cNvGrpSpPr>
            <a:grpSpLocks/>
          </p:cNvGrpSpPr>
          <p:nvPr/>
        </p:nvGrpSpPr>
        <p:grpSpPr bwMode="auto">
          <a:xfrm>
            <a:off x="9973213" y="2516994"/>
            <a:ext cx="1388451" cy="699202"/>
            <a:chOff x="5826125" y="2760663"/>
            <a:chExt cx="1771650" cy="892175"/>
          </a:xfrm>
          <a:solidFill>
            <a:schemeClr val="accent4"/>
          </a:solidFill>
        </p:grpSpPr>
        <p:sp>
          <p:nvSpPr>
            <p:cNvPr id="29" name="Freeform 45">
              <a:extLst>
                <a:ext uri="{FF2B5EF4-FFF2-40B4-BE49-F238E27FC236}">
                  <a16:creationId xmlns:a16="http://schemas.microsoft.com/office/drawing/2014/main" id="{0F75759C-570C-4271-8777-0D386D7BB387}"/>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0" name="Freeform 46">
              <a:extLst>
                <a:ext uri="{FF2B5EF4-FFF2-40B4-BE49-F238E27FC236}">
                  <a16:creationId xmlns:a16="http://schemas.microsoft.com/office/drawing/2014/main" id="{922A8ACC-591E-4742-B072-8BF3E0F65BED}"/>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1" name="Freeform 47">
              <a:extLst>
                <a:ext uri="{FF2B5EF4-FFF2-40B4-BE49-F238E27FC236}">
                  <a16:creationId xmlns:a16="http://schemas.microsoft.com/office/drawing/2014/main" id="{039B8F68-5014-481A-9265-CEAE5D4EDA16}"/>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2" name="Freeform 48">
              <a:extLst>
                <a:ext uri="{FF2B5EF4-FFF2-40B4-BE49-F238E27FC236}">
                  <a16:creationId xmlns:a16="http://schemas.microsoft.com/office/drawing/2014/main" id="{A8A63000-4DF5-46EC-A385-2F9EB5DC8FDB}"/>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3" name="Freeform 49">
              <a:extLst>
                <a:ext uri="{FF2B5EF4-FFF2-40B4-BE49-F238E27FC236}">
                  <a16:creationId xmlns:a16="http://schemas.microsoft.com/office/drawing/2014/main" id="{B7206D10-ACC8-4D14-B49F-D72AC127D939}"/>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4" name="Freeform 50">
              <a:extLst>
                <a:ext uri="{FF2B5EF4-FFF2-40B4-BE49-F238E27FC236}">
                  <a16:creationId xmlns:a16="http://schemas.microsoft.com/office/drawing/2014/main" id="{E490910A-BD4A-4573-9B5E-B0561C4145EB}"/>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9" name="Freeform 52">
            <a:extLst>
              <a:ext uri="{FF2B5EF4-FFF2-40B4-BE49-F238E27FC236}">
                <a16:creationId xmlns:a16="http://schemas.microsoft.com/office/drawing/2014/main" id="{6E1C3AF9-1FE7-4004-BFB9-AD9799A661B1}"/>
              </a:ext>
            </a:extLst>
          </p:cNvPr>
          <p:cNvSpPr>
            <a:spLocks noChangeArrowheads="1"/>
          </p:cNvSpPr>
          <p:nvPr/>
        </p:nvSpPr>
        <p:spPr bwMode="auto">
          <a:xfrm>
            <a:off x="10548002" y="3414013"/>
            <a:ext cx="1155799" cy="1016456"/>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6"/>
          </a:solidFill>
          <a:ln>
            <a:noFill/>
          </a:ln>
          <a:effectLst/>
        </p:spPr>
        <p:txBody>
          <a:bodyPr wrap="none" anchor="ctr"/>
          <a:lstStyle/>
          <a:p>
            <a:endParaRPr lang="es-ES_tradnl" sz="1633"/>
          </a:p>
        </p:txBody>
      </p:sp>
      <p:grpSp>
        <p:nvGrpSpPr>
          <p:cNvPr id="20" name="Group 12">
            <a:extLst>
              <a:ext uri="{FF2B5EF4-FFF2-40B4-BE49-F238E27FC236}">
                <a16:creationId xmlns:a16="http://schemas.microsoft.com/office/drawing/2014/main" id="{51C9DA32-D7A8-49CD-9BF2-C59056A97924}"/>
              </a:ext>
            </a:extLst>
          </p:cNvPr>
          <p:cNvGrpSpPr>
            <a:grpSpLocks/>
          </p:cNvGrpSpPr>
          <p:nvPr/>
        </p:nvGrpSpPr>
        <p:grpSpPr bwMode="auto">
          <a:xfrm>
            <a:off x="7809669" y="1165867"/>
            <a:ext cx="1341174" cy="1038850"/>
            <a:chOff x="3065463" y="1036638"/>
            <a:chExt cx="1711325" cy="1325562"/>
          </a:xfrm>
          <a:solidFill>
            <a:schemeClr val="accent1"/>
          </a:solidFill>
        </p:grpSpPr>
        <p:sp>
          <p:nvSpPr>
            <p:cNvPr id="21" name="Freeform 3">
              <a:extLst>
                <a:ext uri="{FF2B5EF4-FFF2-40B4-BE49-F238E27FC236}">
                  <a16:creationId xmlns:a16="http://schemas.microsoft.com/office/drawing/2014/main" id="{C61E4E4F-6747-4306-B754-420C6B7119E8}"/>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2" name="Freeform 51">
              <a:extLst>
                <a:ext uri="{FF2B5EF4-FFF2-40B4-BE49-F238E27FC236}">
                  <a16:creationId xmlns:a16="http://schemas.microsoft.com/office/drawing/2014/main" id="{62E76217-FE31-408A-A025-B751D050563B}"/>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3" name="Freeform 53">
              <a:extLst>
                <a:ext uri="{FF2B5EF4-FFF2-40B4-BE49-F238E27FC236}">
                  <a16:creationId xmlns:a16="http://schemas.microsoft.com/office/drawing/2014/main" id="{B850D91B-9E1C-4F8A-9B83-F567B570057D}"/>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4" name="Freeform 54">
              <a:extLst>
                <a:ext uri="{FF2B5EF4-FFF2-40B4-BE49-F238E27FC236}">
                  <a16:creationId xmlns:a16="http://schemas.microsoft.com/office/drawing/2014/main" id="{492EBA6E-0CBE-4E7F-9D8B-8AD93A3BFB1D}"/>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5" name="Freeform 55">
              <a:extLst>
                <a:ext uri="{FF2B5EF4-FFF2-40B4-BE49-F238E27FC236}">
                  <a16:creationId xmlns:a16="http://schemas.microsoft.com/office/drawing/2014/main" id="{3D17E98A-6C1B-4EF9-BBA9-DAC34DE48F71}"/>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6" name="Freeform 56">
              <a:extLst>
                <a:ext uri="{FF2B5EF4-FFF2-40B4-BE49-F238E27FC236}">
                  <a16:creationId xmlns:a16="http://schemas.microsoft.com/office/drawing/2014/main" id="{80F8A611-D761-4C1A-B8A2-DE94EA9906F9}"/>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7" name="Freeform 57">
              <a:extLst>
                <a:ext uri="{FF2B5EF4-FFF2-40B4-BE49-F238E27FC236}">
                  <a16:creationId xmlns:a16="http://schemas.microsoft.com/office/drawing/2014/main" id="{BEE84B4F-0628-4A4A-AB7A-CA411F7A14E2}"/>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8" name="Freeform 58">
              <a:extLst>
                <a:ext uri="{FF2B5EF4-FFF2-40B4-BE49-F238E27FC236}">
                  <a16:creationId xmlns:a16="http://schemas.microsoft.com/office/drawing/2014/main" id="{C6FB3CD3-D54B-4F74-ACBB-FDD83BC51421}"/>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Tree>
    <p:extLst>
      <p:ext uri="{BB962C8B-B14F-4D97-AF65-F5344CB8AC3E}">
        <p14:creationId xmlns:p14="http://schemas.microsoft.com/office/powerpoint/2010/main" val="3552446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0218" y="1122363"/>
            <a:ext cx="5389418" cy="2387600"/>
          </a:xfrm>
        </p:spPr>
        <p:txBody>
          <a:bodyPr anchor="b">
            <a:normAutofit/>
          </a:bodyPr>
          <a:lstStyle>
            <a:lvl1pPr algn="ctr">
              <a:defRPr sz="4800">
                <a:solidFill>
                  <a:schemeClr val="tx2"/>
                </a:solidFill>
              </a:defRPr>
            </a:lvl1pPr>
          </a:lstStyle>
          <a:p>
            <a:r>
              <a:rPr lang="en-US"/>
              <a:t>Click to edit Master title style</a:t>
            </a:r>
          </a:p>
        </p:txBody>
      </p:sp>
      <p:sp>
        <p:nvSpPr>
          <p:cNvPr id="76" name="Rectangle 75">
            <a:extLst>
              <a:ext uri="{FF2B5EF4-FFF2-40B4-BE49-F238E27FC236}">
                <a16:creationId xmlns:a16="http://schemas.microsoft.com/office/drawing/2014/main" id="{1BF356A6-7E31-4CA5-9C0A-73B01D2C4D0A}"/>
              </a:ext>
            </a:extLst>
          </p:cNvPr>
          <p:cNvSpPr/>
          <p:nvPr/>
        </p:nvSpPr>
        <p:spPr>
          <a:xfrm>
            <a:off x="6096000" y="0"/>
            <a:ext cx="6096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ubtitle 2"/>
          <p:cNvSpPr>
            <a:spLocks noGrp="1"/>
          </p:cNvSpPr>
          <p:nvPr>
            <p:ph type="subTitle" idx="1"/>
          </p:nvPr>
        </p:nvSpPr>
        <p:spPr>
          <a:xfrm>
            <a:off x="360218" y="3602038"/>
            <a:ext cx="538941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1683327" y="5441949"/>
            <a:ext cx="2743200" cy="365125"/>
          </a:xfrm>
        </p:spPr>
        <p:txBody>
          <a:bodyPr/>
          <a:lstStyle>
            <a:lvl1pPr algn="ctr">
              <a:defRPr sz="1800">
                <a:solidFill>
                  <a:schemeClr val="bg2"/>
                </a:solidFill>
              </a:defRPr>
            </a:lvl1pPr>
          </a:lstStyle>
          <a:p>
            <a:fld id="{7DBA1D92-B603-484B-ABA5-6050FCF7E9C7}" type="datetimeFigureOut">
              <a:rPr lang="en-IN" smtClean="0"/>
              <a:t>15/05/25</a:t>
            </a:fld>
            <a:endParaRPr lang="en-IN"/>
          </a:p>
        </p:txBody>
      </p:sp>
      <p:pic>
        <p:nvPicPr>
          <p:cNvPr id="7" name="Picture 6" descr="Icon&#10;&#10;Description automatically generated">
            <a:extLst>
              <a:ext uri="{FF2B5EF4-FFF2-40B4-BE49-F238E27FC236}">
                <a16:creationId xmlns:a16="http://schemas.microsoft.com/office/drawing/2014/main" id="{A7CE54A8-4691-4F00-B8C2-6795ED6DAF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8771" y="2369699"/>
            <a:ext cx="5433011" cy="1629904"/>
          </a:xfrm>
          <a:prstGeom prst="rect">
            <a:avLst/>
          </a:prstGeom>
        </p:spPr>
      </p:pic>
    </p:spTree>
    <p:extLst>
      <p:ext uri="{BB962C8B-B14F-4D97-AF65-F5344CB8AC3E}">
        <p14:creationId xmlns:p14="http://schemas.microsoft.com/office/powerpoint/2010/main" val="2435464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0218" y="1122363"/>
            <a:ext cx="5389418" cy="2387600"/>
          </a:xfrm>
        </p:spPr>
        <p:txBody>
          <a:bodyPr anchor="b">
            <a:normAutofit/>
          </a:bodyPr>
          <a:lstStyle>
            <a:lvl1pPr algn="ctr">
              <a:defRPr sz="4800">
                <a:solidFill>
                  <a:schemeClr val="tx2"/>
                </a:solidFill>
              </a:defRPr>
            </a:lvl1pPr>
          </a:lstStyle>
          <a:p>
            <a:r>
              <a:rPr lang="en-US"/>
              <a:t>Click to edit Master title style</a:t>
            </a:r>
          </a:p>
        </p:txBody>
      </p:sp>
      <p:sp>
        <p:nvSpPr>
          <p:cNvPr id="76" name="Rectangle 75">
            <a:extLst>
              <a:ext uri="{FF2B5EF4-FFF2-40B4-BE49-F238E27FC236}">
                <a16:creationId xmlns:a16="http://schemas.microsoft.com/office/drawing/2014/main" id="{1BF356A6-7E31-4CA5-9C0A-73B01D2C4D0A}"/>
              </a:ext>
            </a:extLst>
          </p:cNvPr>
          <p:cNvSpPr/>
          <p:nvPr/>
        </p:nvSpPr>
        <p:spPr>
          <a:xfrm>
            <a:off x="6096000" y="0"/>
            <a:ext cx="6096000" cy="6858000"/>
          </a:xfrm>
          <a:prstGeom prst="rect">
            <a:avLst/>
          </a:prstGeom>
          <a:solidFill>
            <a:schemeClr val="bg2">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ubtitle 2"/>
          <p:cNvSpPr>
            <a:spLocks noGrp="1"/>
          </p:cNvSpPr>
          <p:nvPr>
            <p:ph type="subTitle" idx="1"/>
          </p:nvPr>
        </p:nvSpPr>
        <p:spPr>
          <a:xfrm>
            <a:off x="360218" y="3602038"/>
            <a:ext cx="538941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1683327" y="5441949"/>
            <a:ext cx="2743200" cy="365125"/>
          </a:xfrm>
        </p:spPr>
        <p:txBody>
          <a:bodyPr/>
          <a:lstStyle>
            <a:lvl1pPr algn="ctr">
              <a:defRPr sz="1800">
                <a:solidFill>
                  <a:schemeClr val="bg2"/>
                </a:solidFill>
              </a:defRPr>
            </a:lvl1pPr>
          </a:lstStyle>
          <a:p>
            <a:fld id="{7DBA1D92-B603-484B-ABA5-6050FCF7E9C7}" type="datetimeFigureOut">
              <a:rPr lang="en-IN" smtClean="0"/>
              <a:t>15/05/25</a:t>
            </a:fld>
            <a:endParaRPr lang="en-IN"/>
          </a:p>
        </p:txBody>
      </p:sp>
      <p:pic>
        <p:nvPicPr>
          <p:cNvPr id="8" name="Picture 7">
            <a:extLst>
              <a:ext uri="{FF2B5EF4-FFF2-40B4-BE49-F238E27FC236}">
                <a16:creationId xmlns:a16="http://schemas.microsoft.com/office/drawing/2014/main" id="{77AE2F2B-4C73-4104-8BA3-44F6809CB0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298" y="5735785"/>
            <a:ext cx="1007231" cy="1066800"/>
          </a:xfrm>
          <a:prstGeom prst="rect">
            <a:avLst/>
          </a:prstGeom>
        </p:spPr>
      </p:pic>
      <p:grpSp>
        <p:nvGrpSpPr>
          <p:cNvPr id="75" name="Group 74">
            <a:extLst>
              <a:ext uri="{FF2B5EF4-FFF2-40B4-BE49-F238E27FC236}">
                <a16:creationId xmlns:a16="http://schemas.microsoft.com/office/drawing/2014/main" id="{5B3B5CEA-66F1-4275-B8B4-F6F87F2DF45F}"/>
              </a:ext>
            </a:extLst>
          </p:cNvPr>
          <p:cNvGrpSpPr/>
          <p:nvPr/>
        </p:nvGrpSpPr>
        <p:grpSpPr>
          <a:xfrm>
            <a:off x="6584199" y="1165867"/>
            <a:ext cx="5119602" cy="4276082"/>
            <a:chOff x="5947123" y="857275"/>
            <a:chExt cx="5926223" cy="4949799"/>
          </a:xfrm>
        </p:grpSpPr>
        <p:grpSp>
          <p:nvGrpSpPr>
            <p:cNvPr id="10" name="Group 7">
              <a:extLst>
                <a:ext uri="{FF2B5EF4-FFF2-40B4-BE49-F238E27FC236}">
                  <a16:creationId xmlns:a16="http://schemas.microsoft.com/office/drawing/2014/main" id="{F8592CC6-C8CA-4DBA-9FA0-CABBAF213837}"/>
                </a:ext>
              </a:extLst>
            </p:cNvPr>
            <p:cNvGrpSpPr>
              <a:grpSpLocks/>
            </p:cNvGrpSpPr>
            <p:nvPr/>
          </p:nvGrpSpPr>
          <p:grpSpPr bwMode="auto">
            <a:xfrm>
              <a:off x="6521745" y="3174478"/>
              <a:ext cx="1483356" cy="1350862"/>
              <a:chOff x="2135188" y="3590925"/>
              <a:chExt cx="1635125" cy="1489075"/>
            </a:xfrm>
            <a:solidFill>
              <a:schemeClr val="accent4"/>
            </a:solidFill>
          </p:grpSpPr>
          <p:sp>
            <p:nvSpPr>
              <p:cNvPr id="64" name="Freeform 4">
                <a:extLst>
                  <a:ext uri="{FF2B5EF4-FFF2-40B4-BE49-F238E27FC236}">
                    <a16:creationId xmlns:a16="http://schemas.microsoft.com/office/drawing/2014/main" id="{9FE9C860-46A3-4443-99D0-B9D386A35927}"/>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5" name="Freeform 5">
                <a:extLst>
                  <a:ext uri="{FF2B5EF4-FFF2-40B4-BE49-F238E27FC236}">
                    <a16:creationId xmlns:a16="http://schemas.microsoft.com/office/drawing/2014/main" id="{D125E97B-3BCB-416E-8862-96D2A59EC26C}"/>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6" name="Freeform 6">
                <a:extLst>
                  <a:ext uri="{FF2B5EF4-FFF2-40B4-BE49-F238E27FC236}">
                    <a16:creationId xmlns:a16="http://schemas.microsoft.com/office/drawing/2014/main" id="{F6737218-C826-432F-A836-AA28CC7A01C6}"/>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7" name="Freeform 7">
                <a:extLst>
                  <a:ext uri="{FF2B5EF4-FFF2-40B4-BE49-F238E27FC236}">
                    <a16:creationId xmlns:a16="http://schemas.microsoft.com/office/drawing/2014/main" id="{A937DBEA-0236-42D5-B03A-521244B9855F}"/>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8" name="Freeform 8">
                <a:extLst>
                  <a:ext uri="{FF2B5EF4-FFF2-40B4-BE49-F238E27FC236}">
                    <a16:creationId xmlns:a16="http://schemas.microsoft.com/office/drawing/2014/main" id="{1AC97B91-C7FD-4283-8E95-46242EDE1562}"/>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9" name="Freeform 9">
                <a:extLst>
                  <a:ext uri="{FF2B5EF4-FFF2-40B4-BE49-F238E27FC236}">
                    <a16:creationId xmlns:a16="http://schemas.microsoft.com/office/drawing/2014/main" id="{A777F360-55B6-4424-B4DE-D55D9D68656C}"/>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0" name="Freeform 10">
                <a:extLst>
                  <a:ext uri="{FF2B5EF4-FFF2-40B4-BE49-F238E27FC236}">
                    <a16:creationId xmlns:a16="http://schemas.microsoft.com/office/drawing/2014/main" id="{538E7B35-C3B6-4D53-B522-7EF870C6255A}"/>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1" name="Freeform 11">
                <a:extLst>
                  <a:ext uri="{FF2B5EF4-FFF2-40B4-BE49-F238E27FC236}">
                    <a16:creationId xmlns:a16="http://schemas.microsoft.com/office/drawing/2014/main" id="{0BE220E6-4B6A-4E8B-BF4C-5961CE497172}"/>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2" name="Freeform 12">
                <a:extLst>
                  <a:ext uri="{FF2B5EF4-FFF2-40B4-BE49-F238E27FC236}">
                    <a16:creationId xmlns:a16="http://schemas.microsoft.com/office/drawing/2014/main" id="{3829027F-6612-469E-B966-05BAB6DC592F}"/>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3" name="Freeform 13">
                <a:extLst>
                  <a:ext uri="{FF2B5EF4-FFF2-40B4-BE49-F238E27FC236}">
                    <a16:creationId xmlns:a16="http://schemas.microsoft.com/office/drawing/2014/main" id="{D90A107E-9340-41D1-8EF2-83077C154465}"/>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4" name="Freeform 14">
                <a:extLst>
                  <a:ext uri="{FF2B5EF4-FFF2-40B4-BE49-F238E27FC236}">
                    <a16:creationId xmlns:a16="http://schemas.microsoft.com/office/drawing/2014/main" id="{F7D963A2-7103-4B46-AFEB-AD5A79CD0A65}"/>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1" name="Group 4">
              <a:extLst>
                <a:ext uri="{FF2B5EF4-FFF2-40B4-BE49-F238E27FC236}">
                  <a16:creationId xmlns:a16="http://schemas.microsoft.com/office/drawing/2014/main" id="{61BEC702-25A1-40C1-9846-BFD97D17ABFC}"/>
                </a:ext>
              </a:extLst>
            </p:cNvPr>
            <p:cNvGrpSpPr>
              <a:grpSpLocks/>
            </p:cNvGrpSpPr>
            <p:nvPr/>
          </p:nvGrpSpPr>
          <p:grpSpPr bwMode="auto">
            <a:xfrm>
              <a:off x="9361722" y="4529661"/>
              <a:ext cx="2250956" cy="1241410"/>
              <a:chOff x="5265738" y="5084763"/>
              <a:chExt cx="2481262" cy="1368425"/>
            </a:xfrm>
            <a:solidFill>
              <a:schemeClr val="accent3"/>
            </a:solidFill>
          </p:grpSpPr>
          <p:sp>
            <p:nvSpPr>
              <p:cNvPr id="51" name="Freeform 20">
                <a:extLst>
                  <a:ext uri="{FF2B5EF4-FFF2-40B4-BE49-F238E27FC236}">
                    <a16:creationId xmlns:a16="http://schemas.microsoft.com/office/drawing/2014/main" id="{7CD540F0-15A4-4AC6-812F-A1D5659E73E4}"/>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2" name="Freeform 25">
                <a:extLst>
                  <a:ext uri="{FF2B5EF4-FFF2-40B4-BE49-F238E27FC236}">
                    <a16:creationId xmlns:a16="http://schemas.microsoft.com/office/drawing/2014/main" id="{0550246A-13E2-4D11-A378-4C8DEC85D712}"/>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3" name="Freeform 26">
                <a:extLst>
                  <a:ext uri="{FF2B5EF4-FFF2-40B4-BE49-F238E27FC236}">
                    <a16:creationId xmlns:a16="http://schemas.microsoft.com/office/drawing/2014/main" id="{FCEC6437-DC09-4DE4-9124-15C044F9DE7F}"/>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4" name="Freeform 27">
                <a:extLst>
                  <a:ext uri="{FF2B5EF4-FFF2-40B4-BE49-F238E27FC236}">
                    <a16:creationId xmlns:a16="http://schemas.microsoft.com/office/drawing/2014/main" id="{02633C03-6D48-4BAD-BE45-414675572D87}"/>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5" name="Freeform 15">
                <a:extLst>
                  <a:ext uri="{FF2B5EF4-FFF2-40B4-BE49-F238E27FC236}">
                    <a16:creationId xmlns:a16="http://schemas.microsoft.com/office/drawing/2014/main" id="{B4D986A5-B2E3-4A02-AC94-48E6127F3CBE}"/>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6" name="Freeform 16">
                <a:extLst>
                  <a:ext uri="{FF2B5EF4-FFF2-40B4-BE49-F238E27FC236}">
                    <a16:creationId xmlns:a16="http://schemas.microsoft.com/office/drawing/2014/main" id="{4A59E388-135F-4AC5-8D96-0905C62A78A8}"/>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7" name="Freeform 17">
                <a:extLst>
                  <a:ext uri="{FF2B5EF4-FFF2-40B4-BE49-F238E27FC236}">
                    <a16:creationId xmlns:a16="http://schemas.microsoft.com/office/drawing/2014/main" id="{E7240B46-E81B-439E-BA53-D474B6FEFD53}"/>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8" name="Freeform 18">
                <a:extLst>
                  <a:ext uri="{FF2B5EF4-FFF2-40B4-BE49-F238E27FC236}">
                    <a16:creationId xmlns:a16="http://schemas.microsoft.com/office/drawing/2014/main" id="{9DC4805B-29DF-44FC-99BC-2DCB43D28819}"/>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9" name="Freeform 19">
                <a:extLst>
                  <a:ext uri="{FF2B5EF4-FFF2-40B4-BE49-F238E27FC236}">
                    <a16:creationId xmlns:a16="http://schemas.microsoft.com/office/drawing/2014/main" id="{5DBA1DEB-69D5-43F0-A14E-D41756B981D2}"/>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0" name="Freeform 21">
                <a:extLst>
                  <a:ext uri="{FF2B5EF4-FFF2-40B4-BE49-F238E27FC236}">
                    <a16:creationId xmlns:a16="http://schemas.microsoft.com/office/drawing/2014/main" id="{824BE5B1-F14D-4FFD-BC6D-0757F5B2A565}"/>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1" name="Freeform 22">
                <a:extLst>
                  <a:ext uri="{FF2B5EF4-FFF2-40B4-BE49-F238E27FC236}">
                    <a16:creationId xmlns:a16="http://schemas.microsoft.com/office/drawing/2014/main" id="{65E3DAA1-342F-4CD3-BF0A-4AF249B9EE4F}"/>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2" name="Freeform 24">
                <a:extLst>
                  <a:ext uri="{FF2B5EF4-FFF2-40B4-BE49-F238E27FC236}">
                    <a16:creationId xmlns:a16="http://schemas.microsoft.com/office/drawing/2014/main" id="{1A2BAD26-5C5D-4CCE-8FEE-28722A3396A8}"/>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3" name="Freeform 28">
                <a:extLst>
                  <a:ext uri="{FF2B5EF4-FFF2-40B4-BE49-F238E27FC236}">
                    <a16:creationId xmlns:a16="http://schemas.microsoft.com/office/drawing/2014/main" id="{9441AE14-2F5E-44FB-8479-7BED99656D77}"/>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2" name="Freeform 29">
              <a:extLst>
                <a:ext uri="{FF2B5EF4-FFF2-40B4-BE49-F238E27FC236}">
                  <a16:creationId xmlns:a16="http://schemas.microsoft.com/office/drawing/2014/main" id="{DA68B2B5-13D4-4B50-86C6-1BCBD327D1F7}"/>
                </a:ext>
              </a:extLst>
            </p:cNvPr>
            <p:cNvSpPr>
              <a:spLocks noChangeArrowheads="1"/>
            </p:cNvSpPr>
            <p:nvPr/>
          </p:nvSpPr>
          <p:spPr bwMode="auto">
            <a:xfrm>
              <a:off x="6501583" y="2074202"/>
              <a:ext cx="993704" cy="1005226"/>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13" name="Freeform 30">
              <a:extLst>
                <a:ext uri="{FF2B5EF4-FFF2-40B4-BE49-F238E27FC236}">
                  <a16:creationId xmlns:a16="http://schemas.microsoft.com/office/drawing/2014/main" id="{BD76943E-A93C-40A9-BB75-01CF24045144}"/>
                </a:ext>
              </a:extLst>
            </p:cNvPr>
            <p:cNvSpPr>
              <a:spLocks noChangeArrowheads="1"/>
            </p:cNvSpPr>
            <p:nvPr/>
          </p:nvSpPr>
          <p:spPr bwMode="auto">
            <a:xfrm>
              <a:off x="5947123" y="4081773"/>
              <a:ext cx="1751224" cy="1709460"/>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14" name="Group 6">
              <a:extLst>
                <a:ext uri="{FF2B5EF4-FFF2-40B4-BE49-F238E27FC236}">
                  <a16:creationId xmlns:a16="http://schemas.microsoft.com/office/drawing/2014/main" id="{2CF32005-A7F7-45B0-AF86-D15004E712EF}"/>
                </a:ext>
              </a:extLst>
            </p:cNvPr>
            <p:cNvGrpSpPr>
              <a:grpSpLocks/>
            </p:cNvGrpSpPr>
            <p:nvPr/>
          </p:nvGrpSpPr>
          <p:grpSpPr bwMode="auto">
            <a:xfrm>
              <a:off x="7587457" y="3655488"/>
              <a:ext cx="1666254" cy="2151586"/>
              <a:chOff x="3309938" y="4121150"/>
              <a:chExt cx="1836737" cy="2371725"/>
            </a:xfrm>
            <a:solidFill>
              <a:schemeClr val="accent5"/>
            </a:solidFill>
          </p:grpSpPr>
          <p:sp>
            <p:nvSpPr>
              <p:cNvPr id="47" name="Freeform 1">
                <a:extLst>
                  <a:ext uri="{FF2B5EF4-FFF2-40B4-BE49-F238E27FC236}">
                    <a16:creationId xmlns:a16="http://schemas.microsoft.com/office/drawing/2014/main" id="{6330C150-2BB7-435F-8CC6-005B97BE8BFF}"/>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 name="Freeform 31">
                <a:extLst>
                  <a:ext uri="{FF2B5EF4-FFF2-40B4-BE49-F238E27FC236}">
                    <a16:creationId xmlns:a16="http://schemas.microsoft.com/office/drawing/2014/main" id="{F330E319-2B76-42F3-8367-847DBD256503}"/>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 name="Freeform 32">
                <a:extLst>
                  <a:ext uri="{FF2B5EF4-FFF2-40B4-BE49-F238E27FC236}">
                    <a16:creationId xmlns:a16="http://schemas.microsoft.com/office/drawing/2014/main" id="{13EC0FBD-EA56-412D-BC64-B787E943F071}"/>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0" name="Freeform 33">
                <a:extLst>
                  <a:ext uri="{FF2B5EF4-FFF2-40B4-BE49-F238E27FC236}">
                    <a16:creationId xmlns:a16="http://schemas.microsoft.com/office/drawing/2014/main" id="{05022116-20A8-4CF5-B782-D057BEE78C3E}"/>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5" name="Group 9">
              <a:extLst>
                <a:ext uri="{FF2B5EF4-FFF2-40B4-BE49-F238E27FC236}">
                  <a16:creationId xmlns:a16="http://schemas.microsoft.com/office/drawing/2014/main" id="{FCE66866-019A-4A6C-8D34-667CF3EA8B98}"/>
                </a:ext>
              </a:extLst>
            </p:cNvPr>
            <p:cNvGrpSpPr>
              <a:grpSpLocks/>
            </p:cNvGrpSpPr>
            <p:nvPr/>
          </p:nvGrpSpPr>
          <p:grpSpPr bwMode="auto">
            <a:xfrm>
              <a:off x="9580625" y="1411733"/>
              <a:ext cx="1690740" cy="966342"/>
              <a:chOff x="5507036" y="1647825"/>
              <a:chExt cx="1863727" cy="1065213"/>
            </a:xfrm>
            <a:solidFill>
              <a:schemeClr val="accent5"/>
            </a:solidFill>
          </p:grpSpPr>
          <p:sp>
            <p:nvSpPr>
              <p:cNvPr id="45" name="Freeform 34">
                <a:extLst>
                  <a:ext uri="{FF2B5EF4-FFF2-40B4-BE49-F238E27FC236}">
                    <a16:creationId xmlns:a16="http://schemas.microsoft.com/office/drawing/2014/main" id="{06B90922-0F7D-407E-A601-1D27C4331A07}"/>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 name="Freeform 35">
                <a:extLst>
                  <a:ext uri="{FF2B5EF4-FFF2-40B4-BE49-F238E27FC236}">
                    <a16:creationId xmlns:a16="http://schemas.microsoft.com/office/drawing/2014/main" id="{2243BAEC-9787-4B1D-AAF1-83432D23254E}"/>
                  </a:ext>
                </a:extLst>
              </p:cNvPr>
              <p:cNvSpPr>
                <a:spLocks noChangeArrowheads="1"/>
              </p:cNvSpPr>
              <p:nvPr/>
            </p:nvSpPr>
            <p:spPr bwMode="auto">
              <a:xfrm>
                <a:off x="5507036"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6" name="Group 5">
              <a:extLst>
                <a:ext uri="{FF2B5EF4-FFF2-40B4-BE49-F238E27FC236}">
                  <a16:creationId xmlns:a16="http://schemas.microsoft.com/office/drawing/2014/main" id="{88893968-93D6-439F-9CCE-5AE6FBB903F8}"/>
                </a:ext>
              </a:extLst>
            </p:cNvPr>
            <p:cNvGrpSpPr>
              <a:grpSpLocks/>
            </p:cNvGrpSpPr>
            <p:nvPr/>
          </p:nvGrpSpPr>
          <p:grpSpPr bwMode="auto">
            <a:xfrm>
              <a:off x="9023286" y="2931093"/>
              <a:ext cx="1474715" cy="1356622"/>
              <a:chOff x="4892675" y="3322638"/>
              <a:chExt cx="1625600" cy="1495425"/>
            </a:xfrm>
            <a:solidFill>
              <a:schemeClr val="accent1">
                <a:lumMod val="75000"/>
              </a:schemeClr>
            </a:solidFill>
          </p:grpSpPr>
          <p:sp>
            <p:nvSpPr>
              <p:cNvPr id="42" name="Freeform 2">
                <a:extLst>
                  <a:ext uri="{FF2B5EF4-FFF2-40B4-BE49-F238E27FC236}">
                    <a16:creationId xmlns:a16="http://schemas.microsoft.com/office/drawing/2014/main" id="{D572D298-267E-466C-9B47-BBDEDFAA1881}"/>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3" name="Freeform 36">
                <a:extLst>
                  <a:ext uri="{FF2B5EF4-FFF2-40B4-BE49-F238E27FC236}">
                    <a16:creationId xmlns:a16="http://schemas.microsoft.com/office/drawing/2014/main" id="{B7544561-0ED2-4940-8C4F-19FF7A9687C7}"/>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4" name="Freeform 37">
                <a:extLst>
                  <a:ext uri="{FF2B5EF4-FFF2-40B4-BE49-F238E27FC236}">
                    <a16:creationId xmlns:a16="http://schemas.microsoft.com/office/drawing/2014/main" id="{72DB8181-E77E-4FAD-9B8F-613ECCE090DC}"/>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7" name="Group 11">
              <a:extLst>
                <a:ext uri="{FF2B5EF4-FFF2-40B4-BE49-F238E27FC236}">
                  <a16:creationId xmlns:a16="http://schemas.microsoft.com/office/drawing/2014/main" id="{D08E2392-DA02-41CC-9BED-BFDAC9769D7D}"/>
                </a:ext>
              </a:extLst>
            </p:cNvPr>
            <p:cNvGrpSpPr>
              <a:grpSpLocks/>
            </p:cNvGrpSpPr>
            <p:nvPr/>
          </p:nvGrpSpPr>
          <p:grpSpPr bwMode="auto">
            <a:xfrm>
              <a:off x="7607619" y="1786172"/>
              <a:ext cx="1765625" cy="1659054"/>
              <a:chOff x="3332163" y="2060575"/>
              <a:chExt cx="1946275" cy="1828800"/>
            </a:xfrm>
            <a:solidFill>
              <a:schemeClr val="accent3">
                <a:lumMod val="75000"/>
              </a:schemeClr>
            </a:solidFill>
          </p:grpSpPr>
          <p:sp>
            <p:nvSpPr>
              <p:cNvPr id="35" name="Freeform 43">
                <a:extLst>
                  <a:ext uri="{FF2B5EF4-FFF2-40B4-BE49-F238E27FC236}">
                    <a16:creationId xmlns:a16="http://schemas.microsoft.com/office/drawing/2014/main" id="{548B5A6E-2379-434C-8AA9-A171140DBE19}"/>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6" name="Freeform 38">
                <a:extLst>
                  <a:ext uri="{FF2B5EF4-FFF2-40B4-BE49-F238E27FC236}">
                    <a16:creationId xmlns:a16="http://schemas.microsoft.com/office/drawing/2014/main" id="{90BCA7C3-8365-4ABF-A295-E718C0D6161B}"/>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7" name="Freeform 39">
                <a:extLst>
                  <a:ext uri="{FF2B5EF4-FFF2-40B4-BE49-F238E27FC236}">
                    <a16:creationId xmlns:a16="http://schemas.microsoft.com/office/drawing/2014/main" id="{C95673EA-D913-4EAF-85E6-4485697E4D2C}"/>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8" name="Freeform 40">
                <a:extLst>
                  <a:ext uri="{FF2B5EF4-FFF2-40B4-BE49-F238E27FC236}">
                    <a16:creationId xmlns:a16="http://schemas.microsoft.com/office/drawing/2014/main" id="{4BA022CA-7C37-45CA-B35E-36B73A8BF33C}"/>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9" name="Freeform 41">
                <a:extLst>
                  <a:ext uri="{FF2B5EF4-FFF2-40B4-BE49-F238E27FC236}">
                    <a16:creationId xmlns:a16="http://schemas.microsoft.com/office/drawing/2014/main" id="{5CA6DDF4-B6C5-45E5-BEFA-4C05DA242C6C}"/>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0" name="Freeform 42">
                <a:extLst>
                  <a:ext uri="{FF2B5EF4-FFF2-40B4-BE49-F238E27FC236}">
                    <a16:creationId xmlns:a16="http://schemas.microsoft.com/office/drawing/2014/main" id="{B2F03B6A-50EB-4628-9726-F8C244083C18}"/>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1" name="Freeform 44">
                <a:extLst>
                  <a:ext uri="{FF2B5EF4-FFF2-40B4-BE49-F238E27FC236}">
                    <a16:creationId xmlns:a16="http://schemas.microsoft.com/office/drawing/2014/main" id="{84D011F3-607E-432B-BD23-56A56FB66FE9}"/>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8" name="Group 13">
              <a:extLst>
                <a:ext uri="{FF2B5EF4-FFF2-40B4-BE49-F238E27FC236}">
                  <a16:creationId xmlns:a16="http://schemas.microsoft.com/office/drawing/2014/main" id="{4512BE66-2D9E-4D9E-ABD3-CB3720555B0D}"/>
                </a:ext>
              </a:extLst>
            </p:cNvPr>
            <p:cNvGrpSpPr>
              <a:grpSpLocks/>
            </p:cNvGrpSpPr>
            <p:nvPr/>
          </p:nvGrpSpPr>
          <p:grpSpPr bwMode="auto">
            <a:xfrm>
              <a:off x="9870095" y="2421279"/>
              <a:ext cx="1607209" cy="809365"/>
              <a:chOff x="5826125" y="2760663"/>
              <a:chExt cx="1771650" cy="892175"/>
            </a:xfrm>
            <a:solidFill>
              <a:schemeClr val="accent4"/>
            </a:solidFill>
          </p:grpSpPr>
          <p:sp>
            <p:nvSpPr>
              <p:cNvPr id="29" name="Freeform 45">
                <a:extLst>
                  <a:ext uri="{FF2B5EF4-FFF2-40B4-BE49-F238E27FC236}">
                    <a16:creationId xmlns:a16="http://schemas.microsoft.com/office/drawing/2014/main" id="{0F75759C-570C-4271-8777-0D386D7BB387}"/>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0" name="Freeform 46">
                <a:extLst>
                  <a:ext uri="{FF2B5EF4-FFF2-40B4-BE49-F238E27FC236}">
                    <a16:creationId xmlns:a16="http://schemas.microsoft.com/office/drawing/2014/main" id="{922A8ACC-591E-4742-B072-8BF3E0F65BED}"/>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1" name="Freeform 47">
                <a:extLst>
                  <a:ext uri="{FF2B5EF4-FFF2-40B4-BE49-F238E27FC236}">
                    <a16:creationId xmlns:a16="http://schemas.microsoft.com/office/drawing/2014/main" id="{039B8F68-5014-481A-9265-CEAE5D4EDA16}"/>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2" name="Freeform 48">
                <a:extLst>
                  <a:ext uri="{FF2B5EF4-FFF2-40B4-BE49-F238E27FC236}">
                    <a16:creationId xmlns:a16="http://schemas.microsoft.com/office/drawing/2014/main" id="{A8A63000-4DF5-46EC-A385-2F9EB5DC8FDB}"/>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3" name="Freeform 49">
                <a:extLst>
                  <a:ext uri="{FF2B5EF4-FFF2-40B4-BE49-F238E27FC236}">
                    <a16:creationId xmlns:a16="http://schemas.microsoft.com/office/drawing/2014/main" id="{B7206D10-ACC8-4D14-B49F-D72AC127D939}"/>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4" name="Freeform 50">
                <a:extLst>
                  <a:ext uri="{FF2B5EF4-FFF2-40B4-BE49-F238E27FC236}">
                    <a16:creationId xmlns:a16="http://schemas.microsoft.com/office/drawing/2014/main" id="{E490910A-BD4A-4573-9B5E-B0561C4145EB}"/>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9" name="Freeform 52">
              <a:extLst>
                <a:ext uri="{FF2B5EF4-FFF2-40B4-BE49-F238E27FC236}">
                  <a16:creationId xmlns:a16="http://schemas.microsoft.com/office/drawing/2014/main" id="{6E1C3AF9-1FE7-4004-BFB9-AD9799A661B1}"/>
                </a:ext>
              </a:extLst>
            </p:cNvPr>
            <p:cNvSpPr>
              <a:spLocks noChangeArrowheads="1"/>
            </p:cNvSpPr>
            <p:nvPr/>
          </p:nvSpPr>
          <p:spPr bwMode="auto">
            <a:xfrm>
              <a:off x="10535445" y="3459627"/>
              <a:ext cx="1337901" cy="1176604"/>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6"/>
            </a:solidFill>
            <a:ln>
              <a:noFill/>
            </a:ln>
            <a:effectLst/>
          </p:spPr>
          <p:txBody>
            <a:bodyPr wrap="none" anchor="ctr"/>
            <a:lstStyle/>
            <a:p>
              <a:endParaRPr lang="es-ES_tradnl" sz="1633"/>
            </a:p>
          </p:txBody>
        </p:sp>
        <p:grpSp>
          <p:nvGrpSpPr>
            <p:cNvPr id="20" name="Group 12">
              <a:extLst>
                <a:ext uri="{FF2B5EF4-FFF2-40B4-BE49-F238E27FC236}">
                  <a16:creationId xmlns:a16="http://schemas.microsoft.com/office/drawing/2014/main" id="{51C9DA32-D7A8-49CD-9BF2-C59056A97924}"/>
                </a:ext>
              </a:extLst>
            </p:cNvPr>
            <p:cNvGrpSpPr>
              <a:grpSpLocks/>
            </p:cNvGrpSpPr>
            <p:nvPr/>
          </p:nvGrpSpPr>
          <p:grpSpPr bwMode="auto">
            <a:xfrm>
              <a:off x="7365673" y="857275"/>
              <a:ext cx="1552483" cy="1202526"/>
              <a:chOff x="3065463" y="1036638"/>
              <a:chExt cx="1711325" cy="1325562"/>
            </a:xfrm>
            <a:solidFill>
              <a:schemeClr val="accent1"/>
            </a:solidFill>
          </p:grpSpPr>
          <p:sp>
            <p:nvSpPr>
              <p:cNvPr id="21" name="Freeform 3">
                <a:extLst>
                  <a:ext uri="{FF2B5EF4-FFF2-40B4-BE49-F238E27FC236}">
                    <a16:creationId xmlns:a16="http://schemas.microsoft.com/office/drawing/2014/main" id="{C61E4E4F-6747-4306-B754-420C6B7119E8}"/>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2" name="Freeform 51">
                <a:extLst>
                  <a:ext uri="{FF2B5EF4-FFF2-40B4-BE49-F238E27FC236}">
                    <a16:creationId xmlns:a16="http://schemas.microsoft.com/office/drawing/2014/main" id="{62E76217-FE31-408A-A025-B751D050563B}"/>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3" name="Freeform 53">
                <a:extLst>
                  <a:ext uri="{FF2B5EF4-FFF2-40B4-BE49-F238E27FC236}">
                    <a16:creationId xmlns:a16="http://schemas.microsoft.com/office/drawing/2014/main" id="{B850D91B-9E1C-4F8A-9B83-F567B570057D}"/>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4" name="Freeform 54">
                <a:extLst>
                  <a:ext uri="{FF2B5EF4-FFF2-40B4-BE49-F238E27FC236}">
                    <a16:creationId xmlns:a16="http://schemas.microsoft.com/office/drawing/2014/main" id="{492EBA6E-0CBE-4E7F-9D8B-8AD93A3BFB1D}"/>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5" name="Freeform 55">
                <a:extLst>
                  <a:ext uri="{FF2B5EF4-FFF2-40B4-BE49-F238E27FC236}">
                    <a16:creationId xmlns:a16="http://schemas.microsoft.com/office/drawing/2014/main" id="{3D17E98A-6C1B-4EF9-BBA9-DAC34DE48F71}"/>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6" name="Freeform 56">
                <a:extLst>
                  <a:ext uri="{FF2B5EF4-FFF2-40B4-BE49-F238E27FC236}">
                    <a16:creationId xmlns:a16="http://schemas.microsoft.com/office/drawing/2014/main" id="{80F8A611-D761-4C1A-B8A2-DE94EA9906F9}"/>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7" name="Freeform 57">
                <a:extLst>
                  <a:ext uri="{FF2B5EF4-FFF2-40B4-BE49-F238E27FC236}">
                    <a16:creationId xmlns:a16="http://schemas.microsoft.com/office/drawing/2014/main" id="{BEE84B4F-0628-4A4A-AB7A-CA411F7A14E2}"/>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8" name="Freeform 58">
                <a:extLst>
                  <a:ext uri="{FF2B5EF4-FFF2-40B4-BE49-F238E27FC236}">
                    <a16:creationId xmlns:a16="http://schemas.microsoft.com/office/drawing/2014/main" id="{C6FB3CD3-D54B-4F74-ACBB-FDD83BC51421}"/>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spTree>
    <p:extLst>
      <p:ext uri="{BB962C8B-B14F-4D97-AF65-F5344CB8AC3E}">
        <p14:creationId xmlns:p14="http://schemas.microsoft.com/office/powerpoint/2010/main" val="3028974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26575"/>
            <a:ext cx="10515600" cy="909493"/>
          </a:xfrm>
        </p:spPr>
        <p:txBody>
          <a:bodyPr>
            <a:normAutofit/>
          </a:bodyPr>
          <a:lstStyle>
            <a:lvl1pPr>
              <a:defRPr sz="2400">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634836"/>
            <a:ext cx="10515600" cy="45421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IN"/>
          </a:p>
        </p:txBody>
      </p:sp>
      <p:sp>
        <p:nvSpPr>
          <p:cNvPr id="9" name="Oval 8">
            <a:extLst>
              <a:ext uri="{FF2B5EF4-FFF2-40B4-BE49-F238E27FC236}">
                <a16:creationId xmlns:a16="http://schemas.microsoft.com/office/drawing/2014/main" id="{24A24FF5-EE98-49E1-AC81-103394A3FCCA}"/>
              </a:ext>
            </a:extLst>
          </p:cNvPr>
          <p:cNvSpPr/>
          <p:nvPr/>
        </p:nvSpPr>
        <p:spPr>
          <a:xfrm>
            <a:off x="81777" y="6420260"/>
            <a:ext cx="367146" cy="36714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Slide Number Placeholder 5">
            <a:extLst>
              <a:ext uri="{FF2B5EF4-FFF2-40B4-BE49-F238E27FC236}">
                <a16:creationId xmlns:a16="http://schemas.microsoft.com/office/drawing/2014/main" id="{627F4717-D9ED-4680-8D20-2EFB38DCF087}"/>
              </a:ext>
            </a:extLst>
          </p:cNvPr>
          <p:cNvSpPr>
            <a:spLocks noGrp="1"/>
          </p:cNvSpPr>
          <p:nvPr>
            <p:ph type="sldNum" sz="quarter" idx="12"/>
          </p:nvPr>
        </p:nvSpPr>
        <p:spPr>
          <a:xfrm>
            <a:off x="26395" y="6470843"/>
            <a:ext cx="477910" cy="265980"/>
          </a:xfrm>
        </p:spPr>
        <p:txBody>
          <a:bodyPr/>
          <a:lstStyle>
            <a:lvl1pPr algn="ctr">
              <a:defRPr sz="1200" b="1">
                <a:solidFill>
                  <a:schemeClr val="bg1"/>
                </a:solidFill>
              </a:defRPr>
            </a:lvl1pPr>
          </a:lstStyle>
          <a:p>
            <a:fld id="{9E8D58B5-FF32-4D41-9D82-69224CA7B659}" type="slidenum">
              <a:rPr lang="en-IN" smtClean="0"/>
              <a:t>‹#›</a:t>
            </a:fld>
            <a:endParaRPr lang="en-IN"/>
          </a:p>
        </p:txBody>
      </p:sp>
      <p:pic>
        <p:nvPicPr>
          <p:cNvPr id="12" name="Picture 11">
            <a:extLst>
              <a:ext uri="{FF2B5EF4-FFF2-40B4-BE49-F238E27FC236}">
                <a16:creationId xmlns:a16="http://schemas.microsoft.com/office/drawing/2014/main" id="{525DE23F-3232-D63D-6BC5-017971FC1E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51094" y="-68827"/>
            <a:ext cx="13308036" cy="262271"/>
          </a:xfrm>
          <a:prstGeom prst="rect">
            <a:avLst/>
          </a:prstGeom>
        </p:spPr>
      </p:pic>
    </p:spTree>
    <p:extLst>
      <p:ext uri="{BB962C8B-B14F-4D97-AF65-F5344CB8AC3E}">
        <p14:creationId xmlns:p14="http://schemas.microsoft.com/office/powerpoint/2010/main" val="3599401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26575"/>
            <a:ext cx="10515600" cy="909493"/>
          </a:xfrm>
        </p:spPr>
        <p:txBody>
          <a:bodyPr>
            <a:normAutofit/>
          </a:bodyPr>
          <a:lstStyle>
            <a:lvl1pPr>
              <a:defRPr sz="2400">
                <a:solidFill>
                  <a:schemeClr val="tx2"/>
                </a:solidFill>
              </a:defRPr>
            </a:lvl1pPr>
          </a:lstStyle>
          <a:p>
            <a:r>
              <a:rPr lang="en-US"/>
              <a:t>Click to edit Master title style</a:t>
            </a:r>
          </a:p>
        </p:txBody>
      </p:sp>
      <p:sp>
        <p:nvSpPr>
          <p:cNvPr id="3" name="Content Placeholder 2"/>
          <p:cNvSpPr>
            <a:spLocks noGrp="1"/>
          </p:cNvSpPr>
          <p:nvPr>
            <p:ph idx="1"/>
          </p:nvPr>
        </p:nvSpPr>
        <p:spPr>
          <a:xfrm>
            <a:off x="838200" y="1634836"/>
            <a:ext cx="10515600" cy="45421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IN"/>
          </a:p>
        </p:txBody>
      </p:sp>
      <p:cxnSp>
        <p:nvCxnSpPr>
          <p:cNvPr id="10" name="Straight Connector 9">
            <a:extLst>
              <a:ext uri="{FF2B5EF4-FFF2-40B4-BE49-F238E27FC236}">
                <a16:creationId xmlns:a16="http://schemas.microsoft.com/office/drawing/2014/main" id="{E85A8071-A1C5-44E0-B969-B0E907022B8A}"/>
              </a:ext>
            </a:extLst>
          </p:cNvPr>
          <p:cNvCxnSpPr/>
          <p:nvPr/>
        </p:nvCxnSpPr>
        <p:spPr>
          <a:xfrm>
            <a:off x="838200" y="1066793"/>
            <a:ext cx="1051560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24A24FF5-EE98-49E1-AC81-103394A3FCCA}"/>
              </a:ext>
            </a:extLst>
          </p:cNvPr>
          <p:cNvSpPr/>
          <p:nvPr/>
        </p:nvSpPr>
        <p:spPr>
          <a:xfrm>
            <a:off x="81777" y="6420260"/>
            <a:ext cx="367146" cy="36714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710795D8-FB3B-4A52-829A-90B59B59CA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00705" y="127563"/>
            <a:ext cx="379616" cy="379332"/>
          </a:xfrm>
          <a:prstGeom prst="rect">
            <a:avLst/>
          </a:prstGeom>
        </p:spPr>
      </p:pic>
      <p:sp>
        <p:nvSpPr>
          <p:cNvPr id="11" name="Slide Number Placeholder 5">
            <a:extLst>
              <a:ext uri="{FF2B5EF4-FFF2-40B4-BE49-F238E27FC236}">
                <a16:creationId xmlns:a16="http://schemas.microsoft.com/office/drawing/2014/main" id="{627F4717-D9ED-4680-8D20-2EFB38DCF087}"/>
              </a:ext>
            </a:extLst>
          </p:cNvPr>
          <p:cNvSpPr>
            <a:spLocks noGrp="1"/>
          </p:cNvSpPr>
          <p:nvPr>
            <p:ph type="sldNum" sz="quarter" idx="12"/>
          </p:nvPr>
        </p:nvSpPr>
        <p:spPr>
          <a:xfrm>
            <a:off x="26395" y="6470843"/>
            <a:ext cx="477910" cy="265980"/>
          </a:xfrm>
        </p:spPr>
        <p:txBody>
          <a:bodyPr/>
          <a:lstStyle>
            <a:lvl1pPr algn="ctr">
              <a:defRPr sz="1200" b="1">
                <a:solidFill>
                  <a:schemeClr val="bg1"/>
                </a:solidFill>
              </a:defRPr>
            </a:lvl1pPr>
          </a:lstStyle>
          <a:p>
            <a:fld id="{9E8D58B5-FF32-4D41-9D82-69224CA7B659}" type="slidenum">
              <a:rPr lang="en-IN" smtClean="0"/>
              <a:t>‹#›</a:t>
            </a:fld>
            <a:endParaRPr lang="en-IN"/>
          </a:p>
        </p:txBody>
      </p:sp>
      <p:pic>
        <p:nvPicPr>
          <p:cNvPr id="6" name="Picture 2" descr="Thoucentric Labs">
            <a:extLst>
              <a:ext uri="{FF2B5EF4-FFF2-40B4-BE49-F238E27FC236}">
                <a16:creationId xmlns:a16="http://schemas.microsoft.com/office/drawing/2014/main" id="{197D6049-4B92-7C01-35CA-0C02043E3291}"/>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10462875" y="6285869"/>
            <a:ext cx="1604584" cy="464135"/>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8360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620982"/>
            <a:ext cx="5181600" cy="45559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620982"/>
            <a:ext cx="5181600" cy="45559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CFCB8B8C-1A1F-47F4-A370-4E1FFF075A4D}"/>
              </a:ext>
            </a:extLst>
          </p:cNvPr>
          <p:cNvSpPr>
            <a:spLocks noGrp="1"/>
          </p:cNvSpPr>
          <p:nvPr>
            <p:ph type="ftr" sz="quarter" idx="11"/>
          </p:nvPr>
        </p:nvSpPr>
        <p:spPr>
          <a:xfrm>
            <a:off x="4038600" y="6356350"/>
            <a:ext cx="4114800" cy="365125"/>
          </a:xfrm>
        </p:spPr>
        <p:txBody>
          <a:bodyPr/>
          <a:lstStyle/>
          <a:p>
            <a:endParaRPr lang="en-IN"/>
          </a:p>
        </p:txBody>
      </p:sp>
      <p:sp>
        <p:nvSpPr>
          <p:cNvPr id="19" name="Title 1">
            <a:extLst>
              <a:ext uri="{FF2B5EF4-FFF2-40B4-BE49-F238E27FC236}">
                <a16:creationId xmlns:a16="http://schemas.microsoft.com/office/drawing/2014/main" id="{41F51BCC-C89F-43D6-9488-9E5246055D0F}"/>
              </a:ext>
            </a:extLst>
          </p:cNvPr>
          <p:cNvSpPr>
            <a:spLocks noGrp="1"/>
          </p:cNvSpPr>
          <p:nvPr>
            <p:ph type="title"/>
          </p:nvPr>
        </p:nvSpPr>
        <p:spPr>
          <a:xfrm>
            <a:off x="838200" y="226575"/>
            <a:ext cx="10515600" cy="909493"/>
          </a:xfrm>
        </p:spPr>
        <p:txBody>
          <a:bodyPr>
            <a:normAutofit/>
          </a:bodyPr>
          <a:lstStyle>
            <a:lvl1pPr>
              <a:defRPr sz="2400">
                <a:solidFill>
                  <a:schemeClr val="tx2"/>
                </a:solidFill>
              </a:defRPr>
            </a:lvl1pPr>
          </a:lstStyle>
          <a:p>
            <a:r>
              <a:rPr lang="en-US"/>
              <a:t>Click to edit Master title style</a:t>
            </a:r>
          </a:p>
        </p:txBody>
      </p:sp>
      <p:cxnSp>
        <p:nvCxnSpPr>
          <p:cNvPr id="20" name="Straight Connector 19">
            <a:extLst>
              <a:ext uri="{FF2B5EF4-FFF2-40B4-BE49-F238E27FC236}">
                <a16:creationId xmlns:a16="http://schemas.microsoft.com/office/drawing/2014/main" id="{A6EB25E3-1389-41BF-8EF7-D78116335AA0}"/>
              </a:ext>
            </a:extLst>
          </p:cNvPr>
          <p:cNvCxnSpPr/>
          <p:nvPr/>
        </p:nvCxnSpPr>
        <p:spPr>
          <a:xfrm>
            <a:off x="838200" y="1066793"/>
            <a:ext cx="1051560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40588A4-FDE3-4CF6-A96A-30D9E9C2C4CB}"/>
              </a:ext>
            </a:extLst>
          </p:cNvPr>
          <p:cNvSpPr/>
          <p:nvPr/>
        </p:nvSpPr>
        <p:spPr>
          <a:xfrm>
            <a:off x="81777" y="6420260"/>
            <a:ext cx="367146" cy="36714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Slide Number Placeholder 5">
            <a:extLst>
              <a:ext uri="{FF2B5EF4-FFF2-40B4-BE49-F238E27FC236}">
                <a16:creationId xmlns:a16="http://schemas.microsoft.com/office/drawing/2014/main" id="{16D16175-653F-4F3E-A3A6-430B7CDE7C04}"/>
              </a:ext>
            </a:extLst>
          </p:cNvPr>
          <p:cNvSpPr>
            <a:spLocks noGrp="1"/>
          </p:cNvSpPr>
          <p:nvPr>
            <p:ph type="sldNum" sz="quarter" idx="12"/>
          </p:nvPr>
        </p:nvSpPr>
        <p:spPr>
          <a:xfrm>
            <a:off x="26395" y="6470843"/>
            <a:ext cx="477910" cy="265980"/>
          </a:xfrm>
        </p:spPr>
        <p:txBody>
          <a:bodyPr/>
          <a:lstStyle>
            <a:lvl1pPr algn="ctr">
              <a:defRPr sz="1200" b="1">
                <a:solidFill>
                  <a:schemeClr val="bg1"/>
                </a:solidFill>
              </a:defRPr>
            </a:lvl1pPr>
          </a:lstStyle>
          <a:p>
            <a:fld id="{9E8D58B5-FF32-4D41-9D82-69224CA7B659}" type="slidenum">
              <a:rPr lang="en-IN" smtClean="0"/>
              <a:t>‹#›</a:t>
            </a:fld>
            <a:endParaRPr lang="en-IN"/>
          </a:p>
        </p:txBody>
      </p:sp>
      <p:pic>
        <p:nvPicPr>
          <p:cNvPr id="2" name="Picture 2" descr="Thoucentric Labs">
            <a:extLst>
              <a:ext uri="{FF2B5EF4-FFF2-40B4-BE49-F238E27FC236}">
                <a16:creationId xmlns:a16="http://schemas.microsoft.com/office/drawing/2014/main" id="{94D7229E-AD12-DC8D-C3FC-23BFA206E3B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0561021" y="6293419"/>
            <a:ext cx="1549202" cy="448116"/>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2555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0EB92C0F-8873-45C7-959A-7278C73F502F}"/>
              </a:ext>
            </a:extLst>
          </p:cNvPr>
          <p:cNvSpPr>
            <a:spLocks noGrp="1"/>
          </p:cNvSpPr>
          <p:nvPr>
            <p:ph type="ftr" sz="quarter" idx="11"/>
          </p:nvPr>
        </p:nvSpPr>
        <p:spPr>
          <a:xfrm>
            <a:off x="4038600" y="6356350"/>
            <a:ext cx="4114800" cy="365125"/>
          </a:xfrm>
        </p:spPr>
        <p:txBody>
          <a:bodyPr/>
          <a:lstStyle/>
          <a:p>
            <a:endParaRPr lang="en-IN"/>
          </a:p>
        </p:txBody>
      </p:sp>
      <p:sp>
        <p:nvSpPr>
          <p:cNvPr id="18" name="Title 1">
            <a:extLst>
              <a:ext uri="{FF2B5EF4-FFF2-40B4-BE49-F238E27FC236}">
                <a16:creationId xmlns:a16="http://schemas.microsoft.com/office/drawing/2014/main" id="{9FA2A3CF-F0AD-48E7-B1D9-CF50E717159D}"/>
              </a:ext>
            </a:extLst>
          </p:cNvPr>
          <p:cNvSpPr>
            <a:spLocks noGrp="1"/>
          </p:cNvSpPr>
          <p:nvPr>
            <p:ph type="title"/>
          </p:nvPr>
        </p:nvSpPr>
        <p:spPr>
          <a:xfrm>
            <a:off x="838200" y="226575"/>
            <a:ext cx="10515600" cy="909493"/>
          </a:xfrm>
        </p:spPr>
        <p:txBody>
          <a:bodyPr>
            <a:normAutofit/>
          </a:bodyPr>
          <a:lstStyle>
            <a:lvl1pPr>
              <a:defRPr sz="2400">
                <a:solidFill>
                  <a:schemeClr val="tx2"/>
                </a:solidFill>
              </a:defRPr>
            </a:lvl1pPr>
          </a:lstStyle>
          <a:p>
            <a:r>
              <a:rPr lang="en-US"/>
              <a:t>Click to edit Master title style</a:t>
            </a:r>
          </a:p>
        </p:txBody>
      </p:sp>
      <p:cxnSp>
        <p:nvCxnSpPr>
          <p:cNvPr id="19" name="Straight Connector 18">
            <a:extLst>
              <a:ext uri="{FF2B5EF4-FFF2-40B4-BE49-F238E27FC236}">
                <a16:creationId xmlns:a16="http://schemas.microsoft.com/office/drawing/2014/main" id="{F320B10E-1355-4010-A930-71020D18F13E}"/>
              </a:ext>
            </a:extLst>
          </p:cNvPr>
          <p:cNvCxnSpPr/>
          <p:nvPr/>
        </p:nvCxnSpPr>
        <p:spPr>
          <a:xfrm>
            <a:off x="838200" y="1066793"/>
            <a:ext cx="1051560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98E1C566-84F3-4B56-9318-061CD452C898}"/>
              </a:ext>
            </a:extLst>
          </p:cNvPr>
          <p:cNvSpPr/>
          <p:nvPr/>
        </p:nvSpPr>
        <p:spPr>
          <a:xfrm>
            <a:off x="81777" y="6420260"/>
            <a:ext cx="367146" cy="36714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Slide Number Placeholder 5">
            <a:extLst>
              <a:ext uri="{FF2B5EF4-FFF2-40B4-BE49-F238E27FC236}">
                <a16:creationId xmlns:a16="http://schemas.microsoft.com/office/drawing/2014/main" id="{07396035-774A-42E0-89D8-4409507B1B05}"/>
              </a:ext>
            </a:extLst>
          </p:cNvPr>
          <p:cNvSpPr>
            <a:spLocks noGrp="1"/>
          </p:cNvSpPr>
          <p:nvPr>
            <p:ph type="sldNum" sz="quarter" idx="12"/>
          </p:nvPr>
        </p:nvSpPr>
        <p:spPr>
          <a:xfrm>
            <a:off x="26395" y="6470843"/>
            <a:ext cx="477910" cy="265980"/>
          </a:xfrm>
        </p:spPr>
        <p:txBody>
          <a:bodyPr/>
          <a:lstStyle>
            <a:lvl1pPr algn="ctr">
              <a:defRPr sz="1200" b="1">
                <a:solidFill>
                  <a:schemeClr val="bg1"/>
                </a:solidFill>
              </a:defRPr>
            </a:lvl1pPr>
          </a:lstStyle>
          <a:p>
            <a:fld id="{9E8D58B5-FF32-4D41-9D82-69224CA7B659}" type="slidenum">
              <a:rPr lang="en-IN" smtClean="0"/>
              <a:t>‹#›</a:t>
            </a:fld>
            <a:endParaRPr lang="en-IN"/>
          </a:p>
        </p:txBody>
      </p:sp>
      <p:pic>
        <p:nvPicPr>
          <p:cNvPr id="2" name="Picture 2" descr="Thoucentric Labs">
            <a:extLst>
              <a:ext uri="{FF2B5EF4-FFF2-40B4-BE49-F238E27FC236}">
                <a16:creationId xmlns:a16="http://schemas.microsoft.com/office/drawing/2014/main" id="{54212E4D-5D2C-E495-EEE7-16F64BC7BDF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0894916" y="6356145"/>
            <a:ext cx="1215307" cy="351535"/>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349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4751532" cy="2852737"/>
          </a:xfrm>
        </p:spPr>
        <p:txBody>
          <a:bodyPr anchor="b">
            <a:normAutofit/>
          </a:bodyPr>
          <a:lstStyle>
            <a:lvl1pPr>
              <a:defRPr sz="4800">
                <a:solidFill>
                  <a:schemeClr val="tx2"/>
                </a:solidFill>
              </a:defRPr>
            </a:lvl1pPr>
          </a:lstStyle>
          <a:p>
            <a:r>
              <a:rPr lang="en-US"/>
              <a:t>Click to edit Master title style</a:t>
            </a:r>
          </a:p>
        </p:txBody>
      </p:sp>
      <p:sp>
        <p:nvSpPr>
          <p:cNvPr id="3" name="Text Placeholder 2"/>
          <p:cNvSpPr>
            <a:spLocks noGrp="1"/>
          </p:cNvSpPr>
          <p:nvPr>
            <p:ph type="body" idx="1"/>
          </p:nvPr>
        </p:nvSpPr>
        <p:spPr>
          <a:xfrm>
            <a:off x="831850" y="4589463"/>
            <a:ext cx="4751532"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a:extLst>
              <a:ext uri="{FF2B5EF4-FFF2-40B4-BE49-F238E27FC236}">
                <a16:creationId xmlns:a16="http://schemas.microsoft.com/office/drawing/2014/main" id="{8DA910CF-56FD-4F61-95B6-FE9C48D8042E}"/>
              </a:ext>
            </a:extLst>
          </p:cNvPr>
          <p:cNvGrpSpPr/>
          <p:nvPr/>
        </p:nvGrpSpPr>
        <p:grpSpPr>
          <a:xfrm>
            <a:off x="6935880" y="579268"/>
            <a:ext cx="4424270" cy="5699464"/>
            <a:chOff x="6935880" y="579268"/>
            <a:chExt cx="4424270" cy="5699464"/>
          </a:xfrm>
        </p:grpSpPr>
        <p:grpSp>
          <p:nvGrpSpPr>
            <p:cNvPr id="8" name="Group 7">
              <a:extLst>
                <a:ext uri="{FF2B5EF4-FFF2-40B4-BE49-F238E27FC236}">
                  <a16:creationId xmlns:a16="http://schemas.microsoft.com/office/drawing/2014/main" id="{55EC84E1-4167-4410-A26B-446DB894E949}"/>
                </a:ext>
              </a:extLst>
            </p:cNvPr>
            <p:cNvGrpSpPr>
              <a:grpSpLocks/>
            </p:cNvGrpSpPr>
            <p:nvPr/>
          </p:nvGrpSpPr>
          <p:grpSpPr bwMode="auto">
            <a:xfrm>
              <a:off x="8553460" y="4098108"/>
              <a:ext cx="1223495" cy="1114212"/>
              <a:chOff x="2135188" y="3590925"/>
              <a:chExt cx="1635125" cy="1489075"/>
            </a:xfrm>
            <a:solidFill>
              <a:schemeClr val="accent5"/>
            </a:solidFill>
          </p:grpSpPr>
          <p:sp>
            <p:nvSpPr>
              <p:cNvPr id="62" name="Freeform 4">
                <a:extLst>
                  <a:ext uri="{FF2B5EF4-FFF2-40B4-BE49-F238E27FC236}">
                    <a16:creationId xmlns:a16="http://schemas.microsoft.com/office/drawing/2014/main" id="{5310D578-DAA2-49A7-9321-FA2D1204CF25}"/>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3" name="Freeform 5">
                <a:extLst>
                  <a:ext uri="{FF2B5EF4-FFF2-40B4-BE49-F238E27FC236}">
                    <a16:creationId xmlns:a16="http://schemas.microsoft.com/office/drawing/2014/main" id="{F4C8CA09-7902-4820-A51D-8E77E8BDC970}"/>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4" name="Freeform 6">
                <a:extLst>
                  <a:ext uri="{FF2B5EF4-FFF2-40B4-BE49-F238E27FC236}">
                    <a16:creationId xmlns:a16="http://schemas.microsoft.com/office/drawing/2014/main" id="{880CAE14-4C99-46B9-A546-A36B277D80B4}"/>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5" name="Freeform 7">
                <a:extLst>
                  <a:ext uri="{FF2B5EF4-FFF2-40B4-BE49-F238E27FC236}">
                    <a16:creationId xmlns:a16="http://schemas.microsoft.com/office/drawing/2014/main" id="{498B1F2F-6697-4EE1-BC37-A0170A8ACEF6}"/>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6" name="Freeform 8">
                <a:extLst>
                  <a:ext uri="{FF2B5EF4-FFF2-40B4-BE49-F238E27FC236}">
                    <a16:creationId xmlns:a16="http://schemas.microsoft.com/office/drawing/2014/main" id="{5C8E7CD6-867A-4D35-815A-DF35A39C199A}"/>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7" name="Freeform 9">
                <a:extLst>
                  <a:ext uri="{FF2B5EF4-FFF2-40B4-BE49-F238E27FC236}">
                    <a16:creationId xmlns:a16="http://schemas.microsoft.com/office/drawing/2014/main" id="{CE5431CC-83F1-40C8-AB4A-6587F880A121}"/>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8" name="Freeform 10">
                <a:extLst>
                  <a:ext uri="{FF2B5EF4-FFF2-40B4-BE49-F238E27FC236}">
                    <a16:creationId xmlns:a16="http://schemas.microsoft.com/office/drawing/2014/main" id="{01D302F5-8AAE-4695-B8FD-4209765F2C98}"/>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9" name="Freeform 11">
                <a:extLst>
                  <a:ext uri="{FF2B5EF4-FFF2-40B4-BE49-F238E27FC236}">
                    <a16:creationId xmlns:a16="http://schemas.microsoft.com/office/drawing/2014/main" id="{63570ADA-36D8-4B9F-B78D-EFC73615A5AA}"/>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0" name="Freeform 12">
                <a:extLst>
                  <a:ext uri="{FF2B5EF4-FFF2-40B4-BE49-F238E27FC236}">
                    <a16:creationId xmlns:a16="http://schemas.microsoft.com/office/drawing/2014/main" id="{D4355B6C-2FF9-482A-97EC-9B13FA97559A}"/>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1" name="Freeform 13">
                <a:extLst>
                  <a:ext uri="{FF2B5EF4-FFF2-40B4-BE49-F238E27FC236}">
                    <a16:creationId xmlns:a16="http://schemas.microsoft.com/office/drawing/2014/main" id="{DB318778-393B-450D-BBEA-3AE63DA1AA0C}"/>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2" name="Freeform 14">
                <a:extLst>
                  <a:ext uri="{FF2B5EF4-FFF2-40B4-BE49-F238E27FC236}">
                    <a16:creationId xmlns:a16="http://schemas.microsoft.com/office/drawing/2014/main" id="{7B3537D0-0AA0-4D02-BD84-3E069EB03693}"/>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9" name="Group 4">
              <a:extLst>
                <a:ext uri="{FF2B5EF4-FFF2-40B4-BE49-F238E27FC236}">
                  <a16:creationId xmlns:a16="http://schemas.microsoft.com/office/drawing/2014/main" id="{9CA2018D-F472-4F3B-8A1F-DBF0A9FE63F9}"/>
                </a:ext>
              </a:extLst>
            </p:cNvPr>
            <p:cNvGrpSpPr>
              <a:grpSpLocks/>
            </p:cNvGrpSpPr>
            <p:nvPr/>
          </p:nvGrpSpPr>
          <p:grpSpPr bwMode="auto">
            <a:xfrm>
              <a:off x="9503527" y="5254798"/>
              <a:ext cx="1856623" cy="1023934"/>
              <a:chOff x="5265738" y="5084763"/>
              <a:chExt cx="2481262" cy="1368425"/>
            </a:xfrm>
            <a:solidFill>
              <a:schemeClr val="accent4"/>
            </a:solidFill>
          </p:grpSpPr>
          <p:sp>
            <p:nvSpPr>
              <p:cNvPr id="49" name="Freeform 20">
                <a:extLst>
                  <a:ext uri="{FF2B5EF4-FFF2-40B4-BE49-F238E27FC236}">
                    <a16:creationId xmlns:a16="http://schemas.microsoft.com/office/drawing/2014/main" id="{155BF90C-FB11-4A0A-8595-FA2C4A6BB071}"/>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0" name="Freeform 25">
                <a:extLst>
                  <a:ext uri="{FF2B5EF4-FFF2-40B4-BE49-F238E27FC236}">
                    <a16:creationId xmlns:a16="http://schemas.microsoft.com/office/drawing/2014/main" id="{8D43D3A5-8415-41DC-B1BB-5E2EF5BA94FB}"/>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 name="Freeform 26">
                <a:extLst>
                  <a:ext uri="{FF2B5EF4-FFF2-40B4-BE49-F238E27FC236}">
                    <a16:creationId xmlns:a16="http://schemas.microsoft.com/office/drawing/2014/main" id="{79ABEE84-E92B-4B5F-A316-0C6EEE61C942}"/>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2" name="Freeform 27">
                <a:extLst>
                  <a:ext uri="{FF2B5EF4-FFF2-40B4-BE49-F238E27FC236}">
                    <a16:creationId xmlns:a16="http://schemas.microsoft.com/office/drawing/2014/main" id="{841BBDA4-0A3D-423C-9CB0-36F9A68F2A31}"/>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3" name="Freeform 15">
                <a:extLst>
                  <a:ext uri="{FF2B5EF4-FFF2-40B4-BE49-F238E27FC236}">
                    <a16:creationId xmlns:a16="http://schemas.microsoft.com/office/drawing/2014/main" id="{15763C3E-D561-416C-8E4A-E445A10B15F6}"/>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4" name="Freeform 16">
                <a:extLst>
                  <a:ext uri="{FF2B5EF4-FFF2-40B4-BE49-F238E27FC236}">
                    <a16:creationId xmlns:a16="http://schemas.microsoft.com/office/drawing/2014/main" id="{E8432EDF-992C-4B15-A370-C65BFB6EC68E}"/>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5" name="Freeform 17">
                <a:extLst>
                  <a:ext uri="{FF2B5EF4-FFF2-40B4-BE49-F238E27FC236}">
                    <a16:creationId xmlns:a16="http://schemas.microsoft.com/office/drawing/2014/main" id="{8EA0B2E8-67F0-4921-B6C4-F1729C9899B3}"/>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6" name="Freeform 18">
                <a:extLst>
                  <a:ext uri="{FF2B5EF4-FFF2-40B4-BE49-F238E27FC236}">
                    <a16:creationId xmlns:a16="http://schemas.microsoft.com/office/drawing/2014/main" id="{CC6F07A8-0E46-4B81-90B3-D4255507DAB7}"/>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7" name="Freeform 19">
                <a:extLst>
                  <a:ext uri="{FF2B5EF4-FFF2-40B4-BE49-F238E27FC236}">
                    <a16:creationId xmlns:a16="http://schemas.microsoft.com/office/drawing/2014/main" id="{D9075F48-87FB-4969-B2DA-3B9EBC6A5D74}"/>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8" name="Freeform 21">
                <a:extLst>
                  <a:ext uri="{FF2B5EF4-FFF2-40B4-BE49-F238E27FC236}">
                    <a16:creationId xmlns:a16="http://schemas.microsoft.com/office/drawing/2014/main" id="{08919D09-40A3-437E-80FC-5936464AA054}"/>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9" name="Freeform 22">
                <a:extLst>
                  <a:ext uri="{FF2B5EF4-FFF2-40B4-BE49-F238E27FC236}">
                    <a16:creationId xmlns:a16="http://schemas.microsoft.com/office/drawing/2014/main" id="{CAAFC981-F24C-4916-BA91-EE53615B07CF}"/>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0" name="Freeform 24">
                <a:extLst>
                  <a:ext uri="{FF2B5EF4-FFF2-40B4-BE49-F238E27FC236}">
                    <a16:creationId xmlns:a16="http://schemas.microsoft.com/office/drawing/2014/main" id="{B1A997D4-5A09-420D-8A6B-9B9C7FB2870A}"/>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1" name="Freeform 28">
                <a:extLst>
                  <a:ext uri="{FF2B5EF4-FFF2-40B4-BE49-F238E27FC236}">
                    <a16:creationId xmlns:a16="http://schemas.microsoft.com/office/drawing/2014/main" id="{60FD0E82-24D6-416E-93FF-A051770669C8}"/>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0" name="Freeform 29">
              <a:extLst>
                <a:ext uri="{FF2B5EF4-FFF2-40B4-BE49-F238E27FC236}">
                  <a16:creationId xmlns:a16="http://schemas.microsoft.com/office/drawing/2014/main" id="{7BD017E5-7513-4FCD-8386-D3955234D706}"/>
                </a:ext>
              </a:extLst>
            </p:cNvPr>
            <p:cNvSpPr>
              <a:spLocks noChangeArrowheads="1"/>
            </p:cNvSpPr>
            <p:nvPr/>
          </p:nvSpPr>
          <p:spPr bwMode="auto">
            <a:xfrm>
              <a:off x="9737360" y="4350908"/>
              <a:ext cx="819622" cy="829126"/>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11" name="Freeform 30">
              <a:extLst>
                <a:ext uri="{FF2B5EF4-FFF2-40B4-BE49-F238E27FC236}">
                  <a16:creationId xmlns:a16="http://schemas.microsoft.com/office/drawing/2014/main" id="{E70710F1-3E63-4EB3-BBE7-0B9365BF792D}"/>
                </a:ext>
              </a:extLst>
            </p:cNvPr>
            <p:cNvSpPr>
              <a:spLocks noChangeArrowheads="1"/>
            </p:cNvSpPr>
            <p:nvPr/>
          </p:nvSpPr>
          <p:spPr bwMode="auto">
            <a:xfrm>
              <a:off x="8066865" y="4868743"/>
              <a:ext cx="1444436" cy="1409989"/>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12" name="Group 6">
              <a:extLst>
                <a:ext uri="{FF2B5EF4-FFF2-40B4-BE49-F238E27FC236}">
                  <a16:creationId xmlns:a16="http://schemas.microsoft.com/office/drawing/2014/main" id="{B39DC46F-713B-4630-89C4-7A6B8084711E}"/>
                </a:ext>
              </a:extLst>
            </p:cNvPr>
            <p:cNvGrpSpPr>
              <a:grpSpLocks/>
            </p:cNvGrpSpPr>
            <p:nvPr/>
          </p:nvGrpSpPr>
          <p:grpSpPr bwMode="auto">
            <a:xfrm rot="19964076">
              <a:off x="6935880" y="1901724"/>
              <a:ext cx="1374352" cy="1774661"/>
              <a:chOff x="3309938" y="4121150"/>
              <a:chExt cx="1836737" cy="2371725"/>
            </a:xfrm>
            <a:solidFill>
              <a:schemeClr val="accent6"/>
            </a:solidFill>
          </p:grpSpPr>
          <p:sp>
            <p:nvSpPr>
              <p:cNvPr id="45" name="Freeform 1">
                <a:extLst>
                  <a:ext uri="{FF2B5EF4-FFF2-40B4-BE49-F238E27FC236}">
                    <a16:creationId xmlns:a16="http://schemas.microsoft.com/office/drawing/2014/main" id="{FEE005E0-FBF4-4B3A-B51A-09017F24E595}"/>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 name="Freeform 31">
                <a:extLst>
                  <a:ext uri="{FF2B5EF4-FFF2-40B4-BE49-F238E27FC236}">
                    <a16:creationId xmlns:a16="http://schemas.microsoft.com/office/drawing/2014/main" id="{ACDFE316-ABBE-4BE7-A4A2-372E6B3B8472}"/>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7" name="Freeform 32">
                <a:extLst>
                  <a:ext uri="{FF2B5EF4-FFF2-40B4-BE49-F238E27FC236}">
                    <a16:creationId xmlns:a16="http://schemas.microsoft.com/office/drawing/2014/main" id="{56A254C6-4EDE-45B8-AB23-C102AECB4DE1}"/>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 name="Freeform 33">
                <a:extLst>
                  <a:ext uri="{FF2B5EF4-FFF2-40B4-BE49-F238E27FC236}">
                    <a16:creationId xmlns:a16="http://schemas.microsoft.com/office/drawing/2014/main" id="{FCD1CA0D-04A4-4EBF-8EB6-8C2CBCDC6A43}"/>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3" name="Group 9">
              <a:extLst>
                <a:ext uri="{FF2B5EF4-FFF2-40B4-BE49-F238E27FC236}">
                  <a16:creationId xmlns:a16="http://schemas.microsoft.com/office/drawing/2014/main" id="{9D40AF2D-AE30-4BB2-AB0F-B97C7B0BBB1E}"/>
                </a:ext>
              </a:extLst>
            </p:cNvPr>
            <p:cNvGrpSpPr>
              <a:grpSpLocks/>
            </p:cNvGrpSpPr>
            <p:nvPr/>
          </p:nvGrpSpPr>
          <p:grpSpPr bwMode="auto">
            <a:xfrm>
              <a:off x="9219952" y="2110419"/>
              <a:ext cx="1394547" cy="797054"/>
              <a:chOff x="5507038" y="1647825"/>
              <a:chExt cx="1863725" cy="1065213"/>
            </a:xfrm>
            <a:solidFill>
              <a:schemeClr val="accent2">
                <a:lumMod val="75000"/>
              </a:schemeClr>
            </a:solidFill>
          </p:grpSpPr>
          <p:sp>
            <p:nvSpPr>
              <p:cNvPr id="43" name="Freeform 34">
                <a:extLst>
                  <a:ext uri="{FF2B5EF4-FFF2-40B4-BE49-F238E27FC236}">
                    <a16:creationId xmlns:a16="http://schemas.microsoft.com/office/drawing/2014/main" id="{5E4E4786-FBC5-4314-8347-2968FE5ACCE6}"/>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4" name="Freeform 35">
                <a:extLst>
                  <a:ext uri="{FF2B5EF4-FFF2-40B4-BE49-F238E27FC236}">
                    <a16:creationId xmlns:a16="http://schemas.microsoft.com/office/drawing/2014/main" id="{C39B4327-2A07-4AD9-98F5-982DF657A00A}"/>
                  </a:ext>
                </a:extLst>
              </p:cNvPr>
              <p:cNvSpPr>
                <a:spLocks noChangeArrowheads="1"/>
              </p:cNvSpPr>
              <p:nvPr/>
            </p:nvSpPr>
            <p:spPr bwMode="auto">
              <a:xfrm>
                <a:off x="5507038"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4" name="Group 5">
              <a:extLst>
                <a:ext uri="{FF2B5EF4-FFF2-40B4-BE49-F238E27FC236}">
                  <a16:creationId xmlns:a16="http://schemas.microsoft.com/office/drawing/2014/main" id="{ABFE67FB-D290-4B22-8BD0-F864EBD12A9B}"/>
                </a:ext>
              </a:extLst>
            </p:cNvPr>
            <p:cNvGrpSpPr>
              <a:grpSpLocks/>
            </p:cNvGrpSpPr>
            <p:nvPr/>
          </p:nvGrpSpPr>
          <p:grpSpPr bwMode="auto">
            <a:xfrm>
              <a:off x="9015521" y="2992306"/>
              <a:ext cx="1216368" cy="1118963"/>
              <a:chOff x="4892675" y="3322638"/>
              <a:chExt cx="1625600" cy="1495425"/>
            </a:xfrm>
            <a:solidFill>
              <a:schemeClr val="accent1"/>
            </a:solidFill>
          </p:grpSpPr>
          <p:sp>
            <p:nvSpPr>
              <p:cNvPr id="40" name="Freeform 2">
                <a:extLst>
                  <a:ext uri="{FF2B5EF4-FFF2-40B4-BE49-F238E27FC236}">
                    <a16:creationId xmlns:a16="http://schemas.microsoft.com/office/drawing/2014/main" id="{48A39658-A005-493F-B66E-FE37C2B785A2}"/>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1" name="Freeform 36">
                <a:extLst>
                  <a:ext uri="{FF2B5EF4-FFF2-40B4-BE49-F238E27FC236}">
                    <a16:creationId xmlns:a16="http://schemas.microsoft.com/office/drawing/2014/main" id="{834735F1-1F2A-4D1F-98DC-095BF2585266}"/>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2" name="Freeform 37">
                <a:extLst>
                  <a:ext uri="{FF2B5EF4-FFF2-40B4-BE49-F238E27FC236}">
                    <a16:creationId xmlns:a16="http://schemas.microsoft.com/office/drawing/2014/main" id="{34361F84-4E61-4BD3-AF62-2C949CC40E88}"/>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5" name="Group 11">
              <a:extLst>
                <a:ext uri="{FF2B5EF4-FFF2-40B4-BE49-F238E27FC236}">
                  <a16:creationId xmlns:a16="http://schemas.microsoft.com/office/drawing/2014/main" id="{DBEC735E-2708-4DD9-811B-2D64217F1D8F}"/>
                </a:ext>
              </a:extLst>
            </p:cNvPr>
            <p:cNvGrpSpPr>
              <a:grpSpLocks/>
            </p:cNvGrpSpPr>
            <p:nvPr/>
          </p:nvGrpSpPr>
          <p:grpSpPr bwMode="auto">
            <a:xfrm>
              <a:off x="8066865" y="1409779"/>
              <a:ext cx="1456315" cy="1368413"/>
              <a:chOff x="3332163" y="2060575"/>
              <a:chExt cx="1946275" cy="1828800"/>
            </a:xfrm>
            <a:solidFill>
              <a:schemeClr val="accent3"/>
            </a:solidFill>
          </p:grpSpPr>
          <p:sp>
            <p:nvSpPr>
              <p:cNvPr id="33" name="Freeform 43">
                <a:extLst>
                  <a:ext uri="{FF2B5EF4-FFF2-40B4-BE49-F238E27FC236}">
                    <a16:creationId xmlns:a16="http://schemas.microsoft.com/office/drawing/2014/main" id="{126F54AF-1E39-465C-90BA-E2B9FFBB8D8A}"/>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4" name="Freeform 38">
                <a:extLst>
                  <a:ext uri="{FF2B5EF4-FFF2-40B4-BE49-F238E27FC236}">
                    <a16:creationId xmlns:a16="http://schemas.microsoft.com/office/drawing/2014/main" id="{D4398F79-8669-4D4D-86D6-E2B41BF951BF}"/>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5" name="Freeform 39">
                <a:extLst>
                  <a:ext uri="{FF2B5EF4-FFF2-40B4-BE49-F238E27FC236}">
                    <a16:creationId xmlns:a16="http://schemas.microsoft.com/office/drawing/2014/main" id="{2C2EFADC-4BF6-46C3-A50C-08E7618F0E6C}"/>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6" name="Freeform 40">
                <a:extLst>
                  <a:ext uri="{FF2B5EF4-FFF2-40B4-BE49-F238E27FC236}">
                    <a16:creationId xmlns:a16="http://schemas.microsoft.com/office/drawing/2014/main" id="{AA4D2FE9-4831-4A53-88BB-D37225DD27EC}"/>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7" name="Freeform 41">
                <a:extLst>
                  <a:ext uri="{FF2B5EF4-FFF2-40B4-BE49-F238E27FC236}">
                    <a16:creationId xmlns:a16="http://schemas.microsoft.com/office/drawing/2014/main" id="{9A07B16E-A933-49DD-895E-666E7831B84C}"/>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8" name="Freeform 42">
                <a:extLst>
                  <a:ext uri="{FF2B5EF4-FFF2-40B4-BE49-F238E27FC236}">
                    <a16:creationId xmlns:a16="http://schemas.microsoft.com/office/drawing/2014/main" id="{2BF55214-2641-47CC-8EC4-549A4BD09CCC}"/>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9" name="Freeform 44">
                <a:extLst>
                  <a:ext uri="{FF2B5EF4-FFF2-40B4-BE49-F238E27FC236}">
                    <a16:creationId xmlns:a16="http://schemas.microsoft.com/office/drawing/2014/main" id="{37BB6F6C-78AB-4DCE-8D68-25F0D405D634}"/>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6" name="Group 13">
              <a:extLst>
                <a:ext uri="{FF2B5EF4-FFF2-40B4-BE49-F238E27FC236}">
                  <a16:creationId xmlns:a16="http://schemas.microsoft.com/office/drawing/2014/main" id="{863849FC-33DC-4669-9B38-501A96D724EE}"/>
                </a:ext>
              </a:extLst>
            </p:cNvPr>
            <p:cNvGrpSpPr>
              <a:grpSpLocks/>
            </p:cNvGrpSpPr>
            <p:nvPr/>
          </p:nvGrpSpPr>
          <p:grpSpPr bwMode="auto">
            <a:xfrm>
              <a:off x="9263532" y="1260636"/>
              <a:ext cx="1325651" cy="667577"/>
              <a:chOff x="5826125" y="2760663"/>
              <a:chExt cx="1771650" cy="892175"/>
            </a:xfrm>
            <a:solidFill>
              <a:schemeClr val="accent5"/>
            </a:solidFill>
          </p:grpSpPr>
          <p:sp>
            <p:nvSpPr>
              <p:cNvPr id="27" name="Freeform 45">
                <a:extLst>
                  <a:ext uri="{FF2B5EF4-FFF2-40B4-BE49-F238E27FC236}">
                    <a16:creationId xmlns:a16="http://schemas.microsoft.com/office/drawing/2014/main" id="{125FB991-CEC5-4D18-936B-040FB1DFD853}"/>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8" name="Freeform 46">
                <a:extLst>
                  <a:ext uri="{FF2B5EF4-FFF2-40B4-BE49-F238E27FC236}">
                    <a16:creationId xmlns:a16="http://schemas.microsoft.com/office/drawing/2014/main" id="{A9A6C856-AA5A-445C-9677-2338EC88C5A5}"/>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9" name="Freeform 47">
                <a:extLst>
                  <a:ext uri="{FF2B5EF4-FFF2-40B4-BE49-F238E27FC236}">
                    <a16:creationId xmlns:a16="http://schemas.microsoft.com/office/drawing/2014/main" id="{A1A3ED48-589F-4D20-AE9C-A016A61B5241}"/>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0" name="Freeform 48">
                <a:extLst>
                  <a:ext uri="{FF2B5EF4-FFF2-40B4-BE49-F238E27FC236}">
                    <a16:creationId xmlns:a16="http://schemas.microsoft.com/office/drawing/2014/main" id="{2DDF00DA-366F-4876-9FE6-E35434E26A09}"/>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1" name="Freeform 49">
                <a:extLst>
                  <a:ext uri="{FF2B5EF4-FFF2-40B4-BE49-F238E27FC236}">
                    <a16:creationId xmlns:a16="http://schemas.microsoft.com/office/drawing/2014/main" id="{EC2F643F-6AAE-435F-A33F-26E35C63ADA1}"/>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2" name="Freeform 50">
                <a:extLst>
                  <a:ext uri="{FF2B5EF4-FFF2-40B4-BE49-F238E27FC236}">
                    <a16:creationId xmlns:a16="http://schemas.microsoft.com/office/drawing/2014/main" id="{D808C080-5FD5-487B-8650-C28C893AEB0F}"/>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7" name="Freeform 52">
              <a:extLst>
                <a:ext uri="{FF2B5EF4-FFF2-40B4-BE49-F238E27FC236}">
                  <a16:creationId xmlns:a16="http://schemas.microsoft.com/office/drawing/2014/main" id="{E0F21DDD-CD5C-4894-AB91-E2797229919C}"/>
                </a:ext>
              </a:extLst>
            </p:cNvPr>
            <p:cNvSpPr>
              <a:spLocks noChangeArrowheads="1"/>
            </p:cNvSpPr>
            <p:nvPr/>
          </p:nvSpPr>
          <p:spPr bwMode="auto">
            <a:xfrm rot="18231819">
              <a:off x="7895711" y="3561567"/>
              <a:ext cx="1103521" cy="970481"/>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3"/>
            </a:solidFill>
            <a:ln>
              <a:noFill/>
            </a:ln>
            <a:effectLst/>
          </p:spPr>
          <p:txBody>
            <a:bodyPr wrap="none" anchor="ctr"/>
            <a:lstStyle/>
            <a:p>
              <a:endParaRPr lang="es-ES_tradnl" sz="1633"/>
            </a:p>
          </p:txBody>
        </p:sp>
        <p:grpSp>
          <p:nvGrpSpPr>
            <p:cNvPr id="18" name="Group 12">
              <a:extLst>
                <a:ext uri="{FF2B5EF4-FFF2-40B4-BE49-F238E27FC236}">
                  <a16:creationId xmlns:a16="http://schemas.microsoft.com/office/drawing/2014/main" id="{6D522A25-4294-44A7-A80D-75FFD00B6C97}"/>
                </a:ext>
              </a:extLst>
            </p:cNvPr>
            <p:cNvGrpSpPr>
              <a:grpSpLocks/>
            </p:cNvGrpSpPr>
            <p:nvPr/>
          </p:nvGrpSpPr>
          <p:grpSpPr bwMode="auto">
            <a:xfrm>
              <a:off x="7845552" y="579268"/>
              <a:ext cx="1280512" cy="991862"/>
              <a:chOff x="3065463" y="1036638"/>
              <a:chExt cx="1711325" cy="1325562"/>
            </a:xfrm>
            <a:solidFill>
              <a:schemeClr val="accent4"/>
            </a:solidFill>
          </p:grpSpPr>
          <p:sp>
            <p:nvSpPr>
              <p:cNvPr id="19" name="Freeform 3">
                <a:extLst>
                  <a:ext uri="{FF2B5EF4-FFF2-40B4-BE49-F238E27FC236}">
                    <a16:creationId xmlns:a16="http://schemas.microsoft.com/office/drawing/2014/main" id="{C260E46F-037E-41B1-AD17-7049ED465991}"/>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0" name="Freeform 51">
                <a:extLst>
                  <a:ext uri="{FF2B5EF4-FFF2-40B4-BE49-F238E27FC236}">
                    <a16:creationId xmlns:a16="http://schemas.microsoft.com/office/drawing/2014/main" id="{F87CF4D1-E6F2-41AD-B356-B6F6C55958AD}"/>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1" name="Freeform 53">
                <a:extLst>
                  <a:ext uri="{FF2B5EF4-FFF2-40B4-BE49-F238E27FC236}">
                    <a16:creationId xmlns:a16="http://schemas.microsoft.com/office/drawing/2014/main" id="{9A9763CF-C89B-4D3E-93FB-BB1F3A5B3E77}"/>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2" name="Freeform 54">
                <a:extLst>
                  <a:ext uri="{FF2B5EF4-FFF2-40B4-BE49-F238E27FC236}">
                    <a16:creationId xmlns:a16="http://schemas.microsoft.com/office/drawing/2014/main" id="{EA6271CB-C296-4BE7-A44D-3F47BDE67664}"/>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3" name="Freeform 55">
                <a:extLst>
                  <a:ext uri="{FF2B5EF4-FFF2-40B4-BE49-F238E27FC236}">
                    <a16:creationId xmlns:a16="http://schemas.microsoft.com/office/drawing/2014/main" id="{D0438DDA-17CD-4AB2-8771-C692F8DB7726}"/>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4" name="Freeform 56">
                <a:extLst>
                  <a:ext uri="{FF2B5EF4-FFF2-40B4-BE49-F238E27FC236}">
                    <a16:creationId xmlns:a16="http://schemas.microsoft.com/office/drawing/2014/main" id="{D4E26D8B-6053-433B-9BDB-A7692C729322}"/>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5" name="Freeform 57">
                <a:extLst>
                  <a:ext uri="{FF2B5EF4-FFF2-40B4-BE49-F238E27FC236}">
                    <a16:creationId xmlns:a16="http://schemas.microsoft.com/office/drawing/2014/main" id="{6EA1BF82-AD5E-4808-B614-B86560D64D3F}"/>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6" name="Freeform 58">
                <a:extLst>
                  <a:ext uri="{FF2B5EF4-FFF2-40B4-BE49-F238E27FC236}">
                    <a16:creationId xmlns:a16="http://schemas.microsoft.com/office/drawing/2014/main" id="{E2CFB48A-85BB-4A3D-8CF5-ADE311EB776A}"/>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pic>
        <p:nvPicPr>
          <p:cNvPr id="74" name="Picture 73" descr="A picture containing text, clipart&#10;&#10;Description automatically generated">
            <a:extLst>
              <a:ext uri="{FF2B5EF4-FFF2-40B4-BE49-F238E27FC236}">
                <a16:creationId xmlns:a16="http://schemas.microsoft.com/office/drawing/2014/main" id="{4E6E06EF-3578-49A6-B31C-2930E20AB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0590" y="318655"/>
            <a:ext cx="2495550" cy="762000"/>
          </a:xfrm>
          <a:prstGeom prst="rect">
            <a:avLst/>
          </a:prstGeom>
        </p:spPr>
      </p:pic>
    </p:spTree>
    <p:extLst>
      <p:ext uri="{BB962C8B-B14F-4D97-AF65-F5344CB8AC3E}">
        <p14:creationId xmlns:p14="http://schemas.microsoft.com/office/powerpoint/2010/main" val="1746487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4751532" cy="2852737"/>
          </a:xfrm>
        </p:spPr>
        <p:txBody>
          <a:bodyPr anchor="b">
            <a:normAutofit/>
          </a:bodyPr>
          <a:lstStyle>
            <a:lvl1pPr>
              <a:defRPr sz="4800">
                <a:solidFill>
                  <a:schemeClr val="tx2"/>
                </a:solidFill>
              </a:defRPr>
            </a:lvl1pPr>
          </a:lstStyle>
          <a:p>
            <a:r>
              <a:rPr lang="en-US"/>
              <a:t>Click to edit Master title style</a:t>
            </a:r>
          </a:p>
        </p:txBody>
      </p:sp>
      <p:sp>
        <p:nvSpPr>
          <p:cNvPr id="3" name="Text Placeholder 2"/>
          <p:cNvSpPr>
            <a:spLocks noGrp="1"/>
          </p:cNvSpPr>
          <p:nvPr>
            <p:ph type="body" idx="1"/>
          </p:nvPr>
        </p:nvSpPr>
        <p:spPr>
          <a:xfrm>
            <a:off x="831850" y="4589463"/>
            <a:ext cx="4751532"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1" name="Group 70">
            <a:extLst>
              <a:ext uri="{FF2B5EF4-FFF2-40B4-BE49-F238E27FC236}">
                <a16:creationId xmlns:a16="http://schemas.microsoft.com/office/drawing/2014/main" id="{58066B15-3DAB-470B-9608-2DFF2639E406}"/>
              </a:ext>
            </a:extLst>
          </p:cNvPr>
          <p:cNvGrpSpPr/>
          <p:nvPr/>
        </p:nvGrpSpPr>
        <p:grpSpPr>
          <a:xfrm>
            <a:off x="6935880" y="579268"/>
            <a:ext cx="4424270" cy="5699464"/>
            <a:chOff x="6935880" y="579268"/>
            <a:chExt cx="4424270" cy="5699464"/>
          </a:xfrm>
        </p:grpSpPr>
        <p:grpSp>
          <p:nvGrpSpPr>
            <p:cNvPr id="72" name="Group 71">
              <a:extLst>
                <a:ext uri="{FF2B5EF4-FFF2-40B4-BE49-F238E27FC236}">
                  <a16:creationId xmlns:a16="http://schemas.microsoft.com/office/drawing/2014/main" id="{AB85C45B-1C93-40A0-8209-29DE1B868B0E}"/>
                </a:ext>
              </a:extLst>
            </p:cNvPr>
            <p:cNvGrpSpPr>
              <a:grpSpLocks/>
            </p:cNvGrpSpPr>
            <p:nvPr/>
          </p:nvGrpSpPr>
          <p:grpSpPr bwMode="auto">
            <a:xfrm>
              <a:off x="8553460" y="4098108"/>
              <a:ext cx="1223495" cy="1114212"/>
              <a:chOff x="2135188" y="3590925"/>
              <a:chExt cx="1635125" cy="1489075"/>
            </a:xfrm>
            <a:solidFill>
              <a:schemeClr val="accent5"/>
            </a:solidFill>
          </p:grpSpPr>
          <p:sp>
            <p:nvSpPr>
              <p:cNvPr id="126" name="Freeform 4">
                <a:extLst>
                  <a:ext uri="{FF2B5EF4-FFF2-40B4-BE49-F238E27FC236}">
                    <a16:creationId xmlns:a16="http://schemas.microsoft.com/office/drawing/2014/main" id="{091706A3-C7D8-4260-8625-DC5F63F81B6F}"/>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7" name="Freeform 5">
                <a:extLst>
                  <a:ext uri="{FF2B5EF4-FFF2-40B4-BE49-F238E27FC236}">
                    <a16:creationId xmlns:a16="http://schemas.microsoft.com/office/drawing/2014/main" id="{27FE0480-F07B-49A4-BD43-CBBB178467CC}"/>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8" name="Freeform 6">
                <a:extLst>
                  <a:ext uri="{FF2B5EF4-FFF2-40B4-BE49-F238E27FC236}">
                    <a16:creationId xmlns:a16="http://schemas.microsoft.com/office/drawing/2014/main" id="{2B7A8400-7988-44E6-A8E3-07983B6AE039}"/>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9" name="Freeform 7">
                <a:extLst>
                  <a:ext uri="{FF2B5EF4-FFF2-40B4-BE49-F238E27FC236}">
                    <a16:creationId xmlns:a16="http://schemas.microsoft.com/office/drawing/2014/main" id="{78172183-1D70-48CE-9AA2-D59B7CF46D5D}"/>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0" name="Freeform 8">
                <a:extLst>
                  <a:ext uri="{FF2B5EF4-FFF2-40B4-BE49-F238E27FC236}">
                    <a16:creationId xmlns:a16="http://schemas.microsoft.com/office/drawing/2014/main" id="{90DAB10C-FCA2-49E5-B563-2BC6795A715A}"/>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1" name="Freeform 9">
                <a:extLst>
                  <a:ext uri="{FF2B5EF4-FFF2-40B4-BE49-F238E27FC236}">
                    <a16:creationId xmlns:a16="http://schemas.microsoft.com/office/drawing/2014/main" id="{0F430AED-85D6-49F9-9215-D8983D3DACEF}"/>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2" name="Freeform 10">
                <a:extLst>
                  <a:ext uri="{FF2B5EF4-FFF2-40B4-BE49-F238E27FC236}">
                    <a16:creationId xmlns:a16="http://schemas.microsoft.com/office/drawing/2014/main" id="{FE3ECEEE-B236-4CB9-9511-B7C57DCCB4AD}"/>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3" name="Freeform 11">
                <a:extLst>
                  <a:ext uri="{FF2B5EF4-FFF2-40B4-BE49-F238E27FC236}">
                    <a16:creationId xmlns:a16="http://schemas.microsoft.com/office/drawing/2014/main" id="{09C54AB0-CBE3-42FC-BA56-EC668E89238B}"/>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4" name="Freeform 12">
                <a:extLst>
                  <a:ext uri="{FF2B5EF4-FFF2-40B4-BE49-F238E27FC236}">
                    <a16:creationId xmlns:a16="http://schemas.microsoft.com/office/drawing/2014/main" id="{BAE415A5-E013-44E4-AA8F-D3825F5EA0B1}"/>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5" name="Freeform 13">
                <a:extLst>
                  <a:ext uri="{FF2B5EF4-FFF2-40B4-BE49-F238E27FC236}">
                    <a16:creationId xmlns:a16="http://schemas.microsoft.com/office/drawing/2014/main" id="{7DF27E96-21E8-4FA3-A999-4DF713D2242C}"/>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6" name="Freeform 14">
                <a:extLst>
                  <a:ext uri="{FF2B5EF4-FFF2-40B4-BE49-F238E27FC236}">
                    <a16:creationId xmlns:a16="http://schemas.microsoft.com/office/drawing/2014/main" id="{5B8A13AB-804B-4D68-BE43-BC05A13C9405}"/>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73" name="Group 4">
              <a:extLst>
                <a:ext uri="{FF2B5EF4-FFF2-40B4-BE49-F238E27FC236}">
                  <a16:creationId xmlns:a16="http://schemas.microsoft.com/office/drawing/2014/main" id="{DF9991CE-B9DF-48AB-94FC-05BAC325ED28}"/>
                </a:ext>
              </a:extLst>
            </p:cNvPr>
            <p:cNvGrpSpPr>
              <a:grpSpLocks/>
            </p:cNvGrpSpPr>
            <p:nvPr/>
          </p:nvGrpSpPr>
          <p:grpSpPr bwMode="auto">
            <a:xfrm>
              <a:off x="9503527" y="5254798"/>
              <a:ext cx="1856623" cy="1023934"/>
              <a:chOff x="5265738" y="5084763"/>
              <a:chExt cx="2481262" cy="1368425"/>
            </a:xfrm>
            <a:solidFill>
              <a:schemeClr val="accent4"/>
            </a:solidFill>
          </p:grpSpPr>
          <p:sp>
            <p:nvSpPr>
              <p:cNvPr id="113" name="Freeform 20">
                <a:extLst>
                  <a:ext uri="{FF2B5EF4-FFF2-40B4-BE49-F238E27FC236}">
                    <a16:creationId xmlns:a16="http://schemas.microsoft.com/office/drawing/2014/main" id="{127686D2-F80D-49D2-B243-345B107BA821}"/>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4" name="Freeform 25">
                <a:extLst>
                  <a:ext uri="{FF2B5EF4-FFF2-40B4-BE49-F238E27FC236}">
                    <a16:creationId xmlns:a16="http://schemas.microsoft.com/office/drawing/2014/main" id="{A9A16ABA-0135-46C1-97DF-A403359105AB}"/>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5" name="Freeform 26">
                <a:extLst>
                  <a:ext uri="{FF2B5EF4-FFF2-40B4-BE49-F238E27FC236}">
                    <a16:creationId xmlns:a16="http://schemas.microsoft.com/office/drawing/2014/main" id="{66872410-136E-4CB8-AAA0-7D481B07C8EE}"/>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6" name="Freeform 27">
                <a:extLst>
                  <a:ext uri="{FF2B5EF4-FFF2-40B4-BE49-F238E27FC236}">
                    <a16:creationId xmlns:a16="http://schemas.microsoft.com/office/drawing/2014/main" id="{242E9E55-ECE9-4D88-9321-5AAA12F1684C}"/>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7" name="Freeform 15">
                <a:extLst>
                  <a:ext uri="{FF2B5EF4-FFF2-40B4-BE49-F238E27FC236}">
                    <a16:creationId xmlns:a16="http://schemas.microsoft.com/office/drawing/2014/main" id="{B7C7AC36-4202-4DEB-8E7C-12D9B8930788}"/>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8" name="Freeform 16">
                <a:extLst>
                  <a:ext uri="{FF2B5EF4-FFF2-40B4-BE49-F238E27FC236}">
                    <a16:creationId xmlns:a16="http://schemas.microsoft.com/office/drawing/2014/main" id="{4877687F-3165-4326-BAAB-152EAA51E75D}"/>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9" name="Freeform 17">
                <a:extLst>
                  <a:ext uri="{FF2B5EF4-FFF2-40B4-BE49-F238E27FC236}">
                    <a16:creationId xmlns:a16="http://schemas.microsoft.com/office/drawing/2014/main" id="{385C098A-2780-477D-9D0B-0DEDE2BDEBCB}"/>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0" name="Freeform 18">
                <a:extLst>
                  <a:ext uri="{FF2B5EF4-FFF2-40B4-BE49-F238E27FC236}">
                    <a16:creationId xmlns:a16="http://schemas.microsoft.com/office/drawing/2014/main" id="{D83C7469-C91E-42BC-97EB-7B051E35C8F8}"/>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1" name="Freeform 19">
                <a:extLst>
                  <a:ext uri="{FF2B5EF4-FFF2-40B4-BE49-F238E27FC236}">
                    <a16:creationId xmlns:a16="http://schemas.microsoft.com/office/drawing/2014/main" id="{20F26206-9188-4B06-B2C6-AF51627740A0}"/>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2" name="Freeform 21">
                <a:extLst>
                  <a:ext uri="{FF2B5EF4-FFF2-40B4-BE49-F238E27FC236}">
                    <a16:creationId xmlns:a16="http://schemas.microsoft.com/office/drawing/2014/main" id="{D611CAA3-F679-419A-BD49-F77B7C05A9FB}"/>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3" name="Freeform 22">
                <a:extLst>
                  <a:ext uri="{FF2B5EF4-FFF2-40B4-BE49-F238E27FC236}">
                    <a16:creationId xmlns:a16="http://schemas.microsoft.com/office/drawing/2014/main" id="{43AB2282-97C9-4DD5-A0C6-7C431EEE0461}"/>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4" name="Freeform 24">
                <a:extLst>
                  <a:ext uri="{FF2B5EF4-FFF2-40B4-BE49-F238E27FC236}">
                    <a16:creationId xmlns:a16="http://schemas.microsoft.com/office/drawing/2014/main" id="{FA170430-479C-4376-B267-D5824BE5C31D}"/>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5" name="Freeform 28">
                <a:extLst>
                  <a:ext uri="{FF2B5EF4-FFF2-40B4-BE49-F238E27FC236}">
                    <a16:creationId xmlns:a16="http://schemas.microsoft.com/office/drawing/2014/main" id="{55F92743-13EE-492B-9BC4-60CB476FC241}"/>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74" name="Freeform 29">
              <a:extLst>
                <a:ext uri="{FF2B5EF4-FFF2-40B4-BE49-F238E27FC236}">
                  <a16:creationId xmlns:a16="http://schemas.microsoft.com/office/drawing/2014/main" id="{DC505A13-012F-4EF2-9FF9-B00D8E7062A0}"/>
                </a:ext>
              </a:extLst>
            </p:cNvPr>
            <p:cNvSpPr>
              <a:spLocks noChangeArrowheads="1"/>
            </p:cNvSpPr>
            <p:nvPr/>
          </p:nvSpPr>
          <p:spPr bwMode="auto">
            <a:xfrm>
              <a:off x="9737360" y="4350908"/>
              <a:ext cx="819622" cy="829126"/>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75" name="Freeform 30">
              <a:extLst>
                <a:ext uri="{FF2B5EF4-FFF2-40B4-BE49-F238E27FC236}">
                  <a16:creationId xmlns:a16="http://schemas.microsoft.com/office/drawing/2014/main" id="{0FE22588-D435-4E58-9464-849A9C1BE177}"/>
                </a:ext>
              </a:extLst>
            </p:cNvPr>
            <p:cNvSpPr>
              <a:spLocks noChangeArrowheads="1"/>
            </p:cNvSpPr>
            <p:nvPr/>
          </p:nvSpPr>
          <p:spPr bwMode="auto">
            <a:xfrm>
              <a:off x="8066865" y="4868743"/>
              <a:ext cx="1444436" cy="1409989"/>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76" name="Group 6">
              <a:extLst>
                <a:ext uri="{FF2B5EF4-FFF2-40B4-BE49-F238E27FC236}">
                  <a16:creationId xmlns:a16="http://schemas.microsoft.com/office/drawing/2014/main" id="{CDC7E08E-438C-41CE-B42B-FF799247781A}"/>
                </a:ext>
              </a:extLst>
            </p:cNvPr>
            <p:cNvGrpSpPr>
              <a:grpSpLocks/>
            </p:cNvGrpSpPr>
            <p:nvPr/>
          </p:nvGrpSpPr>
          <p:grpSpPr bwMode="auto">
            <a:xfrm rot="19964076">
              <a:off x="6935880" y="1901724"/>
              <a:ext cx="1374352" cy="1774661"/>
              <a:chOff x="3309938" y="4121150"/>
              <a:chExt cx="1836737" cy="2371725"/>
            </a:xfrm>
            <a:solidFill>
              <a:schemeClr val="accent6"/>
            </a:solidFill>
          </p:grpSpPr>
          <p:sp>
            <p:nvSpPr>
              <p:cNvPr id="109" name="Freeform 1">
                <a:extLst>
                  <a:ext uri="{FF2B5EF4-FFF2-40B4-BE49-F238E27FC236}">
                    <a16:creationId xmlns:a16="http://schemas.microsoft.com/office/drawing/2014/main" id="{9687662A-6701-49FB-8344-701261B43C92}"/>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0" name="Freeform 31">
                <a:extLst>
                  <a:ext uri="{FF2B5EF4-FFF2-40B4-BE49-F238E27FC236}">
                    <a16:creationId xmlns:a16="http://schemas.microsoft.com/office/drawing/2014/main" id="{396359F1-8301-458D-A771-233BDDF8A265}"/>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1" name="Freeform 32">
                <a:extLst>
                  <a:ext uri="{FF2B5EF4-FFF2-40B4-BE49-F238E27FC236}">
                    <a16:creationId xmlns:a16="http://schemas.microsoft.com/office/drawing/2014/main" id="{85B0D654-2E21-48AB-96BB-BBE314F1EF06}"/>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2" name="Freeform 33">
                <a:extLst>
                  <a:ext uri="{FF2B5EF4-FFF2-40B4-BE49-F238E27FC236}">
                    <a16:creationId xmlns:a16="http://schemas.microsoft.com/office/drawing/2014/main" id="{869E17B8-58A4-4208-9CB2-8E6D30CD0E49}"/>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77" name="Group 9">
              <a:extLst>
                <a:ext uri="{FF2B5EF4-FFF2-40B4-BE49-F238E27FC236}">
                  <a16:creationId xmlns:a16="http://schemas.microsoft.com/office/drawing/2014/main" id="{EA60441D-8E4E-4C86-8598-252A50F96FCD}"/>
                </a:ext>
              </a:extLst>
            </p:cNvPr>
            <p:cNvGrpSpPr>
              <a:grpSpLocks/>
            </p:cNvGrpSpPr>
            <p:nvPr/>
          </p:nvGrpSpPr>
          <p:grpSpPr bwMode="auto">
            <a:xfrm>
              <a:off x="9219952" y="2110419"/>
              <a:ext cx="1394547" cy="797054"/>
              <a:chOff x="5507038" y="1647825"/>
              <a:chExt cx="1863725" cy="1065213"/>
            </a:xfrm>
            <a:solidFill>
              <a:schemeClr val="accent2">
                <a:lumMod val="75000"/>
              </a:schemeClr>
            </a:solidFill>
          </p:grpSpPr>
          <p:sp>
            <p:nvSpPr>
              <p:cNvPr id="107" name="Freeform 34">
                <a:extLst>
                  <a:ext uri="{FF2B5EF4-FFF2-40B4-BE49-F238E27FC236}">
                    <a16:creationId xmlns:a16="http://schemas.microsoft.com/office/drawing/2014/main" id="{E614A700-E313-4A3B-BBD4-D175B53E1A30}"/>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8" name="Freeform 35">
                <a:extLst>
                  <a:ext uri="{FF2B5EF4-FFF2-40B4-BE49-F238E27FC236}">
                    <a16:creationId xmlns:a16="http://schemas.microsoft.com/office/drawing/2014/main" id="{FCEE9D4D-C730-4082-9D3A-03ACB745237D}"/>
                  </a:ext>
                </a:extLst>
              </p:cNvPr>
              <p:cNvSpPr>
                <a:spLocks noChangeArrowheads="1"/>
              </p:cNvSpPr>
              <p:nvPr/>
            </p:nvSpPr>
            <p:spPr bwMode="auto">
              <a:xfrm>
                <a:off x="5507038"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78" name="Group 5">
              <a:extLst>
                <a:ext uri="{FF2B5EF4-FFF2-40B4-BE49-F238E27FC236}">
                  <a16:creationId xmlns:a16="http://schemas.microsoft.com/office/drawing/2014/main" id="{5FF24DBA-191E-4B13-AF32-EE477869713B}"/>
                </a:ext>
              </a:extLst>
            </p:cNvPr>
            <p:cNvGrpSpPr>
              <a:grpSpLocks/>
            </p:cNvGrpSpPr>
            <p:nvPr/>
          </p:nvGrpSpPr>
          <p:grpSpPr bwMode="auto">
            <a:xfrm>
              <a:off x="9015521" y="2992306"/>
              <a:ext cx="1216368" cy="1118963"/>
              <a:chOff x="4892675" y="3322638"/>
              <a:chExt cx="1625600" cy="1495425"/>
            </a:xfrm>
            <a:solidFill>
              <a:schemeClr val="accent1"/>
            </a:solidFill>
          </p:grpSpPr>
          <p:sp>
            <p:nvSpPr>
              <p:cNvPr id="104" name="Freeform 2">
                <a:extLst>
                  <a:ext uri="{FF2B5EF4-FFF2-40B4-BE49-F238E27FC236}">
                    <a16:creationId xmlns:a16="http://schemas.microsoft.com/office/drawing/2014/main" id="{980028C4-887E-41A4-841F-782F9E8DFE4A}"/>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5" name="Freeform 36">
                <a:extLst>
                  <a:ext uri="{FF2B5EF4-FFF2-40B4-BE49-F238E27FC236}">
                    <a16:creationId xmlns:a16="http://schemas.microsoft.com/office/drawing/2014/main" id="{37D46088-23F1-4DC6-9FF4-09A3D6D9C91D}"/>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6" name="Freeform 37">
                <a:extLst>
                  <a:ext uri="{FF2B5EF4-FFF2-40B4-BE49-F238E27FC236}">
                    <a16:creationId xmlns:a16="http://schemas.microsoft.com/office/drawing/2014/main" id="{138F2C08-F68E-43C0-A469-023DDE302E27}"/>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79" name="Group 11">
              <a:extLst>
                <a:ext uri="{FF2B5EF4-FFF2-40B4-BE49-F238E27FC236}">
                  <a16:creationId xmlns:a16="http://schemas.microsoft.com/office/drawing/2014/main" id="{DF3A6CE8-25FD-4C72-8307-E8E15AACE5FD}"/>
                </a:ext>
              </a:extLst>
            </p:cNvPr>
            <p:cNvGrpSpPr>
              <a:grpSpLocks/>
            </p:cNvGrpSpPr>
            <p:nvPr/>
          </p:nvGrpSpPr>
          <p:grpSpPr bwMode="auto">
            <a:xfrm>
              <a:off x="8066865" y="1409779"/>
              <a:ext cx="1456315" cy="1368413"/>
              <a:chOff x="3332163" y="2060575"/>
              <a:chExt cx="1946275" cy="1828800"/>
            </a:xfrm>
            <a:solidFill>
              <a:schemeClr val="accent3"/>
            </a:solidFill>
          </p:grpSpPr>
          <p:sp>
            <p:nvSpPr>
              <p:cNvPr id="97" name="Freeform 43">
                <a:extLst>
                  <a:ext uri="{FF2B5EF4-FFF2-40B4-BE49-F238E27FC236}">
                    <a16:creationId xmlns:a16="http://schemas.microsoft.com/office/drawing/2014/main" id="{89EBDA0E-54DC-4D74-8C4C-7813DCD4D877}"/>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8" name="Freeform 38">
                <a:extLst>
                  <a:ext uri="{FF2B5EF4-FFF2-40B4-BE49-F238E27FC236}">
                    <a16:creationId xmlns:a16="http://schemas.microsoft.com/office/drawing/2014/main" id="{6AE641BC-911C-49DA-9256-52BEA4E3011C}"/>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9" name="Freeform 39">
                <a:extLst>
                  <a:ext uri="{FF2B5EF4-FFF2-40B4-BE49-F238E27FC236}">
                    <a16:creationId xmlns:a16="http://schemas.microsoft.com/office/drawing/2014/main" id="{FF557279-E10E-4EB5-B0AD-FD50822AFE9F}"/>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0" name="Freeform 40">
                <a:extLst>
                  <a:ext uri="{FF2B5EF4-FFF2-40B4-BE49-F238E27FC236}">
                    <a16:creationId xmlns:a16="http://schemas.microsoft.com/office/drawing/2014/main" id="{2D553B46-97A2-46E1-A4AD-C15E4BE48A18}"/>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1" name="Freeform 41">
                <a:extLst>
                  <a:ext uri="{FF2B5EF4-FFF2-40B4-BE49-F238E27FC236}">
                    <a16:creationId xmlns:a16="http://schemas.microsoft.com/office/drawing/2014/main" id="{45626466-DEBB-4C65-9276-CE363B427FCB}"/>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2" name="Freeform 42">
                <a:extLst>
                  <a:ext uri="{FF2B5EF4-FFF2-40B4-BE49-F238E27FC236}">
                    <a16:creationId xmlns:a16="http://schemas.microsoft.com/office/drawing/2014/main" id="{5B3F7298-E9BE-49A4-AC43-48403A42EF21}"/>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3" name="Freeform 44">
                <a:extLst>
                  <a:ext uri="{FF2B5EF4-FFF2-40B4-BE49-F238E27FC236}">
                    <a16:creationId xmlns:a16="http://schemas.microsoft.com/office/drawing/2014/main" id="{4CB0B42B-B30B-4CDC-98C6-D38DFAE4B6A4}"/>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80" name="Group 13">
              <a:extLst>
                <a:ext uri="{FF2B5EF4-FFF2-40B4-BE49-F238E27FC236}">
                  <a16:creationId xmlns:a16="http://schemas.microsoft.com/office/drawing/2014/main" id="{F153E12E-7ED8-40C2-BDCC-F4AA615333E5}"/>
                </a:ext>
              </a:extLst>
            </p:cNvPr>
            <p:cNvGrpSpPr>
              <a:grpSpLocks/>
            </p:cNvGrpSpPr>
            <p:nvPr/>
          </p:nvGrpSpPr>
          <p:grpSpPr bwMode="auto">
            <a:xfrm>
              <a:off x="9263532" y="1260636"/>
              <a:ext cx="1325651" cy="667577"/>
              <a:chOff x="5826125" y="2760663"/>
              <a:chExt cx="1771650" cy="892175"/>
            </a:xfrm>
            <a:solidFill>
              <a:schemeClr val="accent5"/>
            </a:solidFill>
          </p:grpSpPr>
          <p:sp>
            <p:nvSpPr>
              <p:cNvPr id="91" name="Freeform 45">
                <a:extLst>
                  <a:ext uri="{FF2B5EF4-FFF2-40B4-BE49-F238E27FC236}">
                    <a16:creationId xmlns:a16="http://schemas.microsoft.com/office/drawing/2014/main" id="{B31B69AC-4E8F-4F3A-9DDF-85D09EE2642E}"/>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2" name="Freeform 46">
                <a:extLst>
                  <a:ext uri="{FF2B5EF4-FFF2-40B4-BE49-F238E27FC236}">
                    <a16:creationId xmlns:a16="http://schemas.microsoft.com/office/drawing/2014/main" id="{3F234105-87AD-4576-B31E-481DD3E97DBB}"/>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3" name="Freeform 47">
                <a:extLst>
                  <a:ext uri="{FF2B5EF4-FFF2-40B4-BE49-F238E27FC236}">
                    <a16:creationId xmlns:a16="http://schemas.microsoft.com/office/drawing/2014/main" id="{8A692F45-F974-4379-954B-3DC3597A4895}"/>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4" name="Freeform 48">
                <a:extLst>
                  <a:ext uri="{FF2B5EF4-FFF2-40B4-BE49-F238E27FC236}">
                    <a16:creationId xmlns:a16="http://schemas.microsoft.com/office/drawing/2014/main" id="{C4C1030B-9973-4EEF-B7FB-081AA2EADA0A}"/>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5" name="Freeform 49">
                <a:extLst>
                  <a:ext uri="{FF2B5EF4-FFF2-40B4-BE49-F238E27FC236}">
                    <a16:creationId xmlns:a16="http://schemas.microsoft.com/office/drawing/2014/main" id="{91627A76-E550-4233-8937-028F31846250}"/>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6" name="Freeform 50">
                <a:extLst>
                  <a:ext uri="{FF2B5EF4-FFF2-40B4-BE49-F238E27FC236}">
                    <a16:creationId xmlns:a16="http://schemas.microsoft.com/office/drawing/2014/main" id="{32900A4C-531B-4208-AE74-63E75ECBF893}"/>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81" name="Freeform 52">
              <a:extLst>
                <a:ext uri="{FF2B5EF4-FFF2-40B4-BE49-F238E27FC236}">
                  <a16:creationId xmlns:a16="http://schemas.microsoft.com/office/drawing/2014/main" id="{96E56327-A4B7-4A92-958F-F1E1CAE70E65}"/>
                </a:ext>
              </a:extLst>
            </p:cNvPr>
            <p:cNvSpPr>
              <a:spLocks noChangeArrowheads="1"/>
            </p:cNvSpPr>
            <p:nvPr/>
          </p:nvSpPr>
          <p:spPr bwMode="auto">
            <a:xfrm rot="18231819">
              <a:off x="7895711" y="3561567"/>
              <a:ext cx="1103521" cy="970481"/>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3"/>
            </a:solidFill>
            <a:ln>
              <a:noFill/>
            </a:ln>
            <a:effectLst/>
          </p:spPr>
          <p:txBody>
            <a:bodyPr wrap="none" anchor="ctr"/>
            <a:lstStyle/>
            <a:p>
              <a:endParaRPr lang="es-ES_tradnl" sz="1633"/>
            </a:p>
          </p:txBody>
        </p:sp>
        <p:grpSp>
          <p:nvGrpSpPr>
            <p:cNvPr id="82" name="Group 12">
              <a:extLst>
                <a:ext uri="{FF2B5EF4-FFF2-40B4-BE49-F238E27FC236}">
                  <a16:creationId xmlns:a16="http://schemas.microsoft.com/office/drawing/2014/main" id="{5CFE41AD-FCC8-4E13-9294-71193EFA8C05}"/>
                </a:ext>
              </a:extLst>
            </p:cNvPr>
            <p:cNvGrpSpPr>
              <a:grpSpLocks/>
            </p:cNvGrpSpPr>
            <p:nvPr/>
          </p:nvGrpSpPr>
          <p:grpSpPr bwMode="auto">
            <a:xfrm>
              <a:off x="7845552" y="579268"/>
              <a:ext cx="1280512" cy="991862"/>
              <a:chOff x="3065463" y="1036638"/>
              <a:chExt cx="1711325" cy="1325562"/>
            </a:xfrm>
            <a:solidFill>
              <a:schemeClr val="accent4"/>
            </a:solidFill>
          </p:grpSpPr>
          <p:sp>
            <p:nvSpPr>
              <p:cNvPr id="83" name="Freeform 3">
                <a:extLst>
                  <a:ext uri="{FF2B5EF4-FFF2-40B4-BE49-F238E27FC236}">
                    <a16:creationId xmlns:a16="http://schemas.microsoft.com/office/drawing/2014/main" id="{750BD29D-ED26-445A-B13C-29E4DE47EC5C}"/>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4" name="Freeform 51">
                <a:extLst>
                  <a:ext uri="{FF2B5EF4-FFF2-40B4-BE49-F238E27FC236}">
                    <a16:creationId xmlns:a16="http://schemas.microsoft.com/office/drawing/2014/main" id="{3B6378A5-56F5-4DD4-85F0-439ABC2E446E}"/>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5" name="Freeform 53">
                <a:extLst>
                  <a:ext uri="{FF2B5EF4-FFF2-40B4-BE49-F238E27FC236}">
                    <a16:creationId xmlns:a16="http://schemas.microsoft.com/office/drawing/2014/main" id="{C65ED728-AAE4-4B3E-8263-7C77B8111F00}"/>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6" name="Freeform 54">
                <a:extLst>
                  <a:ext uri="{FF2B5EF4-FFF2-40B4-BE49-F238E27FC236}">
                    <a16:creationId xmlns:a16="http://schemas.microsoft.com/office/drawing/2014/main" id="{8B284603-9B76-4D8C-97D1-3100CA2D8337}"/>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7" name="Freeform 55">
                <a:extLst>
                  <a:ext uri="{FF2B5EF4-FFF2-40B4-BE49-F238E27FC236}">
                    <a16:creationId xmlns:a16="http://schemas.microsoft.com/office/drawing/2014/main" id="{62EAA79C-D702-43DA-81A0-D56968F516D7}"/>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8" name="Freeform 56">
                <a:extLst>
                  <a:ext uri="{FF2B5EF4-FFF2-40B4-BE49-F238E27FC236}">
                    <a16:creationId xmlns:a16="http://schemas.microsoft.com/office/drawing/2014/main" id="{4D98D48C-F5DD-42EB-A9F5-7497826EBAE4}"/>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9" name="Freeform 57">
                <a:extLst>
                  <a:ext uri="{FF2B5EF4-FFF2-40B4-BE49-F238E27FC236}">
                    <a16:creationId xmlns:a16="http://schemas.microsoft.com/office/drawing/2014/main" id="{06A09CD0-9A4B-4886-AE70-86F507C166B0}"/>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0" name="Freeform 58">
                <a:extLst>
                  <a:ext uri="{FF2B5EF4-FFF2-40B4-BE49-F238E27FC236}">
                    <a16:creationId xmlns:a16="http://schemas.microsoft.com/office/drawing/2014/main" id="{C839589F-8C11-4B35-90D7-A5D4B2AB7F5D}"/>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pic>
        <p:nvPicPr>
          <p:cNvPr id="138" name="Picture 137" descr="A picture containing text, clipart&#10;&#10;Description automatically generated">
            <a:extLst>
              <a:ext uri="{FF2B5EF4-FFF2-40B4-BE49-F238E27FC236}">
                <a16:creationId xmlns:a16="http://schemas.microsoft.com/office/drawing/2014/main" id="{37FB721B-7999-4BB2-A65D-A5EB5FA6E5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0590" y="318655"/>
            <a:ext cx="2495550" cy="762000"/>
          </a:xfrm>
          <a:prstGeom prst="rect">
            <a:avLst/>
          </a:prstGeom>
        </p:spPr>
      </p:pic>
    </p:spTree>
    <p:extLst>
      <p:ext uri="{BB962C8B-B14F-4D97-AF65-F5344CB8AC3E}">
        <p14:creationId xmlns:p14="http://schemas.microsoft.com/office/powerpoint/2010/main" val="1268802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Thanks_1">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6" name="Group 7">
            <a:extLst>
              <a:ext uri="{FF2B5EF4-FFF2-40B4-BE49-F238E27FC236}">
                <a16:creationId xmlns:a16="http://schemas.microsoft.com/office/drawing/2014/main" id="{4A9E56A3-D48D-446B-9A8D-3108C5F3A063}"/>
              </a:ext>
            </a:extLst>
          </p:cNvPr>
          <p:cNvGrpSpPr>
            <a:grpSpLocks/>
          </p:cNvGrpSpPr>
          <p:nvPr/>
        </p:nvGrpSpPr>
        <p:grpSpPr bwMode="auto">
          <a:xfrm>
            <a:off x="913264" y="3279368"/>
            <a:ext cx="1407504" cy="1281785"/>
            <a:chOff x="2135188" y="3590925"/>
            <a:chExt cx="1635125" cy="1489075"/>
          </a:xfrm>
          <a:solidFill>
            <a:schemeClr val="accent5"/>
          </a:solidFill>
        </p:grpSpPr>
        <p:sp>
          <p:nvSpPr>
            <p:cNvPr id="60" name="Freeform 4">
              <a:extLst>
                <a:ext uri="{FF2B5EF4-FFF2-40B4-BE49-F238E27FC236}">
                  <a16:creationId xmlns:a16="http://schemas.microsoft.com/office/drawing/2014/main" id="{075E5F47-FF35-4BBB-AB0F-E6A80F654BC8}"/>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1" name="Freeform 5">
              <a:extLst>
                <a:ext uri="{FF2B5EF4-FFF2-40B4-BE49-F238E27FC236}">
                  <a16:creationId xmlns:a16="http://schemas.microsoft.com/office/drawing/2014/main" id="{FE6A4A4E-E7BF-4ABA-B132-A42B73595782}"/>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2" name="Freeform 6">
              <a:extLst>
                <a:ext uri="{FF2B5EF4-FFF2-40B4-BE49-F238E27FC236}">
                  <a16:creationId xmlns:a16="http://schemas.microsoft.com/office/drawing/2014/main" id="{7919540C-206F-46AB-85BC-B87F7D25CF95}"/>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3" name="Freeform 7">
              <a:extLst>
                <a:ext uri="{FF2B5EF4-FFF2-40B4-BE49-F238E27FC236}">
                  <a16:creationId xmlns:a16="http://schemas.microsoft.com/office/drawing/2014/main" id="{B6E9E889-13A5-42B1-BB2D-86DE6C64A622}"/>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4" name="Freeform 8">
              <a:extLst>
                <a:ext uri="{FF2B5EF4-FFF2-40B4-BE49-F238E27FC236}">
                  <a16:creationId xmlns:a16="http://schemas.microsoft.com/office/drawing/2014/main" id="{1758BC21-E0EC-453B-B9D9-9BFD3C931633}"/>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5" name="Freeform 9">
              <a:extLst>
                <a:ext uri="{FF2B5EF4-FFF2-40B4-BE49-F238E27FC236}">
                  <a16:creationId xmlns:a16="http://schemas.microsoft.com/office/drawing/2014/main" id="{78919421-0ECD-4541-B2A1-8A9B8DED60FC}"/>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6" name="Freeform 10">
              <a:extLst>
                <a:ext uri="{FF2B5EF4-FFF2-40B4-BE49-F238E27FC236}">
                  <a16:creationId xmlns:a16="http://schemas.microsoft.com/office/drawing/2014/main" id="{15C6AA19-9D26-42A8-8D3F-B5E39E731FA7}"/>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7" name="Freeform 11">
              <a:extLst>
                <a:ext uri="{FF2B5EF4-FFF2-40B4-BE49-F238E27FC236}">
                  <a16:creationId xmlns:a16="http://schemas.microsoft.com/office/drawing/2014/main" id="{C49A4D7D-7A6E-4E78-88E2-37871BA6275D}"/>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8" name="Freeform 12">
              <a:extLst>
                <a:ext uri="{FF2B5EF4-FFF2-40B4-BE49-F238E27FC236}">
                  <a16:creationId xmlns:a16="http://schemas.microsoft.com/office/drawing/2014/main" id="{A4CC0090-7379-44D5-86F4-0431CDF1ADDE}"/>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9" name="Freeform 13">
              <a:extLst>
                <a:ext uri="{FF2B5EF4-FFF2-40B4-BE49-F238E27FC236}">
                  <a16:creationId xmlns:a16="http://schemas.microsoft.com/office/drawing/2014/main" id="{F35733C5-A25C-42FF-9148-70C3538E47C9}"/>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0" name="Freeform 14">
              <a:extLst>
                <a:ext uri="{FF2B5EF4-FFF2-40B4-BE49-F238E27FC236}">
                  <a16:creationId xmlns:a16="http://schemas.microsoft.com/office/drawing/2014/main" id="{09B5CC27-F65B-4C54-855F-A17E306F6AD4}"/>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7" name="Group 4">
            <a:extLst>
              <a:ext uri="{FF2B5EF4-FFF2-40B4-BE49-F238E27FC236}">
                <a16:creationId xmlns:a16="http://schemas.microsoft.com/office/drawing/2014/main" id="{8F1A9984-ACE1-4310-9DA3-6738453D9A17}"/>
              </a:ext>
            </a:extLst>
          </p:cNvPr>
          <p:cNvGrpSpPr>
            <a:grpSpLocks/>
          </p:cNvGrpSpPr>
          <p:nvPr/>
        </p:nvGrpSpPr>
        <p:grpSpPr bwMode="auto">
          <a:xfrm>
            <a:off x="3608018" y="4565252"/>
            <a:ext cx="2135852" cy="1177930"/>
            <a:chOff x="5265738" y="5084763"/>
            <a:chExt cx="2481262" cy="1368425"/>
          </a:xfrm>
          <a:solidFill>
            <a:schemeClr val="accent3"/>
          </a:solidFill>
        </p:grpSpPr>
        <p:sp>
          <p:nvSpPr>
            <p:cNvPr id="47" name="Freeform 20">
              <a:extLst>
                <a:ext uri="{FF2B5EF4-FFF2-40B4-BE49-F238E27FC236}">
                  <a16:creationId xmlns:a16="http://schemas.microsoft.com/office/drawing/2014/main" id="{C3C90CFE-05AC-4748-953F-4737A68700F3}"/>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 name="Freeform 25">
              <a:extLst>
                <a:ext uri="{FF2B5EF4-FFF2-40B4-BE49-F238E27FC236}">
                  <a16:creationId xmlns:a16="http://schemas.microsoft.com/office/drawing/2014/main" id="{8280C386-5124-415B-B61A-2414228456C9}"/>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 name="Freeform 26">
              <a:extLst>
                <a:ext uri="{FF2B5EF4-FFF2-40B4-BE49-F238E27FC236}">
                  <a16:creationId xmlns:a16="http://schemas.microsoft.com/office/drawing/2014/main" id="{88C710D2-8BD6-4E75-AF20-D0D88C62E60B}"/>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0" name="Freeform 27">
              <a:extLst>
                <a:ext uri="{FF2B5EF4-FFF2-40B4-BE49-F238E27FC236}">
                  <a16:creationId xmlns:a16="http://schemas.microsoft.com/office/drawing/2014/main" id="{2D925BA9-7CA1-41FE-BF34-79898A72CDBA}"/>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 name="Freeform 15">
              <a:extLst>
                <a:ext uri="{FF2B5EF4-FFF2-40B4-BE49-F238E27FC236}">
                  <a16:creationId xmlns:a16="http://schemas.microsoft.com/office/drawing/2014/main" id="{4F1A34F1-F952-485F-9EF2-6E443A637F57}"/>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2" name="Freeform 16">
              <a:extLst>
                <a:ext uri="{FF2B5EF4-FFF2-40B4-BE49-F238E27FC236}">
                  <a16:creationId xmlns:a16="http://schemas.microsoft.com/office/drawing/2014/main" id="{8DE0EFC3-CA7B-47B2-B9E9-54B56DDB63B5}"/>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3" name="Freeform 17">
              <a:extLst>
                <a:ext uri="{FF2B5EF4-FFF2-40B4-BE49-F238E27FC236}">
                  <a16:creationId xmlns:a16="http://schemas.microsoft.com/office/drawing/2014/main" id="{B82BCAAA-19A2-485B-B48F-5A461204432C}"/>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4" name="Freeform 18">
              <a:extLst>
                <a:ext uri="{FF2B5EF4-FFF2-40B4-BE49-F238E27FC236}">
                  <a16:creationId xmlns:a16="http://schemas.microsoft.com/office/drawing/2014/main" id="{A01413A4-B20A-43F3-944B-A06C366996B5}"/>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5" name="Freeform 19">
              <a:extLst>
                <a:ext uri="{FF2B5EF4-FFF2-40B4-BE49-F238E27FC236}">
                  <a16:creationId xmlns:a16="http://schemas.microsoft.com/office/drawing/2014/main" id="{C9D73C35-FD1F-4A09-B87E-D0DDEAEA4D71}"/>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6" name="Freeform 21">
              <a:extLst>
                <a:ext uri="{FF2B5EF4-FFF2-40B4-BE49-F238E27FC236}">
                  <a16:creationId xmlns:a16="http://schemas.microsoft.com/office/drawing/2014/main" id="{731334FE-F063-4EAF-B335-14D323CB29E3}"/>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7" name="Freeform 22">
              <a:extLst>
                <a:ext uri="{FF2B5EF4-FFF2-40B4-BE49-F238E27FC236}">
                  <a16:creationId xmlns:a16="http://schemas.microsoft.com/office/drawing/2014/main" id="{09FAEC27-44EC-4C2C-9C6F-256EEE4247AC}"/>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8" name="Freeform 24">
              <a:extLst>
                <a:ext uri="{FF2B5EF4-FFF2-40B4-BE49-F238E27FC236}">
                  <a16:creationId xmlns:a16="http://schemas.microsoft.com/office/drawing/2014/main" id="{ECAF6765-B69D-4443-9C67-A51FD654056E}"/>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9" name="Freeform 28">
              <a:extLst>
                <a:ext uri="{FF2B5EF4-FFF2-40B4-BE49-F238E27FC236}">
                  <a16:creationId xmlns:a16="http://schemas.microsoft.com/office/drawing/2014/main" id="{F006436D-48F5-4BF6-8D5B-F1BD9429CCE7}"/>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8" name="Freeform 29">
            <a:extLst>
              <a:ext uri="{FF2B5EF4-FFF2-40B4-BE49-F238E27FC236}">
                <a16:creationId xmlns:a16="http://schemas.microsoft.com/office/drawing/2014/main" id="{38301795-3762-4FB0-BD2F-8D63E680A0D5}"/>
              </a:ext>
            </a:extLst>
          </p:cNvPr>
          <p:cNvSpPr>
            <a:spLocks noChangeArrowheads="1"/>
          </p:cNvSpPr>
          <p:nvPr/>
        </p:nvSpPr>
        <p:spPr bwMode="auto">
          <a:xfrm>
            <a:off x="894133" y="2235354"/>
            <a:ext cx="942890" cy="953824"/>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9" name="Freeform 30">
            <a:extLst>
              <a:ext uri="{FF2B5EF4-FFF2-40B4-BE49-F238E27FC236}">
                <a16:creationId xmlns:a16="http://schemas.microsoft.com/office/drawing/2014/main" id="{5C3757D2-A144-426A-A070-7B54138BD971}"/>
              </a:ext>
            </a:extLst>
          </p:cNvPr>
          <p:cNvSpPr>
            <a:spLocks noChangeArrowheads="1"/>
          </p:cNvSpPr>
          <p:nvPr/>
        </p:nvSpPr>
        <p:spPr bwMode="auto">
          <a:xfrm>
            <a:off x="368026" y="4140268"/>
            <a:ext cx="1661675" cy="1622047"/>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10" name="Group 6">
            <a:extLst>
              <a:ext uri="{FF2B5EF4-FFF2-40B4-BE49-F238E27FC236}">
                <a16:creationId xmlns:a16="http://schemas.microsoft.com/office/drawing/2014/main" id="{4FB293BB-7C73-4DF3-91C1-A5186C7EF101}"/>
              </a:ext>
            </a:extLst>
          </p:cNvPr>
          <p:cNvGrpSpPr>
            <a:grpSpLocks/>
          </p:cNvGrpSpPr>
          <p:nvPr/>
        </p:nvGrpSpPr>
        <p:grpSpPr bwMode="auto">
          <a:xfrm>
            <a:off x="1924481" y="3735781"/>
            <a:ext cx="1581049" cy="2041564"/>
            <a:chOff x="3309938" y="4121150"/>
            <a:chExt cx="1836737" cy="2371725"/>
          </a:xfrm>
          <a:solidFill>
            <a:schemeClr val="accent4"/>
          </a:solidFill>
        </p:grpSpPr>
        <p:sp>
          <p:nvSpPr>
            <p:cNvPr id="43" name="Freeform 1">
              <a:extLst>
                <a:ext uri="{FF2B5EF4-FFF2-40B4-BE49-F238E27FC236}">
                  <a16:creationId xmlns:a16="http://schemas.microsoft.com/office/drawing/2014/main" id="{55B3F07A-A8F2-4D43-96C3-5AA8610A7387}"/>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4" name="Freeform 31">
              <a:extLst>
                <a:ext uri="{FF2B5EF4-FFF2-40B4-BE49-F238E27FC236}">
                  <a16:creationId xmlns:a16="http://schemas.microsoft.com/office/drawing/2014/main" id="{CC7E46D0-D1FD-47DB-B840-316295CB91E6}"/>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5" name="Freeform 32">
              <a:extLst>
                <a:ext uri="{FF2B5EF4-FFF2-40B4-BE49-F238E27FC236}">
                  <a16:creationId xmlns:a16="http://schemas.microsoft.com/office/drawing/2014/main" id="{6F698EA3-CACD-42CA-8E82-8A0B37D3DEDA}"/>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 name="Freeform 33">
              <a:extLst>
                <a:ext uri="{FF2B5EF4-FFF2-40B4-BE49-F238E27FC236}">
                  <a16:creationId xmlns:a16="http://schemas.microsoft.com/office/drawing/2014/main" id="{7FEEB047-CEA4-4AF0-8DA7-2914F2984E9F}"/>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1" name="Group 9">
            <a:extLst>
              <a:ext uri="{FF2B5EF4-FFF2-40B4-BE49-F238E27FC236}">
                <a16:creationId xmlns:a16="http://schemas.microsoft.com/office/drawing/2014/main" id="{1E50EE44-2B92-4169-9410-62322A03653E}"/>
              </a:ext>
            </a:extLst>
          </p:cNvPr>
          <p:cNvGrpSpPr>
            <a:grpSpLocks/>
          </p:cNvGrpSpPr>
          <p:nvPr/>
        </p:nvGrpSpPr>
        <p:grpSpPr bwMode="auto">
          <a:xfrm>
            <a:off x="3815729" y="1606760"/>
            <a:ext cx="1604282" cy="916928"/>
            <a:chOff x="5507038" y="1647825"/>
            <a:chExt cx="1863725" cy="1065213"/>
          </a:xfrm>
          <a:solidFill>
            <a:schemeClr val="bg2"/>
          </a:solidFill>
        </p:grpSpPr>
        <p:sp>
          <p:nvSpPr>
            <p:cNvPr id="41" name="Freeform 34">
              <a:extLst>
                <a:ext uri="{FF2B5EF4-FFF2-40B4-BE49-F238E27FC236}">
                  <a16:creationId xmlns:a16="http://schemas.microsoft.com/office/drawing/2014/main" id="{68800E9B-0664-4E33-BB5E-8CEAEA9944ED}"/>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2" name="Freeform 35">
              <a:extLst>
                <a:ext uri="{FF2B5EF4-FFF2-40B4-BE49-F238E27FC236}">
                  <a16:creationId xmlns:a16="http://schemas.microsoft.com/office/drawing/2014/main" id="{2302A09B-4FC2-4172-9A42-7CE436E51CAF}"/>
                </a:ext>
              </a:extLst>
            </p:cNvPr>
            <p:cNvSpPr>
              <a:spLocks noChangeArrowheads="1"/>
            </p:cNvSpPr>
            <p:nvPr/>
          </p:nvSpPr>
          <p:spPr bwMode="auto">
            <a:xfrm>
              <a:off x="5507038"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2" name="Group 5">
            <a:extLst>
              <a:ext uri="{FF2B5EF4-FFF2-40B4-BE49-F238E27FC236}">
                <a16:creationId xmlns:a16="http://schemas.microsoft.com/office/drawing/2014/main" id="{DAA8175D-DAD4-40F5-B97A-118C7D9A8900}"/>
              </a:ext>
            </a:extLst>
          </p:cNvPr>
          <p:cNvGrpSpPr>
            <a:grpSpLocks/>
          </p:cNvGrpSpPr>
          <p:nvPr/>
        </p:nvGrpSpPr>
        <p:grpSpPr bwMode="auto">
          <a:xfrm>
            <a:off x="3286889" y="3048428"/>
            <a:ext cx="1399305" cy="1287251"/>
            <a:chOff x="4892675" y="3322638"/>
            <a:chExt cx="1625600" cy="1495425"/>
          </a:xfrm>
          <a:solidFill>
            <a:schemeClr val="accent1"/>
          </a:solidFill>
        </p:grpSpPr>
        <p:sp>
          <p:nvSpPr>
            <p:cNvPr id="38" name="Freeform 2">
              <a:extLst>
                <a:ext uri="{FF2B5EF4-FFF2-40B4-BE49-F238E27FC236}">
                  <a16:creationId xmlns:a16="http://schemas.microsoft.com/office/drawing/2014/main" id="{FD082B37-09FC-4B3B-9846-42CBBE204637}"/>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9" name="Freeform 36">
              <a:extLst>
                <a:ext uri="{FF2B5EF4-FFF2-40B4-BE49-F238E27FC236}">
                  <a16:creationId xmlns:a16="http://schemas.microsoft.com/office/drawing/2014/main" id="{78A9CE46-73F6-4848-970E-1BDB57D747B0}"/>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0" name="Freeform 37">
              <a:extLst>
                <a:ext uri="{FF2B5EF4-FFF2-40B4-BE49-F238E27FC236}">
                  <a16:creationId xmlns:a16="http://schemas.microsoft.com/office/drawing/2014/main" id="{338C2925-4C3C-4B43-813E-81F61FABD1F0}"/>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3" name="Group 11">
            <a:extLst>
              <a:ext uri="{FF2B5EF4-FFF2-40B4-BE49-F238E27FC236}">
                <a16:creationId xmlns:a16="http://schemas.microsoft.com/office/drawing/2014/main" id="{F14C475A-CB4A-4004-8B05-820EFE42E95C}"/>
              </a:ext>
            </a:extLst>
          </p:cNvPr>
          <p:cNvGrpSpPr>
            <a:grpSpLocks/>
          </p:cNvGrpSpPr>
          <p:nvPr/>
        </p:nvGrpSpPr>
        <p:grpSpPr bwMode="auto">
          <a:xfrm>
            <a:off x="1943612" y="1962053"/>
            <a:ext cx="1675340" cy="1574218"/>
            <a:chOff x="3332163" y="2060575"/>
            <a:chExt cx="1946275" cy="1828800"/>
          </a:xfrm>
          <a:solidFill>
            <a:schemeClr val="accent3"/>
          </a:solidFill>
        </p:grpSpPr>
        <p:sp>
          <p:nvSpPr>
            <p:cNvPr id="31" name="Freeform 43">
              <a:extLst>
                <a:ext uri="{FF2B5EF4-FFF2-40B4-BE49-F238E27FC236}">
                  <a16:creationId xmlns:a16="http://schemas.microsoft.com/office/drawing/2014/main" id="{52749071-EAB6-4395-86A2-402C601F9BF9}"/>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2" name="Freeform 38">
              <a:extLst>
                <a:ext uri="{FF2B5EF4-FFF2-40B4-BE49-F238E27FC236}">
                  <a16:creationId xmlns:a16="http://schemas.microsoft.com/office/drawing/2014/main" id="{CFEF9489-2ACD-441A-AF67-E53E8F99E116}"/>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3" name="Freeform 39">
              <a:extLst>
                <a:ext uri="{FF2B5EF4-FFF2-40B4-BE49-F238E27FC236}">
                  <a16:creationId xmlns:a16="http://schemas.microsoft.com/office/drawing/2014/main" id="{1A990CF9-71EE-409D-A9D7-634211367BA1}"/>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4" name="Freeform 40">
              <a:extLst>
                <a:ext uri="{FF2B5EF4-FFF2-40B4-BE49-F238E27FC236}">
                  <a16:creationId xmlns:a16="http://schemas.microsoft.com/office/drawing/2014/main" id="{276AEB6B-9659-4F05-9697-EB54602CE5C1}"/>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5" name="Freeform 41">
              <a:extLst>
                <a:ext uri="{FF2B5EF4-FFF2-40B4-BE49-F238E27FC236}">
                  <a16:creationId xmlns:a16="http://schemas.microsoft.com/office/drawing/2014/main" id="{350B5598-FA80-4672-AEBF-8803FBB5860C}"/>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6" name="Freeform 42">
              <a:extLst>
                <a:ext uri="{FF2B5EF4-FFF2-40B4-BE49-F238E27FC236}">
                  <a16:creationId xmlns:a16="http://schemas.microsoft.com/office/drawing/2014/main" id="{EFE77945-C55D-480F-821B-223068FBC180}"/>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7" name="Freeform 44">
              <a:extLst>
                <a:ext uri="{FF2B5EF4-FFF2-40B4-BE49-F238E27FC236}">
                  <a16:creationId xmlns:a16="http://schemas.microsoft.com/office/drawing/2014/main" id="{85CC3A35-27D4-403A-8C0B-BB0F777E54EB}"/>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4" name="Group 13">
            <a:extLst>
              <a:ext uri="{FF2B5EF4-FFF2-40B4-BE49-F238E27FC236}">
                <a16:creationId xmlns:a16="http://schemas.microsoft.com/office/drawing/2014/main" id="{7BFEC486-C75D-4717-9D1E-DBECD3BA55B0}"/>
              </a:ext>
            </a:extLst>
          </p:cNvPr>
          <p:cNvGrpSpPr>
            <a:grpSpLocks/>
          </p:cNvGrpSpPr>
          <p:nvPr/>
        </p:nvGrpSpPr>
        <p:grpSpPr bwMode="auto">
          <a:xfrm>
            <a:off x="4090396" y="2564683"/>
            <a:ext cx="1525024" cy="767977"/>
            <a:chOff x="5826125" y="2760663"/>
            <a:chExt cx="1771650" cy="892175"/>
          </a:xfrm>
          <a:solidFill>
            <a:schemeClr val="accent5"/>
          </a:solidFill>
        </p:grpSpPr>
        <p:sp>
          <p:nvSpPr>
            <p:cNvPr id="25" name="Freeform 45">
              <a:extLst>
                <a:ext uri="{FF2B5EF4-FFF2-40B4-BE49-F238E27FC236}">
                  <a16:creationId xmlns:a16="http://schemas.microsoft.com/office/drawing/2014/main" id="{FA80F5B8-6F64-49F3-8455-A75548EF72B1}"/>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6" name="Freeform 46">
              <a:extLst>
                <a:ext uri="{FF2B5EF4-FFF2-40B4-BE49-F238E27FC236}">
                  <a16:creationId xmlns:a16="http://schemas.microsoft.com/office/drawing/2014/main" id="{7340E837-CDCE-49BB-AEAB-73C55CCAE71B}"/>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7" name="Freeform 47">
              <a:extLst>
                <a:ext uri="{FF2B5EF4-FFF2-40B4-BE49-F238E27FC236}">
                  <a16:creationId xmlns:a16="http://schemas.microsoft.com/office/drawing/2014/main" id="{ECFDC40A-B712-4314-998A-824F81101503}"/>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8" name="Freeform 48">
              <a:extLst>
                <a:ext uri="{FF2B5EF4-FFF2-40B4-BE49-F238E27FC236}">
                  <a16:creationId xmlns:a16="http://schemas.microsoft.com/office/drawing/2014/main" id="{7EA95585-8275-4A52-9A5C-AA4FEDAC3C23}"/>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9" name="Freeform 49">
              <a:extLst>
                <a:ext uri="{FF2B5EF4-FFF2-40B4-BE49-F238E27FC236}">
                  <a16:creationId xmlns:a16="http://schemas.microsoft.com/office/drawing/2014/main" id="{7F4E057F-148F-454B-B50F-A042B10907C6}"/>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0" name="Freeform 50">
              <a:extLst>
                <a:ext uri="{FF2B5EF4-FFF2-40B4-BE49-F238E27FC236}">
                  <a16:creationId xmlns:a16="http://schemas.microsoft.com/office/drawing/2014/main" id="{26797D37-9A55-4F5F-A9AD-7CDCABFFBAF0}"/>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5" name="Freeform 52">
            <a:extLst>
              <a:ext uri="{FF2B5EF4-FFF2-40B4-BE49-F238E27FC236}">
                <a16:creationId xmlns:a16="http://schemas.microsoft.com/office/drawing/2014/main" id="{518D8F9D-9F9F-4F7B-98ED-31587800CDC3}"/>
              </a:ext>
            </a:extLst>
          </p:cNvPr>
          <p:cNvSpPr>
            <a:spLocks noChangeArrowheads="1"/>
          </p:cNvSpPr>
          <p:nvPr/>
        </p:nvSpPr>
        <p:spPr bwMode="auto">
          <a:xfrm>
            <a:off x="4721723" y="3549936"/>
            <a:ext cx="1269487" cy="1116438"/>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6"/>
          </a:solidFill>
          <a:ln>
            <a:noFill/>
          </a:ln>
          <a:effectLst/>
        </p:spPr>
        <p:txBody>
          <a:bodyPr wrap="none" anchor="ctr"/>
          <a:lstStyle/>
          <a:p>
            <a:endParaRPr lang="es-ES_tradnl" sz="1633"/>
          </a:p>
        </p:txBody>
      </p:sp>
      <p:grpSp>
        <p:nvGrpSpPr>
          <p:cNvPr id="16" name="Group 12">
            <a:extLst>
              <a:ext uri="{FF2B5EF4-FFF2-40B4-BE49-F238E27FC236}">
                <a16:creationId xmlns:a16="http://schemas.microsoft.com/office/drawing/2014/main" id="{77B48525-2195-489B-A7AF-F5EE1EAECB14}"/>
              </a:ext>
            </a:extLst>
          </p:cNvPr>
          <p:cNvGrpSpPr>
            <a:grpSpLocks/>
          </p:cNvGrpSpPr>
          <p:nvPr/>
        </p:nvGrpSpPr>
        <p:grpSpPr bwMode="auto">
          <a:xfrm>
            <a:off x="1714038" y="1080655"/>
            <a:ext cx="1473097" cy="1141035"/>
            <a:chOff x="3065463" y="1036638"/>
            <a:chExt cx="1711325" cy="1325562"/>
          </a:xfrm>
          <a:solidFill>
            <a:schemeClr val="accent4"/>
          </a:solidFill>
        </p:grpSpPr>
        <p:sp>
          <p:nvSpPr>
            <p:cNvPr id="17" name="Freeform 3">
              <a:extLst>
                <a:ext uri="{FF2B5EF4-FFF2-40B4-BE49-F238E27FC236}">
                  <a16:creationId xmlns:a16="http://schemas.microsoft.com/office/drawing/2014/main" id="{147A012E-0F9D-4135-A9FA-E8C804573316}"/>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8" name="Freeform 51">
              <a:extLst>
                <a:ext uri="{FF2B5EF4-FFF2-40B4-BE49-F238E27FC236}">
                  <a16:creationId xmlns:a16="http://schemas.microsoft.com/office/drawing/2014/main" id="{1655ED82-21F2-4233-A8B9-77B2BB9F8A51}"/>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9" name="Freeform 53">
              <a:extLst>
                <a:ext uri="{FF2B5EF4-FFF2-40B4-BE49-F238E27FC236}">
                  <a16:creationId xmlns:a16="http://schemas.microsoft.com/office/drawing/2014/main" id="{66E8539F-2BA5-487E-9162-467F6047A90A}"/>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0" name="Freeform 54">
              <a:extLst>
                <a:ext uri="{FF2B5EF4-FFF2-40B4-BE49-F238E27FC236}">
                  <a16:creationId xmlns:a16="http://schemas.microsoft.com/office/drawing/2014/main" id="{BCD14AFD-1D30-437B-ABB8-7F441BAE0E2F}"/>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1" name="Freeform 55">
              <a:extLst>
                <a:ext uri="{FF2B5EF4-FFF2-40B4-BE49-F238E27FC236}">
                  <a16:creationId xmlns:a16="http://schemas.microsoft.com/office/drawing/2014/main" id="{F0D549E7-5168-484E-BC25-83058D6B8B18}"/>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2" name="Freeform 56">
              <a:extLst>
                <a:ext uri="{FF2B5EF4-FFF2-40B4-BE49-F238E27FC236}">
                  <a16:creationId xmlns:a16="http://schemas.microsoft.com/office/drawing/2014/main" id="{6A2E83E3-D6F6-4022-A82B-A4DA3A2354DE}"/>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3" name="Freeform 57">
              <a:extLst>
                <a:ext uri="{FF2B5EF4-FFF2-40B4-BE49-F238E27FC236}">
                  <a16:creationId xmlns:a16="http://schemas.microsoft.com/office/drawing/2014/main" id="{A2DD5299-F306-44BB-85DE-A5EED6901B34}"/>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4" name="Freeform 58">
              <a:extLst>
                <a:ext uri="{FF2B5EF4-FFF2-40B4-BE49-F238E27FC236}">
                  <a16:creationId xmlns:a16="http://schemas.microsoft.com/office/drawing/2014/main" id="{CC839FA9-FBC1-46DC-806F-EF3EF8B50DEF}"/>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38" name="TextBox 137">
            <a:extLst>
              <a:ext uri="{FF2B5EF4-FFF2-40B4-BE49-F238E27FC236}">
                <a16:creationId xmlns:a16="http://schemas.microsoft.com/office/drawing/2014/main" id="{FE3EC3FC-6318-47D4-8191-0AF12AA103F0}"/>
              </a:ext>
            </a:extLst>
          </p:cNvPr>
          <p:cNvSpPr txBox="1"/>
          <p:nvPr/>
        </p:nvSpPr>
        <p:spPr>
          <a:xfrm>
            <a:off x="6837245" y="2828836"/>
            <a:ext cx="4525689" cy="1200329"/>
          </a:xfrm>
          <a:prstGeom prst="rect">
            <a:avLst/>
          </a:prstGeom>
          <a:noFill/>
        </p:spPr>
        <p:txBody>
          <a:bodyPr wrap="square" rtlCol="0">
            <a:spAutoFit/>
          </a:bodyPr>
          <a:lstStyle/>
          <a:p>
            <a:pPr algn="ctr"/>
            <a:r>
              <a:rPr lang="en-US" sz="7200" b="1">
                <a:solidFill>
                  <a:schemeClr val="tx2"/>
                </a:solidFill>
                <a:latin typeface="+mj-lt"/>
                <a:ea typeface="Nunito Bold" charset="0"/>
                <a:cs typeface="Nunito Bold" charset="0"/>
              </a:rPr>
              <a:t>Thanks!</a:t>
            </a:r>
          </a:p>
        </p:txBody>
      </p:sp>
      <p:pic>
        <p:nvPicPr>
          <p:cNvPr id="3" name="Picture 2" descr="A picture containing text, clipart&#10;&#10;Description automatically generated">
            <a:extLst>
              <a:ext uri="{FF2B5EF4-FFF2-40B4-BE49-F238E27FC236}">
                <a16:creationId xmlns:a16="http://schemas.microsoft.com/office/drawing/2014/main" id="{C76DF278-AE8E-4148-BE3F-0D976F1AF4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0590" y="318655"/>
            <a:ext cx="2495550" cy="762000"/>
          </a:xfrm>
          <a:prstGeom prst="rect">
            <a:avLst/>
          </a:prstGeom>
        </p:spPr>
      </p:pic>
    </p:spTree>
    <p:extLst>
      <p:ext uri="{BB962C8B-B14F-4D97-AF65-F5344CB8AC3E}">
        <p14:creationId xmlns:p14="http://schemas.microsoft.com/office/powerpoint/2010/main" val="26128934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hanks_2">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138" name="TextBox 137">
            <a:extLst>
              <a:ext uri="{FF2B5EF4-FFF2-40B4-BE49-F238E27FC236}">
                <a16:creationId xmlns:a16="http://schemas.microsoft.com/office/drawing/2014/main" id="{FE3EC3FC-6318-47D4-8191-0AF12AA103F0}"/>
              </a:ext>
            </a:extLst>
          </p:cNvPr>
          <p:cNvSpPr txBox="1"/>
          <p:nvPr/>
        </p:nvSpPr>
        <p:spPr>
          <a:xfrm>
            <a:off x="6837245" y="2828836"/>
            <a:ext cx="4525689" cy="1200329"/>
          </a:xfrm>
          <a:prstGeom prst="rect">
            <a:avLst/>
          </a:prstGeom>
          <a:noFill/>
        </p:spPr>
        <p:txBody>
          <a:bodyPr wrap="square" rtlCol="0">
            <a:spAutoFit/>
          </a:bodyPr>
          <a:lstStyle/>
          <a:p>
            <a:pPr algn="ctr"/>
            <a:r>
              <a:rPr lang="en-US" sz="7200" b="1">
                <a:solidFill>
                  <a:schemeClr val="tx2"/>
                </a:solidFill>
                <a:latin typeface="+mj-lt"/>
                <a:ea typeface="Nunito Bold" charset="0"/>
                <a:cs typeface="Nunito Bold" charset="0"/>
              </a:rPr>
              <a:t>Thanks!</a:t>
            </a:r>
          </a:p>
        </p:txBody>
      </p:sp>
      <p:grpSp>
        <p:nvGrpSpPr>
          <p:cNvPr id="74" name="Group 7">
            <a:extLst>
              <a:ext uri="{FF2B5EF4-FFF2-40B4-BE49-F238E27FC236}">
                <a16:creationId xmlns:a16="http://schemas.microsoft.com/office/drawing/2014/main" id="{FFA27D86-E674-4A38-BDC2-E4EAD4594F7A}"/>
              </a:ext>
            </a:extLst>
          </p:cNvPr>
          <p:cNvGrpSpPr>
            <a:grpSpLocks/>
          </p:cNvGrpSpPr>
          <p:nvPr/>
        </p:nvGrpSpPr>
        <p:grpSpPr bwMode="auto">
          <a:xfrm>
            <a:off x="913264" y="3279368"/>
            <a:ext cx="1407504" cy="1281785"/>
            <a:chOff x="2135188" y="3590925"/>
            <a:chExt cx="1635125" cy="1489075"/>
          </a:xfrm>
          <a:solidFill>
            <a:schemeClr val="accent5"/>
          </a:solidFill>
        </p:grpSpPr>
        <p:sp>
          <p:nvSpPr>
            <p:cNvPr id="128" name="Freeform 4">
              <a:extLst>
                <a:ext uri="{FF2B5EF4-FFF2-40B4-BE49-F238E27FC236}">
                  <a16:creationId xmlns:a16="http://schemas.microsoft.com/office/drawing/2014/main" id="{C9718BA7-040B-4F89-9AD8-5DF4AC9E6945}"/>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9" name="Freeform 5">
              <a:extLst>
                <a:ext uri="{FF2B5EF4-FFF2-40B4-BE49-F238E27FC236}">
                  <a16:creationId xmlns:a16="http://schemas.microsoft.com/office/drawing/2014/main" id="{B0DEA2D3-372A-4878-A51A-633B088F41A3}"/>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0" name="Freeform 6">
              <a:extLst>
                <a:ext uri="{FF2B5EF4-FFF2-40B4-BE49-F238E27FC236}">
                  <a16:creationId xmlns:a16="http://schemas.microsoft.com/office/drawing/2014/main" id="{ABC44599-9983-4DBD-AC68-B702EE404324}"/>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1" name="Freeform 7">
              <a:extLst>
                <a:ext uri="{FF2B5EF4-FFF2-40B4-BE49-F238E27FC236}">
                  <a16:creationId xmlns:a16="http://schemas.microsoft.com/office/drawing/2014/main" id="{CEAC7ED4-8679-45FB-A9CC-7CEEF637EF9A}"/>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2" name="Freeform 8">
              <a:extLst>
                <a:ext uri="{FF2B5EF4-FFF2-40B4-BE49-F238E27FC236}">
                  <a16:creationId xmlns:a16="http://schemas.microsoft.com/office/drawing/2014/main" id="{1BF24892-15B0-470C-A768-57CEC64C255F}"/>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3" name="Freeform 9">
              <a:extLst>
                <a:ext uri="{FF2B5EF4-FFF2-40B4-BE49-F238E27FC236}">
                  <a16:creationId xmlns:a16="http://schemas.microsoft.com/office/drawing/2014/main" id="{7326873A-36FC-4153-AF09-57475FD138FF}"/>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4" name="Freeform 10">
              <a:extLst>
                <a:ext uri="{FF2B5EF4-FFF2-40B4-BE49-F238E27FC236}">
                  <a16:creationId xmlns:a16="http://schemas.microsoft.com/office/drawing/2014/main" id="{EB12E985-AD78-4202-85BC-28349EB807FD}"/>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5" name="Freeform 11">
              <a:extLst>
                <a:ext uri="{FF2B5EF4-FFF2-40B4-BE49-F238E27FC236}">
                  <a16:creationId xmlns:a16="http://schemas.microsoft.com/office/drawing/2014/main" id="{9BA8D7B8-DA97-4590-B5D5-5FD553834347}"/>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6" name="Freeform 12">
              <a:extLst>
                <a:ext uri="{FF2B5EF4-FFF2-40B4-BE49-F238E27FC236}">
                  <a16:creationId xmlns:a16="http://schemas.microsoft.com/office/drawing/2014/main" id="{D34B90B2-16D4-4852-A287-B1B093963D01}"/>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7" name="Freeform 13">
              <a:extLst>
                <a:ext uri="{FF2B5EF4-FFF2-40B4-BE49-F238E27FC236}">
                  <a16:creationId xmlns:a16="http://schemas.microsoft.com/office/drawing/2014/main" id="{80252A3A-1F35-4093-BE83-C7D4B3F144B4}"/>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9" name="Freeform 14">
              <a:extLst>
                <a:ext uri="{FF2B5EF4-FFF2-40B4-BE49-F238E27FC236}">
                  <a16:creationId xmlns:a16="http://schemas.microsoft.com/office/drawing/2014/main" id="{9DC01160-D6FF-4903-A6B1-D0994F7E11B4}"/>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75" name="Group 4">
            <a:extLst>
              <a:ext uri="{FF2B5EF4-FFF2-40B4-BE49-F238E27FC236}">
                <a16:creationId xmlns:a16="http://schemas.microsoft.com/office/drawing/2014/main" id="{165B09A8-5AA9-4C83-B6FC-218578904071}"/>
              </a:ext>
            </a:extLst>
          </p:cNvPr>
          <p:cNvGrpSpPr>
            <a:grpSpLocks/>
          </p:cNvGrpSpPr>
          <p:nvPr/>
        </p:nvGrpSpPr>
        <p:grpSpPr bwMode="auto">
          <a:xfrm>
            <a:off x="3608018" y="4565252"/>
            <a:ext cx="2135852" cy="1177930"/>
            <a:chOff x="5265738" y="5084763"/>
            <a:chExt cx="2481262" cy="1368425"/>
          </a:xfrm>
          <a:solidFill>
            <a:schemeClr val="accent3"/>
          </a:solidFill>
        </p:grpSpPr>
        <p:sp>
          <p:nvSpPr>
            <p:cNvPr id="115" name="Freeform 20">
              <a:extLst>
                <a:ext uri="{FF2B5EF4-FFF2-40B4-BE49-F238E27FC236}">
                  <a16:creationId xmlns:a16="http://schemas.microsoft.com/office/drawing/2014/main" id="{BCCD78DD-EF54-484F-99BC-382FE880BA94}"/>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6" name="Freeform 25">
              <a:extLst>
                <a:ext uri="{FF2B5EF4-FFF2-40B4-BE49-F238E27FC236}">
                  <a16:creationId xmlns:a16="http://schemas.microsoft.com/office/drawing/2014/main" id="{A71A2E39-5211-4FA1-8791-64F8F3B7BAB7}"/>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7" name="Freeform 26">
              <a:extLst>
                <a:ext uri="{FF2B5EF4-FFF2-40B4-BE49-F238E27FC236}">
                  <a16:creationId xmlns:a16="http://schemas.microsoft.com/office/drawing/2014/main" id="{37B1E0BA-C620-4AC7-92D3-A04FB5EDDF49}"/>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8" name="Freeform 27">
              <a:extLst>
                <a:ext uri="{FF2B5EF4-FFF2-40B4-BE49-F238E27FC236}">
                  <a16:creationId xmlns:a16="http://schemas.microsoft.com/office/drawing/2014/main" id="{F9B3E1AF-D40D-4ADD-A50A-F2757F4AB2D1}"/>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9" name="Freeform 15">
              <a:extLst>
                <a:ext uri="{FF2B5EF4-FFF2-40B4-BE49-F238E27FC236}">
                  <a16:creationId xmlns:a16="http://schemas.microsoft.com/office/drawing/2014/main" id="{395E6914-5EEE-476D-BA2F-6504ECC0E8D8}"/>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0" name="Freeform 16">
              <a:extLst>
                <a:ext uri="{FF2B5EF4-FFF2-40B4-BE49-F238E27FC236}">
                  <a16:creationId xmlns:a16="http://schemas.microsoft.com/office/drawing/2014/main" id="{2AE3907B-9FE0-423D-A42B-87A301209B86}"/>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1" name="Freeform 17">
              <a:extLst>
                <a:ext uri="{FF2B5EF4-FFF2-40B4-BE49-F238E27FC236}">
                  <a16:creationId xmlns:a16="http://schemas.microsoft.com/office/drawing/2014/main" id="{04687511-AD6B-4100-B317-C651B894B952}"/>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2" name="Freeform 18">
              <a:extLst>
                <a:ext uri="{FF2B5EF4-FFF2-40B4-BE49-F238E27FC236}">
                  <a16:creationId xmlns:a16="http://schemas.microsoft.com/office/drawing/2014/main" id="{75969B8E-5E7F-4611-BEAB-FA2397A88181}"/>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3" name="Freeform 19">
              <a:extLst>
                <a:ext uri="{FF2B5EF4-FFF2-40B4-BE49-F238E27FC236}">
                  <a16:creationId xmlns:a16="http://schemas.microsoft.com/office/drawing/2014/main" id="{0141F66A-0EA2-471D-B6B7-8B945ECF5931}"/>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4" name="Freeform 21">
              <a:extLst>
                <a:ext uri="{FF2B5EF4-FFF2-40B4-BE49-F238E27FC236}">
                  <a16:creationId xmlns:a16="http://schemas.microsoft.com/office/drawing/2014/main" id="{C34EF61F-42AC-44B6-A03D-DE7DA84D467E}"/>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5" name="Freeform 22">
              <a:extLst>
                <a:ext uri="{FF2B5EF4-FFF2-40B4-BE49-F238E27FC236}">
                  <a16:creationId xmlns:a16="http://schemas.microsoft.com/office/drawing/2014/main" id="{123D00AA-7E93-4F1D-9EC9-CEAA480D80A8}"/>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6" name="Freeform 24">
              <a:extLst>
                <a:ext uri="{FF2B5EF4-FFF2-40B4-BE49-F238E27FC236}">
                  <a16:creationId xmlns:a16="http://schemas.microsoft.com/office/drawing/2014/main" id="{105F6147-3283-4951-BED2-E69093BEDDD2}"/>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7" name="Freeform 28">
              <a:extLst>
                <a:ext uri="{FF2B5EF4-FFF2-40B4-BE49-F238E27FC236}">
                  <a16:creationId xmlns:a16="http://schemas.microsoft.com/office/drawing/2014/main" id="{DAEA87BA-AAE9-4AE9-ACC2-E7A6C36D81C5}"/>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76" name="Freeform 29">
            <a:extLst>
              <a:ext uri="{FF2B5EF4-FFF2-40B4-BE49-F238E27FC236}">
                <a16:creationId xmlns:a16="http://schemas.microsoft.com/office/drawing/2014/main" id="{B32051AE-8439-4207-88D5-8FCEB6064F52}"/>
              </a:ext>
            </a:extLst>
          </p:cNvPr>
          <p:cNvSpPr>
            <a:spLocks noChangeArrowheads="1"/>
          </p:cNvSpPr>
          <p:nvPr/>
        </p:nvSpPr>
        <p:spPr bwMode="auto">
          <a:xfrm>
            <a:off x="894133" y="2235354"/>
            <a:ext cx="942890" cy="953824"/>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77" name="Freeform 30">
            <a:extLst>
              <a:ext uri="{FF2B5EF4-FFF2-40B4-BE49-F238E27FC236}">
                <a16:creationId xmlns:a16="http://schemas.microsoft.com/office/drawing/2014/main" id="{078DD215-AA9D-4EB9-BED5-742D7002F0C0}"/>
              </a:ext>
            </a:extLst>
          </p:cNvPr>
          <p:cNvSpPr>
            <a:spLocks noChangeArrowheads="1"/>
          </p:cNvSpPr>
          <p:nvPr/>
        </p:nvSpPr>
        <p:spPr bwMode="auto">
          <a:xfrm>
            <a:off x="368026" y="4140268"/>
            <a:ext cx="1661675" cy="1622047"/>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78" name="Group 6">
            <a:extLst>
              <a:ext uri="{FF2B5EF4-FFF2-40B4-BE49-F238E27FC236}">
                <a16:creationId xmlns:a16="http://schemas.microsoft.com/office/drawing/2014/main" id="{E92D1515-6AA3-4B86-B908-E1CA65205ABF}"/>
              </a:ext>
            </a:extLst>
          </p:cNvPr>
          <p:cNvGrpSpPr>
            <a:grpSpLocks/>
          </p:cNvGrpSpPr>
          <p:nvPr/>
        </p:nvGrpSpPr>
        <p:grpSpPr bwMode="auto">
          <a:xfrm>
            <a:off x="1924481" y="3735781"/>
            <a:ext cx="1581049" cy="2041564"/>
            <a:chOff x="3309938" y="4121150"/>
            <a:chExt cx="1836737" cy="2371725"/>
          </a:xfrm>
          <a:solidFill>
            <a:schemeClr val="accent4"/>
          </a:solidFill>
        </p:grpSpPr>
        <p:sp>
          <p:nvSpPr>
            <p:cNvPr id="111" name="Freeform 1">
              <a:extLst>
                <a:ext uri="{FF2B5EF4-FFF2-40B4-BE49-F238E27FC236}">
                  <a16:creationId xmlns:a16="http://schemas.microsoft.com/office/drawing/2014/main" id="{19B18786-5421-4BFA-96F1-ED02BE977472}"/>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2" name="Freeform 31">
              <a:extLst>
                <a:ext uri="{FF2B5EF4-FFF2-40B4-BE49-F238E27FC236}">
                  <a16:creationId xmlns:a16="http://schemas.microsoft.com/office/drawing/2014/main" id="{196AEF25-334E-4E2A-81B6-D2B3AF50A342}"/>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3" name="Freeform 32">
              <a:extLst>
                <a:ext uri="{FF2B5EF4-FFF2-40B4-BE49-F238E27FC236}">
                  <a16:creationId xmlns:a16="http://schemas.microsoft.com/office/drawing/2014/main" id="{1EB17B88-B82C-48C6-82DF-29670D5740FB}"/>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4" name="Freeform 33">
              <a:extLst>
                <a:ext uri="{FF2B5EF4-FFF2-40B4-BE49-F238E27FC236}">
                  <a16:creationId xmlns:a16="http://schemas.microsoft.com/office/drawing/2014/main" id="{FD80A1C8-272E-45B3-86FC-52C3501920DE}"/>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79" name="Group 9">
            <a:extLst>
              <a:ext uri="{FF2B5EF4-FFF2-40B4-BE49-F238E27FC236}">
                <a16:creationId xmlns:a16="http://schemas.microsoft.com/office/drawing/2014/main" id="{340189D4-E1FB-46DD-9FE2-D4800B6E0CEA}"/>
              </a:ext>
            </a:extLst>
          </p:cNvPr>
          <p:cNvGrpSpPr>
            <a:grpSpLocks/>
          </p:cNvGrpSpPr>
          <p:nvPr/>
        </p:nvGrpSpPr>
        <p:grpSpPr bwMode="auto">
          <a:xfrm>
            <a:off x="3815729" y="1606760"/>
            <a:ext cx="1604282" cy="916928"/>
            <a:chOff x="5507038" y="1647825"/>
            <a:chExt cx="1863725" cy="1065213"/>
          </a:xfrm>
          <a:solidFill>
            <a:schemeClr val="bg2"/>
          </a:solidFill>
        </p:grpSpPr>
        <p:sp>
          <p:nvSpPr>
            <p:cNvPr id="109" name="Freeform 34">
              <a:extLst>
                <a:ext uri="{FF2B5EF4-FFF2-40B4-BE49-F238E27FC236}">
                  <a16:creationId xmlns:a16="http://schemas.microsoft.com/office/drawing/2014/main" id="{A807D1D5-7BD6-4C43-9F9C-8FFD98C1BE37}"/>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0" name="Freeform 35">
              <a:extLst>
                <a:ext uri="{FF2B5EF4-FFF2-40B4-BE49-F238E27FC236}">
                  <a16:creationId xmlns:a16="http://schemas.microsoft.com/office/drawing/2014/main" id="{66898532-B175-4941-8801-D8DB2EC48E4C}"/>
                </a:ext>
              </a:extLst>
            </p:cNvPr>
            <p:cNvSpPr>
              <a:spLocks noChangeArrowheads="1"/>
            </p:cNvSpPr>
            <p:nvPr/>
          </p:nvSpPr>
          <p:spPr bwMode="auto">
            <a:xfrm>
              <a:off x="5507038"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80" name="Group 5">
            <a:extLst>
              <a:ext uri="{FF2B5EF4-FFF2-40B4-BE49-F238E27FC236}">
                <a16:creationId xmlns:a16="http://schemas.microsoft.com/office/drawing/2014/main" id="{C8ECDF3B-8B2D-4444-9F0E-E274CB82F75F}"/>
              </a:ext>
            </a:extLst>
          </p:cNvPr>
          <p:cNvGrpSpPr>
            <a:grpSpLocks/>
          </p:cNvGrpSpPr>
          <p:nvPr/>
        </p:nvGrpSpPr>
        <p:grpSpPr bwMode="auto">
          <a:xfrm>
            <a:off x="3286889" y="3048428"/>
            <a:ext cx="1399305" cy="1287251"/>
            <a:chOff x="4892675" y="3322638"/>
            <a:chExt cx="1625600" cy="1495425"/>
          </a:xfrm>
          <a:solidFill>
            <a:schemeClr val="accent1"/>
          </a:solidFill>
        </p:grpSpPr>
        <p:sp>
          <p:nvSpPr>
            <p:cNvPr id="106" name="Freeform 2">
              <a:extLst>
                <a:ext uri="{FF2B5EF4-FFF2-40B4-BE49-F238E27FC236}">
                  <a16:creationId xmlns:a16="http://schemas.microsoft.com/office/drawing/2014/main" id="{0940EA07-E988-41AC-80F9-578076E1102E}"/>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7" name="Freeform 36">
              <a:extLst>
                <a:ext uri="{FF2B5EF4-FFF2-40B4-BE49-F238E27FC236}">
                  <a16:creationId xmlns:a16="http://schemas.microsoft.com/office/drawing/2014/main" id="{E88CA306-CBB2-4F33-93D2-406C4C23FE87}"/>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8" name="Freeform 37">
              <a:extLst>
                <a:ext uri="{FF2B5EF4-FFF2-40B4-BE49-F238E27FC236}">
                  <a16:creationId xmlns:a16="http://schemas.microsoft.com/office/drawing/2014/main" id="{E811CE72-2936-48E7-BCBF-AD375DEF4EB1}"/>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81" name="Group 11">
            <a:extLst>
              <a:ext uri="{FF2B5EF4-FFF2-40B4-BE49-F238E27FC236}">
                <a16:creationId xmlns:a16="http://schemas.microsoft.com/office/drawing/2014/main" id="{1B72255E-4A3A-4547-B581-496DC24D37F9}"/>
              </a:ext>
            </a:extLst>
          </p:cNvPr>
          <p:cNvGrpSpPr>
            <a:grpSpLocks/>
          </p:cNvGrpSpPr>
          <p:nvPr/>
        </p:nvGrpSpPr>
        <p:grpSpPr bwMode="auto">
          <a:xfrm>
            <a:off x="1943612" y="1962053"/>
            <a:ext cx="1675340" cy="1574218"/>
            <a:chOff x="3332163" y="2060575"/>
            <a:chExt cx="1946275" cy="1828800"/>
          </a:xfrm>
          <a:solidFill>
            <a:schemeClr val="accent3"/>
          </a:solidFill>
        </p:grpSpPr>
        <p:sp>
          <p:nvSpPr>
            <p:cNvPr id="99" name="Freeform 43">
              <a:extLst>
                <a:ext uri="{FF2B5EF4-FFF2-40B4-BE49-F238E27FC236}">
                  <a16:creationId xmlns:a16="http://schemas.microsoft.com/office/drawing/2014/main" id="{FB11BE71-5C99-4417-8CEF-DC71F41E372B}"/>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0" name="Freeform 38">
              <a:extLst>
                <a:ext uri="{FF2B5EF4-FFF2-40B4-BE49-F238E27FC236}">
                  <a16:creationId xmlns:a16="http://schemas.microsoft.com/office/drawing/2014/main" id="{8B7096A2-3CCD-4EE2-9E82-223C9FD05BC1}"/>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1" name="Freeform 39">
              <a:extLst>
                <a:ext uri="{FF2B5EF4-FFF2-40B4-BE49-F238E27FC236}">
                  <a16:creationId xmlns:a16="http://schemas.microsoft.com/office/drawing/2014/main" id="{66455FB2-045F-4AA9-A6F5-7764EA2770AD}"/>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2" name="Freeform 40">
              <a:extLst>
                <a:ext uri="{FF2B5EF4-FFF2-40B4-BE49-F238E27FC236}">
                  <a16:creationId xmlns:a16="http://schemas.microsoft.com/office/drawing/2014/main" id="{0588DAD5-5CA6-45FB-96F7-940E1F4798A2}"/>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3" name="Freeform 41">
              <a:extLst>
                <a:ext uri="{FF2B5EF4-FFF2-40B4-BE49-F238E27FC236}">
                  <a16:creationId xmlns:a16="http://schemas.microsoft.com/office/drawing/2014/main" id="{BBB7667C-ACA3-4976-BD1B-E572BAFBD860}"/>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4" name="Freeform 42">
              <a:extLst>
                <a:ext uri="{FF2B5EF4-FFF2-40B4-BE49-F238E27FC236}">
                  <a16:creationId xmlns:a16="http://schemas.microsoft.com/office/drawing/2014/main" id="{847BD6FC-9C3B-4FA5-9E0B-9826DC53A057}"/>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5" name="Freeform 44">
              <a:extLst>
                <a:ext uri="{FF2B5EF4-FFF2-40B4-BE49-F238E27FC236}">
                  <a16:creationId xmlns:a16="http://schemas.microsoft.com/office/drawing/2014/main" id="{9DB9F75C-B0B6-45C4-A826-3A4880B7D68C}"/>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82" name="Group 81">
            <a:extLst>
              <a:ext uri="{FF2B5EF4-FFF2-40B4-BE49-F238E27FC236}">
                <a16:creationId xmlns:a16="http://schemas.microsoft.com/office/drawing/2014/main" id="{A8B5A34A-D863-4F37-9772-88668BAA6FE6}"/>
              </a:ext>
            </a:extLst>
          </p:cNvPr>
          <p:cNvGrpSpPr>
            <a:grpSpLocks/>
          </p:cNvGrpSpPr>
          <p:nvPr/>
        </p:nvGrpSpPr>
        <p:grpSpPr bwMode="auto">
          <a:xfrm>
            <a:off x="4090396" y="2564683"/>
            <a:ext cx="1525024" cy="767977"/>
            <a:chOff x="5826125" y="2760663"/>
            <a:chExt cx="1771650" cy="892175"/>
          </a:xfrm>
          <a:solidFill>
            <a:schemeClr val="accent5"/>
          </a:solidFill>
        </p:grpSpPr>
        <p:sp>
          <p:nvSpPr>
            <p:cNvPr id="93" name="Freeform 45">
              <a:extLst>
                <a:ext uri="{FF2B5EF4-FFF2-40B4-BE49-F238E27FC236}">
                  <a16:creationId xmlns:a16="http://schemas.microsoft.com/office/drawing/2014/main" id="{D2E4FF79-656E-4973-A147-E47E7837FEDF}"/>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4" name="Freeform 46">
              <a:extLst>
                <a:ext uri="{FF2B5EF4-FFF2-40B4-BE49-F238E27FC236}">
                  <a16:creationId xmlns:a16="http://schemas.microsoft.com/office/drawing/2014/main" id="{77533903-C4DC-4C06-9665-00A6DF3A6F54}"/>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5" name="Freeform 47">
              <a:extLst>
                <a:ext uri="{FF2B5EF4-FFF2-40B4-BE49-F238E27FC236}">
                  <a16:creationId xmlns:a16="http://schemas.microsoft.com/office/drawing/2014/main" id="{0F9CA864-810F-4424-9CEE-6C04F68F2017}"/>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6" name="Freeform 48">
              <a:extLst>
                <a:ext uri="{FF2B5EF4-FFF2-40B4-BE49-F238E27FC236}">
                  <a16:creationId xmlns:a16="http://schemas.microsoft.com/office/drawing/2014/main" id="{22AA3D4B-73F3-4CCB-B68F-F6E39EEE218B}"/>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7" name="Freeform 49">
              <a:extLst>
                <a:ext uri="{FF2B5EF4-FFF2-40B4-BE49-F238E27FC236}">
                  <a16:creationId xmlns:a16="http://schemas.microsoft.com/office/drawing/2014/main" id="{783D05DE-F502-41ED-82F2-403E5CF8D080}"/>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8" name="Freeform 50">
              <a:extLst>
                <a:ext uri="{FF2B5EF4-FFF2-40B4-BE49-F238E27FC236}">
                  <a16:creationId xmlns:a16="http://schemas.microsoft.com/office/drawing/2014/main" id="{13AF0F8B-E3A6-4238-B72C-7E6E65A95A1E}"/>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83" name="Freeform 52">
            <a:extLst>
              <a:ext uri="{FF2B5EF4-FFF2-40B4-BE49-F238E27FC236}">
                <a16:creationId xmlns:a16="http://schemas.microsoft.com/office/drawing/2014/main" id="{40D1D6FA-038C-4752-82F9-F5CBE504DA7E}"/>
              </a:ext>
            </a:extLst>
          </p:cNvPr>
          <p:cNvSpPr>
            <a:spLocks noChangeArrowheads="1"/>
          </p:cNvSpPr>
          <p:nvPr/>
        </p:nvSpPr>
        <p:spPr bwMode="auto">
          <a:xfrm>
            <a:off x="4721723" y="3549936"/>
            <a:ext cx="1269487" cy="1116438"/>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6"/>
          </a:solidFill>
          <a:ln>
            <a:noFill/>
          </a:ln>
          <a:effectLst/>
        </p:spPr>
        <p:txBody>
          <a:bodyPr wrap="none" anchor="ctr"/>
          <a:lstStyle/>
          <a:p>
            <a:endParaRPr lang="es-ES_tradnl" sz="1633"/>
          </a:p>
        </p:txBody>
      </p:sp>
      <p:grpSp>
        <p:nvGrpSpPr>
          <p:cNvPr id="84" name="Group 12">
            <a:extLst>
              <a:ext uri="{FF2B5EF4-FFF2-40B4-BE49-F238E27FC236}">
                <a16:creationId xmlns:a16="http://schemas.microsoft.com/office/drawing/2014/main" id="{6934A053-2334-46CC-B2D7-0167C6E685BC}"/>
              </a:ext>
            </a:extLst>
          </p:cNvPr>
          <p:cNvGrpSpPr>
            <a:grpSpLocks/>
          </p:cNvGrpSpPr>
          <p:nvPr/>
        </p:nvGrpSpPr>
        <p:grpSpPr bwMode="auto">
          <a:xfrm>
            <a:off x="1714038" y="1080655"/>
            <a:ext cx="1473097" cy="1141035"/>
            <a:chOff x="3065463" y="1036638"/>
            <a:chExt cx="1711325" cy="1325562"/>
          </a:xfrm>
          <a:solidFill>
            <a:schemeClr val="accent4"/>
          </a:solidFill>
        </p:grpSpPr>
        <p:sp>
          <p:nvSpPr>
            <p:cNvPr id="85" name="Freeform 3">
              <a:extLst>
                <a:ext uri="{FF2B5EF4-FFF2-40B4-BE49-F238E27FC236}">
                  <a16:creationId xmlns:a16="http://schemas.microsoft.com/office/drawing/2014/main" id="{928FED00-C194-44AC-BC96-0E9CBC375902}"/>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6" name="Freeform 51">
              <a:extLst>
                <a:ext uri="{FF2B5EF4-FFF2-40B4-BE49-F238E27FC236}">
                  <a16:creationId xmlns:a16="http://schemas.microsoft.com/office/drawing/2014/main" id="{2C393926-1E5A-43BF-B831-5A7E4D4B7F99}"/>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7" name="Freeform 53">
              <a:extLst>
                <a:ext uri="{FF2B5EF4-FFF2-40B4-BE49-F238E27FC236}">
                  <a16:creationId xmlns:a16="http://schemas.microsoft.com/office/drawing/2014/main" id="{F0B79A65-A06B-4095-9933-32A635D85A19}"/>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8" name="Freeform 54">
              <a:extLst>
                <a:ext uri="{FF2B5EF4-FFF2-40B4-BE49-F238E27FC236}">
                  <a16:creationId xmlns:a16="http://schemas.microsoft.com/office/drawing/2014/main" id="{4E9B2919-14A8-46E0-97C4-E78F28D85640}"/>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9" name="Freeform 55">
              <a:extLst>
                <a:ext uri="{FF2B5EF4-FFF2-40B4-BE49-F238E27FC236}">
                  <a16:creationId xmlns:a16="http://schemas.microsoft.com/office/drawing/2014/main" id="{437DD1A6-47A0-4949-878D-49304240452C}"/>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0" name="Freeform 56">
              <a:extLst>
                <a:ext uri="{FF2B5EF4-FFF2-40B4-BE49-F238E27FC236}">
                  <a16:creationId xmlns:a16="http://schemas.microsoft.com/office/drawing/2014/main" id="{42B7F523-90BA-45B8-8901-B5CDD953BAF2}"/>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1" name="Freeform 57">
              <a:extLst>
                <a:ext uri="{FF2B5EF4-FFF2-40B4-BE49-F238E27FC236}">
                  <a16:creationId xmlns:a16="http://schemas.microsoft.com/office/drawing/2014/main" id="{1ACECCCC-6095-4F87-B306-10459DA2C872}"/>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2" name="Freeform 58">
              <a:extLst>
                <a:ext uri="{FF2B5EF4-FFF2-40B4-BE49-F238E27FC236}">
                  <a16:creationId xmlns:a16="http://schemas.microsoft.com/office/drawing/2014/main" id="{7932C5C1-94B1-40E1-965D-2DC8A386B4B8}"/>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pic>
        <p:nvPicPr>
          <p:cNvPr id="69" name="Picture 68" descr="A picture containing text, clipart&#10;&#10;Description automatically generated">
            <a:extLst>
              <a:ext uri="{FF2B5EF4-FFF2-40B4-BE49-F238E27FC236}">
                <a16:creationId xmlns:a16="http://schemas.microsoft.com/office/drawing/2014/main" id="{E5B80ADF-5BAE-4325-B485-A962F6E68C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0590" y="318655"/>
            <a:ext cx="2495550" cy="762000"/>
          </a:xfrm>
          <a:prstGeom prst="rect">
            <a:avLst/>
          </a:prstGeom>
        </p:spPr>
      </p:pic>
    </p:spTree>
    <p:extLst>
      <p:ext uri="{BB962C8B-B14F-4D97-AF65-F5344CB8AC3E}">
        <p14:creationId xmlns:p14="http://schemas.microsoft.com/office/powerpoint/2010/main" val="32374707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BA1D92-B603-484B-ABA5-6050FCF7E9C7}" type="datetimeFigureOut">
              <a:rPr lang="en-IN" smtClean="0"/>
              <a:t>15/05/25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8D58B5-FF32-4D41-9D82-69224CA7B659}" type="slidenum">
              <a:rPr lang="en-IN" smtClean="0"/>
              <a:t>‹#›</a:t>
            </a:fld>
            <a:endParaRPr lang="en-IN"/>
          </a:p>
        </p:txBody>
      </p:sp>
    </p:spTree>
    <p:extLst>
      <p:ext uri="{BB962C8B-B14F-4D97-AF65-F5344CB8AC3E}">
        <p14:creationId xmlns:p14="http://schemas.microsoft.com/office/powerpoint/2010/main" val="18414072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BA1D92-B603-484B-ABA5-6050FCF7E9C7}" type="datetimeFigureOut">
              <a:rPr lang="en-IN" smtClean="0"/>
              <a:t>15/05/25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8D58B5-FF32-4D41-9D82-69224CA7B659}" type="slidenum">
              <a:rPr lang="en-IN" smtClean="0"/>
              <a:t>‹#›</a:t>
            </a:fld>
            <a:endParaRPr lang="en-IN"/>
          </a:p>
        </p:txBody>
      </p:sp>
    </p:spTree>
    <p:extLst>
      <p:ext uri="{BB962C8B-B14F-4D97-AF65-F5344CB8AC3E}">
        <p14:creationId xmlns:p14="http://schemas.microsoft.com/office/powerpoint/2010/main" val="4818101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BA1D92-B603-484B-ABA5-6050FCF7E9C7}" type="datetimeFigureOut">
              <a:rPr lang="en-IN" smtClean="0"/>
              <a:t>15/05/25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8D58B5-FF32-4D41-9D82-69224CA7B659}" type="slidenum">
              <a:rPr lang="en-IN" smtClean="0"/>
              <a:t>‹#›</a:t>
            </a:fld>
            <a:endParaRPr lang="en-IN"/>
          </a:p>
        </p:txBody>
      </p:sp>
    </p:spTree>
    <p:extLst>
      <p:ext uri="{BB962C8B-B14F-4D97-AF65-F5344CB8AC3E}">
        <p14:creationId xmlns:p14="http://schemas.microsoft.com/office/powerpoint/2010/main" val="3862805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BA1D92-B603-484B-ABA5-6050FCF7E9C7}" type="datetimeFigureOut">
              <a:rPr lang="en-IN" smtClean="0"/>
              <a:t>15/05/25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8D58B5-FF32-4D41-9D82-69224CA7B659}" type="slidenum">
              <a:rPr lang="en-IN" smtClean="0"/>
              <a:t>‹#›</a:t>
            </a:fld>
            <a:endParaRPr lang="en-IN"/>
          </a:p>
        </p:txBody>
      </p:sp>
    </p:spTree>
    <p:extLst>
      <p:ext uri="{BB962C8B-B14F-4D97-AF65-F5344CB8AC3E}">
        <p14:creationId xmlns:p14="http://schemas.microsoft.com/office/powerpoint/2010/main" val="2536302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16" name="Slide Number Placeholder 5"/>
          <p:cNvSpPr txBox="1">
            <a:spLocks/>
          </p:cNvSpPr>
          <p:nvPr/>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
        <p:nvSpPr>
          <p:cNvPr id="3" name="Slide Number Placeholder 5">
            <a:extLst>
              <a:ext uri="{FF2B5EF4-FFF2-40B4-BE49-F238E27FC236}">
                <a16:creationId xmlns:a16="http://schemas.microsoft.com/office/drawing/2014/main" id="{1F654906-A564-665C-1964-BC840F15F201}"/>
              </a:ext>
            </a:extLst>
          </p:cNvPr>
          <p:cNvSpPr txBox="1">
            <a:spLocks/>
          </p:cNvSpPr>
          <p:nvPr/>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26653689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16" name="Slide Number Placeholder 5"/>
          <p:cNvSpPr txBox="1">
            <a:spLocks/>
          </p:cNvSpPr>
          <p:nvPr/>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pic>
        <p:nvPicPr>
          <p:cNvPr id="2" name="Picture 1">
            <a:extLst>
              <a:ext uri="{FF2B5EF4-FFF2-40B4-BE49-F238E27FC236}">
                <a16:creationId xmlns:a16="http://schemas.microsoft.com/office/drawing/2014/main" id="{56298085-77E5-E4F5-75FA-866AEB7B26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194126" y="-76533"/>
            <a:ext cx="13051791" cy="257213"/>
          </a:xfrm>
          <a:prstGeom prst="rect">
            <a:avLst/>
          </a:prstGeom>
        </p:spPr>
      </p:pic>
    </p:spTree>
    <p:extLst>
      <p:ext uri="{BB962C8B-B14F-4D97-AF65-F5344CB8AC3E}">
        <p14:creationId xmlns:p14="http://schemas.microsoft.com/office/powerpoint/2010/main" val="32832994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11601904" y="6485956"/>
            <a:ext cx="519306" cy="341448"/>
          </a:xfrm>
          <a:prstGeom prst="rect">
            <a:avLst/>
          </a:prstGeom>
        </p:spPr>
        <p:txBody>
          <a:bodyPr/>
          <a:lstStyle/>
          <a:p>
            <a:fld id="{9E8D58B5-FF32-4D41-9D82-69224CA7B659}" type="slidenum">
              <a:rPr lang="en-IN" smtClean="0"/>
              <a:t>‹#›</a:t>
            </a:fld>
            <a:endParaRPr lang="en-IN"/>
          </a:p>
        </p:txBody>
      </p:sp>
    </p:spTree>
    <p:extLst>
      <p:ext uri="{BB962C8B-B14F-4D97-AF65-F5344CB8AC3E}">
        <p14:creationId xmlns:p14="http://schemas.microsoft.com/office/powerpoint/2010/main" val="7306771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BA78D-5E30-4E30-B805-F01B62857C00}"/>
              </a:ext>
            </a:extLst>
          </p:cNvPr>
          <p:cNvSpPr>
            <a:spLocks noGrp="1"/>
          </p:cNvSpPr>
          <p:nvPr>
            <p:ph type="title" hasCustomPrompt="1"/>
          </p:nvPr>
        </p:nvSpPr>
        <p:spPr>
          <a:xfrm>
            <a:off x="334800" y="324000"/>
            <a:ext cx="11440800" cy="583200"/>
          </a:xfrm>
        </p:spPr>
        <p:txBody>
          <a:bodyPr>
            <a:normAutofit/>
          </a:bodyPr>
          <a:lstStyle>
            <a:lvl1pPr>
              <a:defRPr sz="3200">
                <a:latin typeface="Arial" panose="020B0604020202020204" pitchFamily="34" charset="0"/>
                <a:cs typeface="Arial" panose="020B0604020202020204" pitchFamily="34" charset="0"/>
              </a:defRPr>
            </a:lvl1pPr>
          </a:lstStyle>
          <a:p>
            <a:r>
              <a:rPr lang="en-US"/>
              <a:t>CLICK TO EDIT MASTER TITLE STYLE</a:t>
            </a:r>
            <a:endParaRPr lang="en-IN"/>
          </a:p>
        </p:txBody>
      </p:sp>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334800" y="1084575"/>
            <a:ext cx="11440800" cy="4767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5400490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334800" y="1084575"/>
            <a:ext cx="11440800" cy="4767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Oval 3">
            <a:extLst>
              <a:ext uri="{FF2B5EF4-FFF2-40B4-BE49-F238E27FC236}">
                <a16:creationId xmlns:a16="http://schemas.microsoft.com/office/drawing/2014/main" id="{FF61F2E1-76D1-44AE-9484-CAA320CE4608}"/>
              </a:ext>
            </a:extLst>
          </p:cNvPr>
          <p:cNvSpPr/>
          <p:nvPr/>
        </p:nvSpPr>
        <p:spPr>
          <a:xfrm>
            <a:off x="11757276" y="6438423"/>
            <a:ext cx="341448" cy="34144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Slide Number Placeholder 5">
            <a:extLst>
              <a:ext uri="{FF2B5EF4-FFF2-40B4-BE49-F238E27FC236}">
                <a16:creationId xmlns:a16="http://schemas.microsoft.com/office/drawing/2014/main" id="{EE46A8E3-B8CC-4059-B503-70F619C1284C}"/>
              </a:ext>
            </a:extLst>
          </p:cNvPr>
          <p:cNvSpPr txBox="1">
            <a:spLocks/>
          </p:cNvSpPr>
          <p:nvPr/>
        </p:nvSpPr>
        <p:spPr>
          <a:xfrm>
            <a:off x="11724800" y="6454775"/>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6081430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1" y="226576"/>
            <a:ext cx="10515600" cy="909493"/>
          </a:xfrm>
        </p:spPr>
        <p:txBody>
          <a:bodyPr>
            <a:normAutofit/>
          </a:bodyPr>
          <a:lstStyle>
            <a:lvl1pPr>
              <a:defRPr sz="3599">
                <a:solidFill>
                  <a:schemeClr val="tx2"/>
                </a:solidFill>
              </a:defRPr>
            </a:lvl1pPr>
          </a:lstStyle>
          <a:p>
            <a:r>
              <a:rPr lang="en-US"/>
              <a:t>Click to edit Master title style</a:t>
            </a:r>
          </a:p>
        </p:txBody>
      </p:sp>
      <p:cxnSp>
        <p:nvCxnSpPr>
          <p:cNvPr id="10" name="Straight Connector 9">
            <a:extLst>
              <a:ext uri="{FF2B5EF4-FFF2-40B4-BE49-F238E27FC236}">
                <a16:creationId xmlns:a16="http://schemas.microsoft.com/office/drawing/2014/main" id="{E85A8071-A1C5-44E0-B969-B0E907022B8A}"/>
              </a:ext>
            </a:extLst>
          </p:cNvPr>
          <p:cNvCxnSpPr/>
          <p:nvPr/>
        </p:nvCxnSpPr>
        <p:spPr>
          <a:xfrm>
            <a:off x="838201" y="1066793"/>
            <a:ext cx="1051560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Picture 3" descr="Logo, icon&#10;&#10;Description automatically generated">
            <a:extLst>
              <a:ext uri="{FF2B5EF4-FFF2-40B4-BE49-F238E27FC236}">
                <a16:creationId xmlns:a16="http://schemas.microsoft.com/office/drawing/2014/main" id="{E22A6C7C-D739-4C03-A7E9-8AE7910A7C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96674" y="6150919"/>
            <a:ext cx="626007" cy="707081"/>
          </a:xfrm>
          <a:prstGeom prst="rect">
            <a:avLst/>
          </a:prstGeom>
        </p:spPr>
      </p:pic>
    </p:spTree>
    <p:custDataLst>
      <p:tags r:id="rId1"/>
    </p:custDataLst>
    <p:extLst>
      <p:ext uri="{BB962C8B-B14F-4D97-AF65-F5344CB8AC3E}">
        <p14:creationId xmlns:p14="http://schemas.microsoft.com/office/powerpoint/2010/main" val="3746066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0_Title and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9131F49-DE50-4F14-B046-9B786B962CD6}"/>
              </a:ext>
            </a:extLst>
          </p:cNvPr>
          <p:cNvSpPr>
            <a:spLocks noGrp="1"/>
          </p:cNvSpPr>
          <p:nvPr>
            <p:ph type="title"/>
          </p:nvPr>
        </p:nvSpPr>
        <p:spPr>
          <a:xfrm>
            <a:off x="838200" y="288928"/>
            <a:ext cx="10515600" cy="473075"/>
          </a:xfrm>
        </p:spPr>
        <p:txBody>
          <a:bodyPr/>
          <a:lstStyle/>
          <a:p>
            <a:r>
              <a:rPr lang="en-US"/>
              <a:t>Click to edit Master title style</a:t>
            </a:r>
          </a:p>
        </p:txBody>
      </p:sp>
      <p:sp>
        <p:nvSpPr>
          <p:cNvPr id="4" name="Text Placeholder 2">
            <a:extLst>
              <a:ext uri="{FF2B5EF4-FFF2-40B4-BE49-F238E27FC236}">
                <a16:creationId xmlns:a16="http://schemas.microsoft.com/office/drawing/2014/main" id="{397CA3B0-19B1-400F-8647-461031A95213}"/>
              </a:ext>
            </a:extLst>
          </p:cNvPr>
          <p:cNvSpPr>
            <a:spLocks noGrp="1"/>
          </p:cNvSpPr>
          <p:nvPr>
            <p:ph idx="1"/>
          </p:nvPr>
        </p:nvSpPr>
        <p:spPr>
          <a:xfrm>
            <a:off x="838200" y="1203810"/>
            <a:ext cx="10515600" cy="497315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15324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with Images">
    <p:spTree>
      <p:nvGrpSpPr>
        <p:cNvPr id="1" name=""/>
        <p:cNvGrpSpPr/>
        <p:nvPr/>
      </p:nvGrpSpPr>
      <p:grpSpPr>
        <a:xfrm>
          <a:off x="0" y="0"/>
          <a:ext cx="0" cy="0"/>
          <a:chOff x="0" y="0"/>
          <a:chExt cx="0" cy="0"/>
        </a:xfrm>
      </p:grpSpPr>
      <p:sp>
        <p:nvSpPr>
          <p:cNvPr id="21" name="Picture Placeholder 7">
            <a:extLst>
              <a:ext uri="{FF2B5EF4-FFF2-40B4-BE49-F238E27FC236}">
                <a16:creationId xmlns:a16="http://schemas.microsoft.com/office/drawing/2014/main" id="{41B7CDEE-2644-4D36-95CB-1F92049E7FF7}"/>
              </a:ext>
            </a:extLst>
          </p:cNvPr>
          <p:cNvSpPr>
            <a:spLocks noGrp="1"/>
          </p:cNvSpPr>
          <p:nvPr>
            <p:ph type="pic" sz="quarter" idx="13"/>
          </p:nvPr>
        </p:nvSpPr>
        <p:spPr>
          <a:xfrm>
            <a:off x="458724" y="457200"/>
            <a:ext cx="11274552" cy="5943600"/>
          </a:xfrm>
        </p:spPr>
        <p:txBody>
          <a:bodyPr anchor="ctr" anchorCtr="0">
            <a:noAutofit/>
          </a:bodyPr>
          <a:lstStyle>
            <a:lvl1pPr marL="0" indent="0" algn="ctr">
              <a:buNone/>
              <a:defRPr/>
            </a:lvl1pPr>
          </a:lstStyle>
          <a:p>
            <a:r>
              <a:rPr lang="en-US"/>
              <a:t>Click icon to add picture</a:t>
            </a:r>
            <a:endParaRPr lang="ru-RU"/>
          </a:p>
        </p:txBody>
      </p:sp>
      <p:sp>
        <p:nvSpPr>
          <p:cNvPr id="9" name="Picture Placeholder 14">
            <a:extLst>
              <a:ext uri="{FF2B5EF4-FFF2-40B4-BE49-F238E27FC236}">
                <a16:creationId xmlns:a16="http://schemas.microsoft.com/office/drawing/2014/main" id="{4DF168AC-530C-4094-8F5F-FCF3FFDC1E3B}"/>
              </a:ext>
            </a:extLst>
          </p:cNvPr>
          <p:cNvSpPr>
            <a:spLocks noGrp="1"/>
          </p:cNvSpPr>
          <p:nvPr>
            <p:ph type="pic" sz="quarter" idx="14"/>
          </p:nvPr>
        </p:nvSpPr>
        <p:spPr>
          <a:xfrm>
            <a:off x="907903" y="4991383"/>
            <a:ext cx="1463040" cy="987552"/>
          </a:xfrm>
        </p:spPr>
        <p:txBody>
          <a:bodyPr anchor="ctr" anchorCtr="0">
            <a:noAutofit/>
          </a:bodyPr>
          <a:lstStyle>
            <a:lvl1pPr marL="0" indent="0" algn="ctr">
              <a:buNone/>
              <a:defRPr sz="1400"/>
            </a:lvl1pPr>
          </a:lstStyle>
          <a:p>
            <a:r>
              <a:rPr lang="en-US"/>
              <a:t>Click icon to add picture</a:t>
            </a:r>
            <a:endParaRPr lang="ru-RU"/>
          </a:p>
        </p:txBody>
      </p:sp>
      <p:sp>
        <p:nvSpPr>
          <p:cNvPr id="18" name="Text Placeholder 14">
            <a:extLst>
              <a:ext uri="{FF2B5EF4-FFF2-40B4-BE49-F238E27FC236}">
                <a16:creationId xmlns:a16="http://schemas.microsoft.com/office/drawing/2014/main" id="{8373CC7F-8644-430C-90D9-B903ED9F612A}"/>
              </a:ext>
            </a:extLst>
          </p:cNvPr>
          <p:cNvSpPr>
            <a:spLocks noGrp="1"/>
          </p:cNvSpPr>
          <p:nvPr>
            <p:ph type="body" sz="quarter" idx="15"/>
          </p:nvPr>
        </p:nvSpPr>
        <p:spPr>
          <a:xfrm>
            <a:off x="458788" y="2028825"/>
            <a:ext cx="4727575" cy="728663"/>
          </a:xfrm>
          <a:solidFill>
            <a:schemeClr val="accent1">
              <a:alpha val="60000"/>
            </a:schemeClr>
          </a:solidFill>
        </p:spPr>
        <p:txBody>
          <a:bodyPr lIns="396000" anchor="ctr" anchorCtr="0">
            <a:noAutofit/>
          </a:bodyPr>
          <a:lstStyle>
            <a:lvl1pPr marL="0" indent="0">
              <a:buNone/>
              <a:defRPr sz="2800">
                <a:solidFill>
                  <a:schemeClr val="bg1"/>
                </a:solidFill>
              </a:defRPr>
            </a:lvl1pPr>
            <a:lvl2pPr marL="457200" indent="0">
              <a:buNone/>
              <a:defRPr sz="2800">
                <a:solidFill>
                  <a:schemeClr val="bg1"/>
                </a:solidFill>
              </a:defRPr>
            </a:lvl2pPr>
            <a:lvl3pPr marL="914400" indent="0">
              <a:buNone/>
              <a:defRPr sz="2800">
                <a:solidFill>
                  <a:schemeClr val="bg1"/>
                </a:solidFill>
              </a:defRPr>
            </a:lvl3pPr>
            <a:lvl4pPr marL="1371600" indent="0">
              <a:buNone/>
              <a:defRPr sz="2800">
                <a:solidFill>
                  <a:schemeClr val="bg1"/>
                </a:solidFill>
              </a:defRPr>
            </a:lvl4pPr>
            <a:lvl5pPr marL="1828800" indent="0">
              <a:buNone/>
              <a:defRPr sz="2800">
                <a:solidFill>
                  <a:schemeClr val="bg1"/>
                </a:solidFill>
              </a:defRPr>
            </a:lvl5pPr>
          </a:lstStyle>
          <a:p>
            <a:pPr lvl="0"/>
            <a:r>
              <a:rPr lang="en-US"/>
              <a:t>Click to edit Master text styles</a:t>
            </a:r>
          </a:p>
        </p:txBody>
      </p:sp>
      <p:sp>
        <p:nvSpPr>
          <p:cNvPr id="20" name="Title 19">
            <a:extLst>
              <a:ext uri="{FF2B5EF4-FFF2-40B4-BE49-F238E27FC236}">
                <a16:creationId xmlns:a16="http://schemas.microsoft.com/office/drawing/2014/main" id="{64B737A3-9F6C-4989-B51B-07BDDD38FDB3}"/>
              </a:ext>
            </a:extLst>
          </p:cNvPr>
          <p:cNvSpPr>
            <a:spLocks noGrp="1"/>
          </p:cNvSpPr>
          <p:nvPr>
            <p:ph type="title" hasCustomPrompt="1"/>
          </p:nvPr>
        </p:nvSpPr>
        <p:spPr>
          <a:xfrm>
            <a:off x="458788" y="2754601"/>
            <a:ext cx="4726800" cy="1861200"/>
          </a:xfrm>
          <a:solidFill>
            <a:schemeClr val="bg1">
              <a:alpha val="50000"/>
            </a:schemeClr>
          </a:solidFill>
        </p:spPr>
        <p:txBody>
          <a:bodyPr lIns="396000" tIns="0" rIns="0" bIns="0">
            <a:noAutofit/>
          </a:bodyPr>
          <a:lstStyle>
            <a:lvl1pPr>
              <a:lnSpc>
                <a:spcPct val="85000"/>
              </a:lnSpc>
              <a:defRPr sz="5500"/>
            </a:lvl1pPr>
          </a:lstStyle>
          <a:p>
            <a:r>
              <a:rPr lang="en-US"/>
              <a:t>Click to Edit Title</a:t>
            </a:r>
            <a:endParaRPr lang="ru-RU"/>
          </a:p>
        </p:txBody>
      </p:sp>
    </p:spTree>
    <p:extLst>
      <p:ext uri="{BB962C8B-B14F-4D97-AF65-F5344CB8AC3E}">
        <p14:creationId xmlns:p14="http://schemas.microsoft.com/office/powerpoint/2010/main" val="2305356385"/>
      </p:ext>
    </p:extLst>
  </p:cSld>
  <p:clrMapOvr>
    <a:masterClrMapping/>
  </p:clrMapOvr>
  <p:extLst>
    <p:ext uri="{DCECCB84-F9BA-43D5-87BE-67443E8EF086}">
      <p15:sldGuideLst xmlns:p15="http://schemas.microsoft.com/office/powerpoint/2012/main">
        <p15:guide id="4" orient="horz" pos="55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Left Picture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466C2-B08E-47AF-9DA7-104243999B45}"/>
              </a:ext>
            </a:extLst>
          </p:cNvPr>
          <p:cNvSpPr>
            <a:spLocks noGrp="1"/>
          </p:cNvSpPr>
          <p:nvPr>
            <p:ph type="title" hasCustomPrompt="1"/>
          </p:nvPr>
        </p:nvSpPr>
        <p:spPr>
          <a:xfrm>
            <a:off x="6726213" y="2264012"/>
            <a:ext cx="4584212" cy="540000"/>
          </a:xfrm>
        </p:spPr>
        <p:txBody>
          <a:bodyPr lIns="36000" tIns="0" rIns="0" bIns="0"/>
          <a:lstStyle/>
          <a:p>
            <a:r>
              <a:rPr lang="en-US" noProof="0"/>
              <a:t>Click to edit title style</a:t>
            </a:r>
          </a:p>
        </p:txBody>
      </p:sp>
      <p:sp>
        <p:nvSpPr>
          <p:cNvPr id="7" name="Date Placeholder 6">
            <a:extLst>
              <a:ext uri="{FF2B5EF4-FFF2-40B4-BE49-F238E27FC236}">
                <a16:creationId xmlns:a16="http://schemas.microsoft.com/office/drawing/2014/main" id="{0AA31567-B240-40D5-82F7-A7DBFE5DDBDF}"/>
              </a:ext>
            </a:extLst>
          </p:cNvPr>
          <p:cNvSpPr>
            <a:spLocks noGrp="1"/>
          </p:cNvSpPr>
          <p:nvPr>
            <p:ph type="dt" sz="half" idx="10"/>
          </p:nvPr>
        </p:nvSpPr>
        <p:spPr>
          <a:xfrm>
            <a:off x="10265399" y="5810400"/>
            <a:ext cx="1080000" cy="234000"/>
          </a:xfrm>
          <a:prstGeom prst="rect">
            <a:avLst/>
          </a:prstGeom>
        </p:spPr>
        <p:txBody>
          <a:bodyPr/>
          <a:lstStyle/>
          <a:p>
            <a:fld id="{7DBA1D92-B603-484B-ABA5-6050FCF7E9C7}" type="datetimeFigureOut">
              <a:rPr lang="en-IN" smtClean="0"/>
              <a:t>15/05/25</a:t>
            </a:fld>
            <a:endParaRPr lang="en-IN"/>
          </a:p>
        </p:txBody>
      </p:sp>
      <p:sp>
        <p:nvSpPr>
          <p:cNvPr id="8" name="Footer Placeholder 7">
            <a:extLst>
              <a:ext uri="{FF2B5EF4-FFF2-40B4-BE49-F238E27FC236}">
                <a16:creationId xmlns:a16="http://schemas.microsoft.com/office/drawing/2014/main" id="{20CFCD12-4263-4A80-B68E-F72622E6ADC5}"/>
              </a:ext>
            </a:extLst>
          </p:cNvPr>
          <p:cNvSpPr>
            <a:spLocks noGrp="1"/>
          </p:cNvSpPr>
          <p:nvPr>
            <p:ph type="ftr" sz="quarter" idx="11"/>
          </p:nvPr>
        </p:nvSpPr>
        <p:spPr>
          <a:xfrm>
            <a:off x="7230599" y="6057923"/>
            <a:ext cx="4114800" cy="234000"/>
          </a:xfrm>
          <a:prstGeom prst="rect">
            <a:avLst/>
          </a:prstGeom>
        </p:spPr>
        <p:txBody>
          <a:bodyPr/>
          <a:lstStyle>
            <a:lvl1pPr>
              <a:defRPr/>
            </a:lvl1pPr>
          </a:lstStyle>
          <a:p>
            <a:endParaRPr lang="en-IN"/>
          </a:p>
        </p:txBody>
      </p:sp>
      <p:sp>
        <p:nvSpPr>
          <p:cNvPr id="9" name="Slide Number Placeholder 8">
            <a:extLst>
              <a:ext uri="{FF2B5EF4-FFF2-40B4-BE49-F238E27FC236}">
                <a16:creationId xmlns:a16="http://schemas.microsoft.com/office/drawing/2014/main" id="{A641E74F-5D68-44E6-AE69-70A1A935E91D}"/>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
        <p:nvSpPr>
          <p:cNvPr id="35" name="Picture Placeholder 7">
            <a:extLst>
              <a:ext uri="{FF2B5EF4-FFF2-40B4-BE49-F238E27FC236}">
                <a16:creationId xmlns:a16="http://schemas.microsoft.com/office/drawing/2014/main" id="{CD3882F6-C786-40F3-902A-6D4D2E6ED789}"/>
              </a:ext>
            </a:extLst>
          </p:cNvPr>
          <p:cNvSpPr>
            <a:spLocks noGrp="1"/>
          </p:cNvSpPr>
          <p:nvPr>
            <p:ph type="pic" sz="quarter" idx="14"/>
          </p:nvPr>
        </p:nvSpPr>
        <p:spPr>
          <a:xfrm>
            <a:off x="454854" y="457199"/>
            <a:ext cx="5637276" cy="5959476"/>
          </a:xfrm>
        </p:spPr>
        <p:txBody>
          <a:bodyPr anchor="ctr" anchorCtr="0">
            <a:noAutofit/>
          </a:bodyPr>
          <a:lstStyle>
            <a:lvl1pPr marL="0" indent="0" algn="ctr">
              <a:buNone/>
              <a:defRPr/>
            </a:lvl1pPr>
          </a:lstStyle>
          <a:p>
            <a:r>
              <a:rPr lang="en-US" noProof="0"/>
              <a:t>Click icon to add picture</a:t>
            </a:r>
          </a:p>
        </p:txBody>
      </p:sp>
      <p:sp>
        <p:nvSpPr>
          <p:cNvPr id="37" name="Text Placeholder 2">
            <a:extLst>
              <a:ext uri="{FF2B5EF4-FFF2-40B4-BE49-F238E27FC236}">
                <a16:creationId xmlns:a16="http://schemas.microsoft.com/office/drawing/2014/main" id="{1100B10F-F811-4557-88AB-52E9E7FE0378}"/>
              </a:ext>
            </a:extLst>
          </p:cNvPr>
          <p:cNvSpPr>
            <a:spLocks noGrp="1"/>
          </p:cNvSpPr>
          <p:nvPr>
            <p:ph type="body" idx="13" hasCustomPrompt="1"/>
          </p:nvPr>
        </p:nvSpPr>
        <p:spPr>
          <a:xfrm>
            <a:off x="6726213" y="2990573"/>
            <a:ext cx="4584212" cy="2467690"/>
          </a:xfrm>
        </p:spPr>
        <p:txBody>
          <a:bodyPr lIns="36000" tIns="0" rIns="0" bIns="0">
            <a:normAutofit/>
          </a:bodyPr>
          <a:lstStyle>
            <a:lvl1pPr marL="216000" indent="-216000">
              <a:spcBef>
                <a:spcPts val="600"/>
              </a:spcBef>
              <a:buClr>
                <a:schemeClr val="accent1">
                  <a:lumMod val="40000"/>
                  <a:lumOff val="60000"/>
                </a:schemeClr>
              </a:buClr>
              <a:buSzPct val="125000"/>
              <a:buFont typeface="Wingdings" panose="05000000000000000000" pitchFamily="2" charset="2"/>
              <a:buChar char="§"/>
              <a:defRPr sz="1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0"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157606302"/>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Monitor and Two Text Block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DE44FD2-4D01-4152-92DA-14AD1463CC94}"/>
              </a:ext>
            </a:extLst>
          </p:cNvPr>
          <p:cNvSpPr/>
          <p:nvPr/>
        </p:nvSpPr>
        <p:spPr>
          <a:xfrm>
            <a:off x="879144" y="2301657"/>
            <a:ext cx="5257799" cy="4374516"/>
          </a:xfrm>
          <a:prstGeom prst="rect">
            <a:avLst/>
          </a:prstGeom>
          <a:blipFill>
            <a:blip r:embed="rId2" cstate="print">
              <a:extLst>
                <a:ext uri="{28A0092B-C50C-407E-A947-70E740481C1C}">
                  <a14:useLocalDpi xmlns:a14="http://schemas.microsoft.com/office/drawing/2010/main"/>
                </a:ext>
              </a:extLst>
            </a:blip>
            <a:srcRect/>
            <a:stretch>
              <a:fillRect r="265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432466C2-B08E-47AF-9DA7-104243999B45}"/>
              </a:ext>
            </a:extLst>
          </p:cNvPr>
          <p:cNvSpPr>
            <a:spLocks noGrp="1"/>
          </p:cNvSpPr>
          <p:nvPr>
            <p:ph type="title"/>
          </p:nvPr>
        </p:nvSpPr>
        <p:spPr>
          <a:xfrm>
            <a:off x="838200" y="742867"/>
            <a:ext cx="9037320" cy="566931"/>
          </a:xfrm>
        </p:spPr>
        <p:txBody>
          <a:bodyPr lIns="36000" tIns="0" rIns="0" bIns="0"/>
          <a:lstStyle/>
          <a:p>
            <a:r>
              <a:rPr lang="en-US" noProof="0"/>
              <a:t>Click to edit Master title style</a:t>
            </a:r>
          </a:p>
        </p:txBody>
      </p:sp>
      <p:sp>
        <p:nvSpPr>
          <p:cNvPr id="7" name="Date Placeholder 6">
            <a:extLst>
              <a:ext uri="{FF2B5EF4-FFF2-40B4-BE49-F238E27FC236}">
                <a16:creationId xmlns:a16="http://schemas.microsoft.com/office/drawing/2014/main" id="{0AA31567-B240-40D5-82F7-A7DBFE5DDBDF}"/>
              </a:ext>
            </a:extLst>
          </p:cNvPr>
          <p:cNvSpPr>
            <a:spLocks noGrp="1"/>
          </p:cNvSpPr>
          <p:nvPr>
            <p:ph type="dt" sz="half" idx="10"/>
          </p:nvPr>
        </p:nvSpPr>
        <p:spPr>
          <a:xfrm>
            <a:off x="10265399" y="5810623"/>
            <a:ext cx="1080000" cy="234000"/>
          </a:xfrm>
          <a:prstGeom prst="rect">
            <a:avLst/>
          </a:prstGeom>
        </p:spPr>
        <p:txBody>
          <a:bodyPr/>
          <a:lstStyle/>
          <a:p>
            <a:fld id="{7DBA1D92-B603-484B-ABA5-6050FCF7E9C7}" type="datetimeFigureOut">
              <a:rPr lang="en-IN" smtClean="0"/>
              <a:t>15/05/25</a:t>
            </a:fld>
            <a:endParaRPr lang="en-IN"/>
          </a:p>
        </p:txBody>
      </p:sp>
      <p:sp>
        <p:nvSpPr>
          <p:cNvPr id="8" name="Footer Placeholder 7">
            <a:extLst>
              <a:ext uri="{FF2B5EF4-FFF2-40B4-BE49-F238E27FC236}">
                <a16:creationId xmlns:a16="http://schemas.microsoft.com/office/drawing/2014/main" id="{20CFCD12-4263-4A80-B68E-F72622E6ADC5}"/>
              </a:ext>
            </a:extLst>
          </p:cNvPr>
          <p:cNvSpPr>
            <a:spLocks noGrp="1"/>
          </p:cNvSpPr>
          <p:nvPr>
            <p:ph type="ftr" sz="quarter" idx="11"/>
          </p:nvPr>
        </p:nvSpPr>
        <p:spPr>
          <a:xfrm>
            <a:off x="7230599" y="6057923"/>
            <a:ext cx="4114800" cy="234000"/>
          </a:xfrm>
          <a:prstGeom prst="rect">
            <a:avLst/>
          </a:prstGeom>
        </p:spPr>
        <p:txBody>
          <a:bodyPr/>
          <a:lstStyle>
            <a:lvl1pPr>
              <a:defRPr/>
            </a:lvl1pPr>
          </a:lstStyle>
          <a:p>
            <a:endParaRPr lang="en-IN"/>
          </a:p>
        </p:txBody>
      </p:sp>
      <p:sp>
        <p:nvSpPr>
          <p:cNvPr id="9" name="Slide Number Placeholder 8">
            <a:extLst>
              <a:ext uri="{FF2B5EF4-FFF2-40B4-BE49-F238E27FC236}">
                <a16:creationId xmlns:a16="http://schemas.microsoft.com/office/drawing/2014/main" id="{A641E74F-5D68-44E6-AE69-70A1A935E91D}"/>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
        <p:nvSpPr>
          <p:cNvPr id="13" name="Text Placeholder 2">
            <a:extLst>
              <a:ext uri="{FF2B5EF4-FFF2-40B4-BE49-F238E27FC236}">
                <a16:creationId xmlns:a16="http://schemas.microsoft.com/office/drawing/2014/main" id="{3919B118-F379-4011-B1CF-E685CC09FA38}"/>
              </a:ext>
            </a:extLst>
          </p:cNvPr>
          <p:cNvSpPr>
            <a:spLocks noGrp="1"/>
          </p:cNvSpPr>
          <p:nvPr>
            <p:ph type="body" idx="14" hasCustomPrompt="1"/>
          </p:nvPr>
        </p:nvSpPr>
        <p:spPr>
          <a:xfrm>
            <a:off x="6486746" y="3718884"/>
            <a:ext cx="2089545"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14" name="Text Placeholder 11">
            <a:extLst>
              <a:ext uri="{FF2B5EF4-FFF2-40B4-BE49-F238E27FC236}">
                <a16:creationId xmlns:a16="http://schemas.microsoft.com/office/drawing/2014/main" id="{CF59DFEB-5DA9-4E64-84A0-3FAA808064B5}"/>
              </a:ext>
            </a:extLst>
          </p:cNvPr>
          <p:cNvSpPr>
            <a:spLocks noGrp="1"/>
          </p:cNvSpPr>
          <p:nvPr>
            <p:ph type="body" sz="quarter" idx="15" hasCustomPrompt="1"/>
          </p:nvPr>
        </p:nvSpPr>
        <p:spPr>
          <a:xfrm>
            <a:off x="6486747" y="4086418"/>
            <a:ext cx="1783080" cy="1271016"/>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17" name="Picture Placeholder 15">
            <a:extLst>
              <a:ext uri="{FF2B5EF4-FFF2-40B4-BE49-F238E27FC236}">
                <a16:creationId xmlns:a16="http://schemas.microsoft.com/office/drawing/2014/main" id="{F842B3BB-CE92-4AEA-A2FF-5EEC732A4EFF}"/>
              </a:ext>
            </a:extLst>
          </p:cNvPr>
          <p:cNvSpPr>
            <a:spLocks noGrp="1"/>
          </p:cNvSpPr>
          <p:nvPr>
            <p:ph type="pic" sz="quarter" idx="17"/>
          </p:nvPr>
        </p:nvSpPr>
        <p:spPr>
          <a:xfrm>
            <a:off x="6486746" y="3069135"/>
            <a:ext cx="612648" cy="557784"/>
          </a:xfrm>
        </p:spPr>
        <p:txBody>
          <a:bodyPr anchor="ctr" anchorCtr="0">
            <a:noAutofit/>
          </a:bodyPr>
          <a:lstStyle>
            <a:lvl1pPr marL="0" indent="0" algn="ctr">
              <a:buNone/>
              <a:defRPr sz="900"/>
            </a:lvl1pPr>
          </a:lstStyle>
          <a:p>
            <a:r>
              <a:rPr lang="en-US" noProof="0"/>
              <a:t>Click icon to add picture</a:t>
            </a:r>
          </a:p>
        </p:txBody>
      </p:sp>
      <p:sp>
        <p:nvSpPr>
          <p:cNvPr id="33" name="Text Placeholder 2">
            <a:extLst>
              <a:ext uri="{FF2B5EF4-FFF2-40B4-BE49-F238E27FC236}">
                <a16:creationId xmlns:a16="http://schemas.microsoft.com/office/drawing/2014/main" id="{68514664-8AD0-4DF7-8C6F-12FFA6BEA7B2}"/>
              </a:ext>
            </a:extLst>
          </p:cNvPr>
          <p:cNvSpPr>
            <a:spLocks noGrp="1"/>
          </p:cNvSpPr>
          <p:nvPr>
            <p:ph type="body" idx="24" hasCustomPrompt="1"/>
          </p:nvPr>
        </p:nvSpPr>
        <p:spPr>
          <a:xfrm>
            <a:off x="838200" y="1377833"/>
            <a:ext cx="9037320" cy="540000"/>
          </a:xfrm>
        </p:spPr>
        <p:txBody>
          <a:bodyPr lIns="36000" tIns="0" rIns="0" bIns="0">
            <a:normAutofit/>
          </a:bodyPr>
          <a:lstStyle>
            <a:lvl1pPr marL="0" indent="0">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1" name="Picture Placeholder 10">
            <a:extLst>
              <a:ext uri="{FF2B5EF4-FFF2-40B4-BE49-F238E27FC236}">
                <a16:creationId xmlns:a16="http://schemas.microsoft.com/office/drawing/2014/main" id="{3B535E35-8075-4558-BA3A-C9DFB4FCA5B8}"/>
              </a:ext>
            </a:extLst>
          </p:cNvPr>
          <p:cNvSpPr>
            <a:spLocks noGrp="1"/>
          </p:cNvSpPr>
          <p:nvPr>
            <p:ph type="pic" sz="quarter" idx="26"/>
          </p:nvPr>
        </p:nvSpPr>
        <p:spPr>
          <a:xfrm>
            <a:off x="1061177" y="2461528"/>
            <a:ext cx="4555067" cy="2590800"/>
          </a:xfrm>
        </p:spPr>
        <p:txBody>
          <a:bodyPr anchor="ctr" anchorCtr="0">
            <a:normAutofit/>
          </a:bodyPr>
          <a:lstStyle>
            <a:lvl1pPr marL="0" indent="0" algn="ctr">
              <a:buNone/>
              <a:defRPr sz="1800"/>
            </a:lvl1pPr>
          </a:lstStyle>
          <a:p>
            <a:r>
              <a:rPr lang="en-US" noProof="0"/>
              <a:t>Click icon to add picture</a:t>
            </a:r>
          </a:p>
        </p:txBody>
      </p:sp>
      <p:sp>
        <p:nvSpPr>
          <p:cNvPr id="25" name="Text Placeholder 2">
            <a:extLst>
              <a:ext uri="{FF2B5EF4-FFF2-40B4-BE49-F238E27FC236}">
                <a16:creationId xmlns:a16="http://schemas.microsoft.com/office/drawing/2014/main" id="{9E1A0053-EF84-446F-850C-6AC8FF9CCEDF}"/>
              </a:ext>
            </a:extLst>
          </p:cNvPr>
          <p:cNvSpPr>
            <a:spLocks noGrp="1"/>
          </p:cNvSpPr>
          <p:nvPr>
            <p:ph type="body" idx="27" hasCustomPrompt="1"/>
          </p:nvPr>
        </p:nvSpPr>
        <p:spPr>
          <a:xfrm>
            <a:off x="9098279" y="3718884"/>
            <a:ext cx="2089545"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32" name="Text Placeholder 11">
            <a:extLst>
              <a:ext uri="{FF2B5EF4-FFF2-40B4-BE49-F238E27FC236}">
                <a16:creationId xmlns:a16="http://schemas.microsoft.com/office/drawing/2014/main" id="{1534A936-14F3-4AEF-8CAD-03D91D568FE0}"/>
              </a:ext>
            </a:extLst>
          </p:cNvPr>
          <p:cNvSpPr>
            <a:spLocks noGrp="1"/>
          </p:cNvSpPr>
          <p:nvPr>
            <p:ph type="body" sz="quarter" idx="28" hasCustomPrompt="1"/>
          </p:nvPr>
        </p:nvSpPr>
        <p:spPr>
          <a:xfrm>
            <a:off x="9098280" y="4086418"/>
            <a:ext cx="1783080" cy="1271016"/>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35" name="Picture Placeholder 15">
            <a:extLst>
              <a:ext uri="{FF2B5EF4-FFF2-40B4-BE49-F238E27FC236}">
                <a16:creationId xmlns:a16="http://schemas.microsoft.com/office/drawing/2014/main" id="{A88BEF2F-BB04-4330-BC4B-2912B69653B6}"/>
              </a:ext>
            </a:extLst>
          </p:cNvPr>
          <p:cNvSpPr>
            <a:spLocks noGrp="1"/>
          </p:cNvSpPr>
          <p:nvPr>
            <p:ph type="pic" sz="quarter" idx="29"/>
          </p:nvPr>
        </p:nvSpPr>
        <p:spPr>
          <a:xfrm>
            <a:off x="9098279" y="3069135"/>
            <a:ext cx="612648" cy="557784"/>
          </a:xfrm>
        </p:spPr>
        <p:txBody>
          <a:bodyPr anchor="ctr" anchorCtr="0">
            <a:noAutofit/>
          </a:bodyPr>
          <a:lstStyle>
            <a:lvl1pPr marL="0" indent="0" algn="ctr">
              <a:buNone/>
              <a:defRPr sz="900"/>
            </a:lvl1pPr>
          </a:lstStyle>
          <a:p>
            <a:r>
              <a:rPr lang="en-US" noProof="0"/>
              <a:t>Click icon to add picture</a:t>
            </a:r>
          </a:p>
        </p:txBody>
      </p:sp>
      <p:sp>
        <p:nvSpPr>
          <p:cNvPr id="16"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2489394495"/>
      </p:ext>
    </p:extLst>
  </p:cSld>
  <p:clrMapOvr>
    <a:masterClrMapping/>
  </p:clrMapOvr>
  <p:extLst>
    <p:ext uri="{DCECCB84-F9BA-43D5-87BE-67443E8EF086}">
      <p15:sldGuideLst xmlns:p15="http://schemas.microsoft.com/office/powerpoint/2012/main">
        <p15:guide id="4" orient="horz" pos="21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op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B7BBC9A-B18B-4F56-8515-321CD01B2666}"/>
              </a:ext>
            </a:extLst>
          </p:cNvPr>
          <p:cNvSpPr/>
          <p:nvPr/>
        </p:nvSpPr>
        <p:spPr>
          <a:xfrm>
            <a:off x="7975232" y="2875541"/>
            <a:ext cx="3758184" cy="3547872"/>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7DBA1D92-B603-484B-ABA5-6050FCF7E9C7}" type="datetimeFigureOut">
              <a:rPr lang="en-IN" smtClean="0"/>
              <a:t>15/05/25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lvl1pPr>
              <a:defRPr/>
            </a:lvl1p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
        <p:nvSpPr>
          <p:cNvPr id="9" name="Text Placeholder 2">
            <a:extLst>
              <a:ext uri="{FF2B5EF4-FFF2-40B4-BE49-F238E27FC236}">
                <a16:creationId xmlns:a16="http://schemas.microsoft.com/office/drawing/2014/main" id="{1C91FD06-686C-4DAB-8F12-FBDE6BBF3144}"/>
              </a:ext>
            </a:extLst>
          </p:cNvPr>
          <p:cNvSpPr>
            <a:spLocks noGrp="1"/>
          </p:cNvSpPr>
          <p:nvPr>
            <p:ph type="body" idx="24" hasCustomPrompt="1"/>
          </p:nvPr>
        </p:nvSpPr>
        <p:spPr>
          <a:xfrm>
            <a:off x="836614" y="1377833"/>
            <a:ext cx="9535686" cy="540000"/>
          </a:xfrm>
        </p:spPr>
        <p:txBody>
          <a:bodyPr lIns="36000" tIns="0" rIns="0" bIns="0">
            <a:normAutofit/>
          </a:bodyPr>
          <a:lstStyle>
            <a:lvl1pPr marL="0" indent="0" algn="l">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6" name="Rectangle 15">
            <a:extLst>
              <a:ext uri="{FF2B5EF4-FFF2-40B4-BE49-F238E27FC236}">
                <a16:creationId xmlns:a16="http://schemas.microsoft.com/office/drawing/2014/main" id="{7684F357-0C41-471E-A413-4D42ADE55B12}"/>
              </a:ext>
            </a:extLst>
          </p:cNvPr>
          <p:cNvSpPr/>
          <p:nvPr/>
        </p:nvSpPr>
        <p:spPr>
          <a:xfrm>
            <a:off x="458724" y="2852928"/>
            <a:ext cx="3758184" cy="3547872"/>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8" name="Rectangle 17">
            <a:extLst>
              <a:ext uri="{FF2B5EF4-FFF2-40B4-BE49-F238E27FC236}">
                <a16:creationId xmlns:a16="http://schemas.microsoft.com/office/drawing/2014/main" id="{33076231-2A54-4E4C-AED3-197E208C14BB}"/>
              </a:ext>
            </a:extLst>
          </p:cNvPr>
          <p:cNvSpPr/>
          <p:nvPr/>
        </p:nvSpPr>
        <p:spPr>
          <a:xfrm>
            <a:off x="4216908" y="2395728"/>
            <a:ext cx="3758184" cy="4462271"/>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9" name="Text Placeholder 7">
            <a:extLst>
              <a:ext uri="{FF2B5EF4-FFF2-40B4-BE49-F238E27FC236}">
                <a16:creationId xmlns:a16="http://schemas.microsoft.com/office/drawing/2014/main" id="{63C66F5D-DEC7-40DB-ACC1-70F67F4C9F4B}"/>
              </a:ext>
            </a:extLst>
          </p:cNvPr>
          <p:cNvSpPr>
            <a:spLocks noGrp="1"/>
          </p:cNvSpPr>
          <p:nvPr>
            <p:ph type="body" sz="quarter" idx="25" hasCustomPrompt="1"/>
          </p:nvPr>
        </p:nvSpPr>
        <p:spPr>
          <a:xfrm>
            <a:off x="838086" y="3012360"/>
            <a:ext cx="1266825" cy="781561"/>
          </a:xfrm>
        </p:spPr>
        <p:txBody>
          <a:bodyPr lIns="0" tIns="0" rIns="0" bIns="0">
            <a:noAutofit/>
          </a:bodyPr>
          <a:lstStyle>
            <a:lvl1pPr marL="0" indent="0" algn="l">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1</a:t>
            </a:r>
          </a:p>
        </p:txBody>
      </p:sp>
      <p:sp>
        <p:nvSpPr>
          <p:cNvPr id="20" name="Text Placeholder 2">
            <a:extLst>
              <a:ext uri="{FF2B5EF4-FFF2-40B4-BE49-F238E27FC236}">
                <a16:creationId xmlns:a16="http://schemas.microsoft.com/office/drawing/2014/main" id="{61FE0B9B-7D73-4311-B749-C3FA874AF7CC}"/>
              </a:ext>
            </a:extLst>
          </p:cNvPr>
          <p:cNvSpPr>
            <a:spLocks noGrp="1"/>
          </p:cNvSpPr>
          <p:nvPr>
            <p:ph type="body" idx="1" hasCustomPrompt="1"/>
          </p:nvPr>
        </p:nvSpPr>
        <p:spPr>
          <a:xfrm>
            <a:off x="836613" y="4048567"/>
            <a:ext cx="2992278"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1" name="Text Placeholder 11">
            <a:extLst>
              <a:ext uri="{FF2B5EF4-FFF2-40B4-BE49-F238E27FC236}">
                <a16:creationId xmlns:a16="http://schemas.microsoft.com/office/drawing/2014/main" id="{4A6CBB7D-3142-4CED-98BE-68B4F7C14E52}"/>
              </a:ext>
            </a:extLst>
          </p:cNvPr>
          <p:cNvSpPr>
            <a:spLocks noGrp="1"/>
          </p:cNvSpPr>
          <p:nvPr>
            <p:ph type="body" sz="quarter" idx="13" hasCustomPrompt="1"/>
          </p:nvPr>
        </p:nvSpPr>
        <p:spPr>
          <a:xfrm>
            <a:off x="836613" y="4433657"/>
            <a:ext cx="2992278" cy="1358113"/>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22" name="Text Placeholder 7">
            <a:extLst>
              <a:ext uri="{FF2B5EF4-FFF2-40B4-BE49-F238E27FC236}">
                <a16:creationId xmlns:a16="http://schemas.microsoft.com/office/drawing/2014/main" id="{78844A59-978B-47C0-B59A-F529FA41BF10}"/>
              </a:ext>
            </a:extLst>
          </p:cNvPr>
          <p:cNvSpPr>
            <a:spLocks noGrp="1"/>
          </p:cNvSpPr>
          <p:nvPr>
            <p:ph type="body" sz="quarter" idx="26" hasCustomPrompt="1"/>
          </p:nvPr>
        </p:nvSpPr>
        <p:spPr>
          <a:xfrm>
            <a:off x="8358230" y="3012360"/>
            <a:ext cx="1266825" cy="781561"/>
          </a:xfrm>
        </p:spPr>
        <p:txBody>
          <a:bodyPr lIns="0" tIns="0" rIns="0" bIns="0">
            <a:noAutofit/>
          </a:bodyPr>
          <a:lstStyle>
            <a:lvl1pPr marL="0" indent="0" algn="l">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3</a:t>
            </a:r>
          </a:p>
        </p:txBody>
      </p:sp>
      <p:sp>
        <p:nvSpPr>
          <p:cNvPr id="23" name="Text Placeholder 2">
            <a:extLst>
              <a:ext uri="{FF2B5EF4-FFF2-40B4-BE49-F238E27FC236}">
                <a16:creationId xmlns:a16="http://schemas.microsoft.com/office/drawing/2014/main" id="{D09F31D3-FC19-4A61-A915-5F11C6F7EBD8}"/>
              </a:ext>
            </a:extLst>
          </p:cNvPr>
          <p:cNvSpPr>
            <a:spLocks noGrp="1"/>
          </p:cNvSpPr>
          <p:nvPr>
            <p:ph type="body" idx="27" hasCustomPrompt="1"/>
          </p:nvPr>
        </p:nvSpPr>
        <p:spPr>
          <a:xfrm>
            <a:off x="8356757" y="4048567"/>
            <a:ext cx="2992278"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4" name="Text Placeholder 11">
            <a:extLst>
              <a:ext uri="{FF2B5EF4-FFF2-40B4-BE49-F238E27FC236}">
                <a16:creationId xmlns:a16="http://schemas.microsoft.com/office/drawing/2014/main" id="{6AA97C78-ABC3-4559-8EFA-1F24C3A6E3FE}"/>
              </a:ext>
            </a:extLst>
          </p:cNvPr>
          <p:cNvSpPr>
            <a:spLocks noGrp="1"/>
          </p:cNvSpPr>
          <p:nvPr>
            <p:ph type="body" sz="quarter" idx="28" hasCustomPrompt="1"/>
          </p:nvPr>
        </p:nvSpPr>
        <p:spPr>
          <a:xfrm>
            <a:off x="8356757" y="4433657"/>
            <a:ext cx="2992278" cy="1358113"/>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25" name="Text Placeholder 7">
            <a:extLst>
              <a:ext uri="{FF2B5EF4-FFF2-40B4-BE49-F238E27FC236}">
                <a16:creationId xmlns:a16="http://schemas.microsoft.com/office/drawing/2014/main" id="{92A70C67-E4B2-45C8-BD5F-DF3679B00C82}"/>
              </a:ext>
            </a:extLst>
          </p:cNvPr>
          <p:cNvSpPr>
            <a:spLocks noGrp="1"/>
          </p:cNvSpPr>
          <p:nvPr>
            <p:ph type="body" sz="quarter" idx="29" hasCustomPrompt="1"/>
          </p:nvPr>
        </p:nvSpPr>
        <p:spPr>
          <a:xfrm>
            <a:off x="4596270" y="3012360"/>
            <a:ext cx="1266825" cy="781561"/>
          </a:xfrm>
        </p:spPr>
        <p:txBody>
          <a:bodyPr lIns="0" tIns="0" rIns="0" bIns="0">
            <a:noAutofit/>
          </a:bodyPr>
          <a:lstStyle>
            <a:lvl1pPr marL="0" indent="0" algn="l">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2</a:t>
            </a:r>
          </a:p>
        </p:txBody>
      </p:sp>
      <p:sp>
        <p:nvSpPr>
          <p:cNvPr id="26" name="Text Placeholder 2">
            <a:extLst>
              <a:ext uri="{FF2B5EF4-FFF2-40B4-BE49-F238E27FC236}">
                <a16:creationId xmlns:a16="http://schemas.microsoft.com/office/drawing/2014/main" id="{9CA39242-8640-435B-8C03-0CB0BC8E88E6}"/>
              </a:ext>
            </a:extLst>
          </p:cNvPr>
          <p:cNvSpPr>
            <a:spLocks noGrp="1"/>
          </p:cNvSpPr>
          <p:nvPr>
            <p:ph type="body" idx="30" hasCustomPrompt="1"/>
          </p:nvPr>
        </p:nvSpPr>
        <p:spPr>
          <a:xfrm>
            <a:off x="4594797" y="4048567"/>
            <a:ext cx="2992278"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7" name="Text Placeholder 11">
            <a:extLst>
              <a:ext uri="{FF2B5EF4-FFF2-40B4-BE49-F238E27FC236}">
                <a16:creationId xmlns:a16="http://schemas.microsoft.com/office/drawing/2014/main" id="{62E97E9F-0DAA-48F4-90F4-640195EAD7DA}"/>
              </a:ext>
            </a:extLst>
          </p:cNvPr>
          <p:cNvSpPr>
            <a:spLocks noGrp="1"/>
          </p:cNvSpPr>
          <p:nvPr>
            <p:ph type="body" sz="quarter" idx="31" hasCustomPrompt="1"/>
          </p:nvPr>
        </p:nvSpPr>
        <p:spPr>
          <a:xfrm>
            <a:off x="4594797" y="4433657"/>
            <a:ext cx="2992278" cy="1358113"/>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28" name="Picture Placeholder 11">
            <a:extLst>
              <a:ext uri="{FF2B5EF4-FFF2-40B4-BE49-F238E27FC236}">
                <a16:creationId xmlns:a16="http://schemas.microsoft.com/office/drawing/2014/main" id="{48D7F0F9-4118-4257-9D45-A5772C2110D7}"/>
              </a:ext>
            </a:extLst>
          </p:cNvPr>
          <p:cNvSpPr>
            <a:spLocks noGrp="1"/>
          </p:cNvSpPr>
          <p:nvPr>
            <p:ph type="pic" sz="quarter" idx="32"/>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42016342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ircles Fram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AA4D017-0A70-4D48-AAEC-419979E13E79}"/>
              </a:ext>
            </a:extLst>
          </p:cNvPr>
          <p:cNvSpPr>
            <a:spLocks noGrp="1"/>
          </p:cNvSpPr>
          <p:nvPr>
            <p:ph type="dt" sz="half" idx="10"/>
          </p:nvPr>
        </p:nvSpPr>
        <p:spPr>
          <a:xfrm>
            <a:off x="10265399" y="5810623"/>
            <a:ext cx="1080000" cy="234000"/>
          </a:xfrm>
          <a:prstGeom prst="rect">
            <a:avLst/>
          </a:prstGeom>
        </p:spPr>
        <p:txBody>
          <a:bodyPr/>
          <a:lstStyle/>
          <a:p>
            <a:fld id="{7DBA1D92-B603-484B-ABA5-6050FCF7E9C7}" type="datetimeFigureOut">
              <a:rPr lang="en-IN" smtClean="0"/>
              <a:t>15/05/25</a:t>
            </a:fld>
            <a:endParaRPr lang="en-IN"/>
          </a:p>
        </p:txBody>
      </p:sp>
      <p:sp>
        <p:nvSpPr>
          <p:cNvPr id="4" name="Footer Placeholder 3">
            <a:extLst>
              <a:ext uri="{FF2B5EF4-FFF2-40B4-BE49-F238E27FC236}">
                <a16:creationId xmlns:a16="http://schemas.microsoft.com/office/drawing/2014/main" id="{B7BBC7E7-6231-47E3-8EF5-B6940485EEEF}"/>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5FCF16B4-2B81-4254-9C13-836431B5E213}"/>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
        <p:nvSpPr>
          <p:cNvPr id="21" name="Oval 20">
            <a:extLst>
              <a:ext uri="{FF2B5EF4-FFF2-40B4-BE49-F238E27FC236}">
                <a16:creationId xmlns:a16="http://schemas.microsoft.com/office/drawing/2014/main" id="{301015CF-499A-4BBE-9753-C58924478363}"/>
              </a:ext>
            </a:extLst>
          </p:cNvPr>
          <p:cNvSpPr/>
          <p:nvPr/>
        </p:nvSpPr>
        <p:spPr>
          <a:xfrm>
            <a:off x="1810787" y="2541781"/>
            <a:ext cx="2322576" cy="2322576"/>
          </a:xfrm>
          <a:prstGeom prst="ellipse">
            <a:avLst/>
          </a:prstGeom>
          <a:gradFill>
            <a:gsLst>
              <a:gs pos="0">
                <a:schemeClr val="bg2">
                  <a:alpha val="10000"/>
                </a:schemeClr>
              </a:gs>
              <a:gs pos="100000">
                <a:schemeClr val="bg2">
                  <a:lumMod val="75000"/>
                  <a:alpha val="2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2" name="Oval 21">
            <a:extLst>
              <a:ext uri="{FF2B5EF4-FFF2-40B4-BE49-F238E27FC236}">
                <a16:creationId xmlns:a16="http://schemas.microsoft.com/office/drawing/2014/main" id="{A25F4982-38CF-44F1-8F23-63FB784DDB3F}"/>
              </a:ext>
            </a:extLst>
          </p:cNvPr>
          <p:cNvSpPr/>
          <p:nvPr/>
        </p:nvSpPr>
        <p:spPr>
          <a:xfrm>
            <a:off x="3997452" y="2200193"/>
            <a:ext cx="3008376" cy="3008376"/>
          </a:xfrm>
          <a:prstGeom prst="ellipse">
            <a:avLst/>
          </a:prstGeom>
          <a:gradFill>
            <a:gsLst>
              <a:gs pos="100000">
                <a:schemeClr val="bg2">
                  <a:lumMod val="75000"/>
                  <a:alpha val="20000"/>
                </a:schemeClr>
              </a:gs>
              <a:gs pos="0">
                <a:schemeClr val="tx2">
                  <a:alpha val="2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Oval 22">
            <a:extLst>
              <a:ext uri="{FF2B5EF4-FFF2-40B4-BE49-F238E27FC236}">
                <a16:creationId xmlns:a16="http://schemas.microsoft.com/office/drawing/2014/main" id="{2E9E2742-0CF7-4498-9804-D4E1B556238F}"/>
              </a:ext>
            </a:extLst>
          </p:cNvPr>
          <p:cNvSpPr/>
          <p:nvPr/>
        </p:nvSpPr>
        <p:spPr>
          <a:xfrm>
            <a:off x="6869918" y="1978150"/>
            <a:ext cx="3511296" cy="3511296"/>
          </a:xfrm>
          <a:prstGeom prst="ellipse">
            <a:avLst/>
          </a:prstGeom>
          <a:gradFill>
            <a:gsLst>
              <a:gs pos="0">
                <a:schemeClr val="accent1">
                  <a:lumMod val="75000"/>
                  <a:alpha val="20000"/>
                </a:schemeClr>
              </a:gs>
              <a:gs pos="100000">
                <a:schemeClr val="accent1">
                  <a:alpha val="2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7" name="Text Placeholder 7">
            <a:extLst>
              <a:ext uri="{FF2B5EF4-FFF2-40B4-BE49-F238E27FC236}">
                <a16:creationId xmlns:a16="http://schemas.microsoft.com/office/drawing/2014/main" id="{6BA84852-3669-4ADB-BADA-A7F54196B2BE}"/>
              </a:ext>
            </a:extLst>
          </p:cNvPr>
          <p:cNvSpPr>
            <a:spLocks noGrp="1"/>
          </p:cNvSpPr>
          <p:nvPr>
            <p:ph type="body" sz="quarter" idx="25" hasCustomPrompt="1"/>
          </p:nvPr>
        </p:nvSpPr>
        <p:spPr>
          <a:xfrm>
            <a:off x="2073295" y="3071195"/>
            <a:ext cx="1797559" cy="781561"/>
          </a:xfrm>
        </p:spPr>
        <p:txBody>
          <a:bodyPr lIns="0" tIns="0" rIns="0" bIns="0">
            <a:noAutofit/>
          </a:bodyPr>
          <a:lstStyle>
            <a:lvl1pPr marL="0" indent="0" algn="ctr">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1</a:t>
            </a:r>
          </a:p>
        </p:txBody>
      </p:sp>
      <p:sp>
        <p:nvSpPr>
          <p:cNvPr id="28" name="Text Placeholder 2">
            <a:extLst>
              <a:ext uri="{FF2B5EF4-FFF2-40B4-BE49-F238E27FC236}">
                <a16:creationId xmlns:a16="http://schemas.microsoft.com/office/drawing/2014/main" id="{332ADE7C-CB58-4543-8A89-D1BAA23B59EB}"/>
              </a:ext>
            </a:extLst>
          </p:cNvPr>
          <p:cNvSpPr>
            <a:spLocks noGrp="1"/>
          </p:cNvSpPr>
          <p:nvPr>
            <p:ph type="body" idx="1" hasCustomPrompt="1"/>
          </p:nvPr>
        </p:nvSpPr>
        <p:spPr>
          <a:xfrm>
            <a:off x="1730075" y="5649340"/>
            <a:ext cx="2484000" cy="334918"/>
          </a:xfrm>
        </p:spPr>
        <p:txBody>
          <a:bodyPr lIns="36000" tIns="0" rIns="0" bIns="0" anchor="b">
            <a:normAutofit/>
          </a:bodyPr>
          <a:lstStyle>
            <a:lvl1pPr marL="0" indent="0" algn="ctr">
              <a:buNone/>
              <a:defRPr sz="22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29" name="Text Placeholder 11">
            <a:extLst>
              <a:ext uri="{FF2B5EF4-FFF2-40B4-BE49-F238E27FC236}">
                <a16:creationId xmlns:a16="http://schemas.microsoft.com/office/drawing/2014/main" id="{BEF70025-7AF3-426D-AAE8-5D25E1A5CB6E}"/>
              </a:ext>
            </a:extLst>
          </p:cNvPr>
          <p:cNvSpPr>
            <a:spLocks noGrp="1"/>
          </p:cNvSpPr>
          <p:nvPr>
            <p:ph type="body" sz="quarter" idx="13" hasCustomPrompt="1"/>
          </p:nvPr>
        </p:nvSpPr>
        <p:spPr>
          <a:xfrm>
            <a:off x="2165887" y="3909381"/>
            <a:ext cx="1596816" cy="430700"/>
          </a:xfrm>
        </p:spPr>
        <p:txBody>
          <a:bodyPr lIns="36000" tIns="0" rIns="0" bIns="0">
            <a:noAutofit/>
          </a:bodyPr>
          <a:lstStyle>
            <a:lvl1pPr marL="0" indent="0" algn="ctr">
              <a:buNone/>
              <a:defRPr sz="2800"/>
            </a:lvl1pPr>
            <a:lvl2pPr marL="457200" indent="0">
              <a:buNone/>
              <a:defRPr sz="2800"/>
            </a:lvl2pPr>
          </a:lstStyle>
          <a:p>
            <a:pPr lvl="0"/>
            <a:r>
              <a:rPr lang="en-US" noProof="0"/>
              <a:t>Billion</a:t>
            </a:r>
          </a:p>
        </p:txBody>
      </p:sp>
      <p:sp>
        <p:nvSpPr>
          <p:cNvPr id="30" name="Text Placeholder 2">
            <a:extLst>
              <a:ext uri="{FF2B5EF4-FFF2-40B4-BE49-F238E27FC236}">
                <a16:creationId xmlns:a16="http://schemas.microsoft.com/office/drawing/2014/main" id="{B48A1176-4AC8-4197-8737-21A26EC60370}"/>
              </a:ext>
            </a:extLst>
          </p:cNvPr>
          <p:cNvSpPr>
            <a:spLocks noGrp="1"/>
          </p:cNvSpPr>
          <p:nvPr>
            <p:ph type="body" idx="32" hasCustomPrompt="1"/>
          </p:nvPr>
        </p:nvSpPr>
        <p:spPr>
          <a:xfrm>
            <a:off x="4362457" y="5674484"/>
            <a:ext cx="2484000" cy="334918"/>
          </a:xfrm>
        </p:spPr>
        <p:txBody>
          <a:bodyPr lIns="36000" tIns="0" rIns="0" bIns="0" anchor="b">
            <a:normAutofit/>
          </a:bodyPr>
          <a:lstStyle>
            <a:lvl1pPr marL="0" indent="0" algn="ctr">
              <a:buNone/>
              <a:defRPr sz="22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31" name="Text Placeholder 2">
            <a:extLst>
              <a:ext uri="{FF2B5EF4-FFF2-40B4-BE49-F238E27FC236}">
                <a16:creationId xmlns:a16="http://schemas.microsoft.com/office/drawing/2014/main" id="{9E48A353-E825-43A2-9268-3772DF852C93}"/>
              </a:ext>
            </a:extLst>
          </p:cNvPr>
          <p:cNvSpPr>
            <a:spLocks noGrp="1"/>
          </p:cNvSpPr>
          <p:nvPr>
            <p:ph type="body" idx="33" hasCustomPrompt="1"/>
          </p:nvPr>
        </p:nvSpPr>
        <p:spPr>
          <a:xfrm>
            <a:off x="7383566" y="5656692"/>
            <a:ext cx="2484000" cy="334918"/>
          </a:xfrm>
        </p:spPr>
        <p:txBody>
          <a:bodyPr lIns="36000" tIns="0" rIns="0" bIns="0" anchor="b">
            <a:normAutofit/>
          </a:bodyPr>
          <a:lstStyle>
            <a:lvl1pPr marL="0" indent="0" algn="ctr">
              <a:buNone/>
              <a:defRPr sz="22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32" name="Text Placeholder 7">
            <a:extLst>
              <a:ext uri="{FF2B5EF4-FFF2-40B4-BE49-F238E27FC236}">
                <a16:creationId xmlns:a16="http://schemas.microsoft.com/office/drawing/2014/main" id="{289C6559-A412-4545-8BEA-9C8CF0E92D8D}"/>
              </a:ext>
            </a:extLst>
          </p:cNvPr>
          <p:cNvSpPr>
            <a:spLocks noGrp="1"/>
          </p:cNvSpPr>
          <p:nvPr>
            <p:ph type="body" sz="quarter" idx="34" hasCustomPrompt="1"/>
          </p:nvPr>
        </p:nvSpPr>
        <p:spPr>
          <a:xfrm>
            <a:off x="4602860" y="3068895"/>
            <a:ext cx="1797559" cy="781561"/>
          </a:xfrm>
        </p:spPr>
        <p:txBody>
          <a:bodyPr lIns="0" tIns="0" rIns="0" bIns="0">
            <a:noAutofit/>
          </a:bodyPr>
          <a:lstStyle>
            <a:lvl1pPr marL="0" indent="0" algn="ctr">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1</a:t>
            </a:r>
          </a:p>
        </p:txBody>
      </p:sp>
      <p:sp>
        <p:nvSpPr>
          <p:cNvPr id="33" name="Text Placeholder 7">
            <a:extLst>
              <a:ext uri="{FF2B5EF4-FFF2-40B4-BE49-F238E27FC236}">
                <a16:creationId xmlns:a16="http://schemas.microsoft.com/office/drawing/2014/main" id="{0B7BFF13-EDBB-45CE-97A5-A148A3ACA7A0}"/>
              </a:ext>
            </a:extLst>
          </p:cNvPr>
          <p:cNvSpPr>
            <a:spLocks noGrp="1"/>
          </p:cNvSpPr>
          <p:nvPr>
            <p:ph type="body" sz="quarter" idx="35" hasCustomPrompt="1"/>
          </p:nvPr>
        </p:nvSpPr>
        <p:spPr>
          <a:xfrm>
            <a:off x="7726786" y="3068895"/>
            <a:ext cx="1797559" cy="781561"/>
          </a:xfrm>
        </p:spPr>
        <p:txBody>
          <a:bodyPr lIns="0" tIns="0" rIns="0" bIns="0">
            <a:noAutofit/>
          </a:bodyPr>
          <a:lstStyle>
            <a:lvl1pPr marL="0" indent="0" algn="ctr">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1</a:t>
            </a:r>
          </a:p>
        </p:txBody>
      </p:sp>
      <p:sp>
        <p:nvSpPr>
          <p:cNvPr id="34" name="Text Placeholder 11">
            <a:extLst>
              <a:ext uri="{FF2B5EF4-FFF2-40B4-BE49-F238E27FC236}">
                <a16:creationId xmlns:a16="http://schemas.microsoft.com/office/drawing/2014/main" id="{4CFD8A3C-72E7-4646-94B5-3D08F2A9B987}"/>
              </a:ext>
            </a:extLst>
          </p:cNvPr>
          <p:cNvSpPr>
            <a:spLocks noGrp="1"/>
          </p:cNvSpPr>
          <p:nvPr>
            <p:ph type="body" sz="quarter" idx="36" hasCustomPrompt="1"/>
          </p:nvPr>
        </p:nvSpPr>
        <p:spPr>
          <a:xfrm>
            <a:off x="4703232" y="3917466"/>
            <a:ext cx="1596816" cy="430700"/>
          </a:xfrm>
        </p:spPr>
        <p:txBody>
          <a:bodyPr lIns="36000" tIns="0" rIns="0" bIns="0">
            <a:noAutofit/>
          </a:bodyPr>
          <a:lstStyle>
            <a:lvl1pPr marL="0" indent="0" algn="ctr">
              <a:buNone/>
              <a:defRPr sz="2800"/>
            </a:lvl1pPr>
            <a:lvl2pPr marL="457200" indent="0">
              <a:buNone/>
              <a:defRPr sz="2800"/>
            </a:lvl2pPr>
          </a:lstStyle>
          <a:p>
            <a:pPr lvl="0"/>
            <a:r>
              <a:rPr lang="en-US" noProof="0"/>
              <a:t>Billion</a:t>
            </a:r>
          </a:p>
        </p:txBody>
      </p:sp>
      <p:sp>
        <p:nvSpPr>
          <p:cNvPr id="35" name="Text Placeholder 11">
            <a:extLst>
              <a:ext uri="{FF2B5EF4-FFF2-40B4-BE49-F238E27FC236}">
                <a16:creationId xmlns:a16="http://schemas.microsoft.com/office/drawing/2014/main" id="{16E9923E-87D9-40DD-9F02-63A0EE936A1F}"/>
              </a:ext>
            </a:extLst>
          </p:cNvPr>
          <p:cNvSpPr>
            <a:spLocks noGrp="1"/>
          </p:cNvSpPr>
          <p:nvPr>
            <p:ph type="body" sz="quarter" idx="37" hasCustomPrompt="1"/>
          </p:nvPr>
        </p:nvSpPr>
        <p:spPr>
          <a:xfrm>
            <a:off x="7827157" y="3917466"/>
            <a:ext cx="1596816" cy="430700"/>
          </a:xfrm>
        </p:spPr>
        <p:txBody>
          <a:bodyPr lIns="36000" tIns="0" rIns="0" bIns="0">
            <a:noAutofit/>
          </a:bodyPr>
          <a:lstStyle>
            <a:lvl1pPr marL="0" indent="0" algn="ctr">
              <a:buNone/>
              <a:defRPr sz="2800"/>
            </a:lvl1pPr>
            <a:lvl2pPr marL="457200" indent="0">
              <a:buNone/>
              <a:defRPr sz="2800"/>
            </a:lvl2pPr>
          </a:lstStyle>
          <a:p>
            <a:pPr lvl="0"/>
            <a:r>
              <a:rPr lang="en-US" noProof="0"/>
              <a:t>Billion</a:t>
            </a:r>
          </a:p>
        </p:txBody>
      </p:sp>
      <p:sp>
        <p:nvSpPr>
          <p:cNvPr id="20" name="Title 1">
            <a:extLst>
              <a:ext uri="{FF2B5EF4-FFF2-40B4-BE49-F238E27FC236}">
                <a16:creationId xmlns:a16="http://schemas.microsoft.com/office/drawing/2014/main" id="{138ED511-212A-DA4E-98FC-496D7B92A73F}"/>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25" name="Text Placeholder 2">
            <a:extLst>
              <a:ext uri="{FF2B5EF4-FFF2-40B4-BE49-F238E27FC236}">
                <a16:creationId xmlns:a16="http://schemas.microsoft.com/office/drawing/2014/main" id="{53F5D1F3-7B20-844A-AD7A-66AA1CAC2557}"/>
              </a:ext>
            </a:extLst>
          </p:cNvPr>
          <p:cNvSpPr>
            <a:spLocks noGrp="1"/>
          </p:cNvSpPr>
          <p:nvPr>
            <p:ph type="body" idx="24" hasCustomPrompt="1"/>
          </p:nvPr>
        </p:nvSpPr>
        <p:spPr>
          <a:xfrm>
            <a:off x="836614" y="1377833"/>
            <a:ext cx="9535686" cy="540000"/>
          </a:xfrm>
        </p:spPr>
        <p:txBody>
          <a:bodyPr lIns="36000" tIns="0" rIns="0" bIns="0">
            <a:normAutofit/>
          </a:bodyPr>
          <a:lstStyle>
            <a:lvl1pPr marL="0" indent="0" algn="l">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26" name="Picture Placeholder 11">
            <a:extLst>
              <a:ext uri="{FF2B5EF4-FFF2-40B4-BE49-F238E27FC236}">
                <a16:creationId xmlns:a16="http://schemas.microsoft.com/office/drawing/2014/main" id="{48D7F0F9-4118-4257-9D45-A5772C2110D7}"/>
              </a:ext>
            </a:extLst>
          </p:cNvPr>
          <p:cNvSpPr>
            <a:spLocks noGrp="1"/>
          </p:cNvSpPr>
          <p:nvPr>
            <p:ph type="pic" sz="quarter" idx="38"/>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18754952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mparison with Subtitl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B7BBC9A-B18B-4F56-8515-321CD01B2666}"/>
              </a:ext>
            </a:extLst>
          </p:cNvPr>
          <p:cNvSpPr/>
          <p:nvPr/>
        </p:nvSpPr>
        <p:spPr>
          <a:xfrm>
            <a:off x="6096000" y="2875541"/>
            <a:ext cx="5653088" cy="2724912"/>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7DBA1D92-B603-484B-ABA5-6050FCF7E9C7}" type="datetimeFigureOut">
              <a:rPr lang="en-IN" smtClean="0"/>
              <a:t>15/05/25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lvl1pPr>
              <a:defRPr/>
            </a:lvl1p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
        <p:nvSpPr>
          <p:cNvPr id="9" name="Text Placeholder 2">
            <a:extLst>
              <a:ext uri="{FF2B5EF4-FFF2-40B4-BE49-F238E27FC236}">
                <a16:creationId xmlns:a16="http://schemas.microsoft.com/office/drawing/2014/main" id="{1C91FD06-686C-4DAB-8F12-FBDE6BBF3144}"/>
              </a:ext>
            </a:extLst>
          </p:cNvPr>
          <p:cNvSpPr>
            <a:spLocks noGrp="1"/>
          </p:cNvSpPr>
          <p:nvPr>
            <p:ph type="body" idx="24" hasCustomPrompt="1"/>
          </p:nvPr>
        </p:nvSpPr>
        <p:spPr>
          <a:xfrm>
            <a:off x="836614" y="1377833"/>
            <a:ext cx="9535686" cy="909018"/>
          </a:xfrm>
        </p:spPr>
        <p:txBody>
          <a:bodyPr lIns="36000" tIns="0" rIns="0" bIns="0">
            <a:normAutofit/>
          </a:bodyPr>
          <a:lstStyle>
            <a:lvl1pPr marL="0" indent="0" algn="l">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8" name="Rectangle 17">
            <a:extLst>
              <a:ext uri="{FF2B5EF4-FFF2-40B4-BE49-F238E27FC236}">
                <a16:creationId xmlns:a16="http://schemas.microsoft.com/office/drawing/2014/main" id="{33076231-2A54-4E4C-AED3-197E208C14BB}"/>
              </a:ext>
            </a:extLst>
          </p:cNvPr>
          <p:cNvSpPr/>
          <p:nvPr/>
        </p:nvSpPr>
        <p:spPr>
          <a:xfrm>
            <a:off x="0" y="2891583"/>
            <a:ext cx="6096000" cy="2724912"/>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0" name="Text Placeholder 2">
            <a:extLst>
              <a:ext uri="{FF2B5EF4-FFF2-40B4-BE49-F238E27FC236}">
                <a16:creationId xmlns:a16="http://schemas.microsoft.com/office/drawing/2014/main" id="{61FE0B9B-7D73-4311-B749-C3FA874AF7CC}"/>
              </a:ext>
            </a:extLst>
          </p:cNvPr>
          <p:cNvSpPr>
            <a:spLocks noGrp="1"/>
          </p:cNvSpPr>
          <p:nvPr>
            <p:ph type="body" idx="1" hasCustomPrompt="1"/>
          </p:nvPr>
        </p:nvSpPr>
        <p:spPr>
          <a:xfrm>
            <a:off x="836612" y="3278541"/>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1" name="Text Placeholder 11">
            <a:extLst>
              <a:ext uri="{FF2B5EF4-FFF2-40B4-BE49-F238E27FC236}">
                <a16:creationId xmlns:a16="http://schemas.microsoft.com/office/drawing/2014/main" id="{4A6CBB7D-3142-4CED-98BE-68B4F7C14E52}"/>
              </a:ext>
            </a:extLst>
          </p:cNvPr>
          <p:cNvSpPr>
            <a:spLocks noGrp="1"/>
          </p:cNvSpPr>
          <p:nvPr>
            <p:ph type="body" sz="quarter" idx="13" hasCustomPrompt="1"/>
          </p:nvPr>
        </p:nvSpPr>
        <p:spPr>
          <a:xfrm>
            <a:off x="836612" y="3663631"/>
            <a:ext cx="4820533" cy="1618232"/>
          </a:xfrm>
        </p:spPr>
        <p:txBody>
          <a:bodyPr lIns="36000" tIns="0" rIns="0" bIns="0">
            <a:normAutofit/>
          </a:bodyPr>
          <a:lstStyle>
            <a:lvl1pPr marL="171450" indent="-171450">
              <a:spcBef>
                <a:spcPts val="600"/>
              </a:spcBef>
              <a:buClr>
                <a:schemeClr val="accent1">
                  <a:lumMod val="40000"/>
                  <a:lumOff val="60000"/>
                </a:schemeClr>
              </a:buClr>
              <a:buSzPct val="125000"/>
              <a:buFont typeface="Wingdings" panose="05000000000000000000" pitchFamily="2" charset="2"/>
              <a:buChar char="§"/>
              <a:defRPr sz="1400"/>
            </a:lvl1pPr>
            <a:lvl2pPr marL="628650" indent="-171450">
              <a:spcBef>
                <a:spcPts val="600"/>
              </a:spcBef>
              <a:buClr>
                <a:schemeClr val="accent1">
                  <a:lumMod val="40000"/>
                  <a:lumOff val="60000"/>
                </a:schemeClr>
              </a:buClr>
              <a:buSzPct val="125000"/>
              <a:buFont typeface="Wingdings" panose="05000000000000000000" pitchFamily="2" charset="2"/>
              <a:buChar char="§"/>
              <a:defRPr sz="1400"/>
            </a:lvl2pPr>
          </a:lstStyle>
          <a:p>
            <a:pPr lvl="0"/>
            <a:r>
              <a:rPr lang="en-US" noProof="0"/>
              <a:t>Edit Master text styles</a:t>
            </a:r>
          </a:p>
          <a:p>
            <a:pPr lvl="1"/>
            <a:r>
              <a:rPr lang="en-US" noProof="0"/>
              <a:t>Second level</a:t>
            </a:r>
          </a:p>
        </p:txBody>
      </p:sp>
      <p:sp>
        <p:nvSpPr>
          <p:cNvPr id="26" name="Text Placeholder 2">
            <a:extLst>
              <a:ext uri="{FF2B5EF4-FFF2-40B4-BE49-F238E27FC236}">
                <a16:creationId xmlns:a16="http://schemas.microsoft.com/office/drawing/2014/main" id="{9CA39242-8640-435B-8C03-0CB0BC8E88E6}"/>
              </a:ext>
            </a:extLst>
          </p:cNvPr>
          <p:cNvSpPr>
            <a:spLocks noGrp="1"/>
          </p:cNvSpPr>
          <p:nvPr>
            <p:ph type="body" idx="30" hasCustomPrompt="1"/>
          </p:nvPr>
        </p:nvSpPr>
        <p:spPr>
          <a:xfrm>
            <a:off x="6495790" y="3278541"/>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7" name="Text Placeholder 11">
            <a:extLst>
              <a:ext uri="{FF2B5EF4-FFF2-40B4-BE49-F238E27FC236}">
                <a16:creationId xmlns:a16="http://schemas.microsoft.com/office/drawing/2014/main" id="{62E97E9F-0DAA-48F4-90F4-640195EAD7DA}"/>
              </a:ext>
            </a:extLst>
          </p:cNvPr>
          <p:cNvSpPr>
            <a:spLocks noGrp="1"/>
          </p:cNvSpPr>
          <p:nvPr>
            <p:ph type="body" sz="quarter" idx="31" hasCustomPrompt="1"/>
          </p:nvPr>
        </p:nvSpPr>
        <p:spPr>
          <a:xfrm>
            <a:off x="6495790" y="3663631"/>
            <a:ext cx="4820533" cy="1618232"/>
          </a:xfrm>
        </p:spPr>
        <p:txBody>
          <a:bodyPr lIns="36000" tIns="0" rIns="0" bIns="0">
            <a:normAutofit/>
          </a:bodyPr>
          <a:lstStyle>
            <a:lvl1pPr marL="171450" indent="-171450">
              <a:spcBef>
                <a:spcPts val="600"/>
              </a:spcBef>
              <a:buClr>
                <a:schemeClr val="bg2">
                  <a:lumMod val="40000"/>
                  <a:lumOff val="60000"/>
                </a:schemeClr>
              </a:buClr>
              <a:buSzPct val="125000"/>
              <a:buFont typeface="Wingdings" panose="05000000000000000000" pitchFamily="2" charset="2"/>
              <a:buChar char="§"/>
              <a:defRPr sz="1400"/>
            </a:lvl1pPr>
            <a:lvl2pPr marL="628650" indent="-171450">
              <a:spcBef>
                <a:spcPts val="600"/>
              </a:spcBef>
              <a:buClr>
                <a:schemeClr val="bg2">
                  <a:lumMod val="40000"/>
                  <a:lumOff val="60000"/>
                </a:schemeClr>
              </a:buClr>
              <a:buSzPct val="125000"/>
              <a:buFont typeface="Wingdings" panose="05000000000000000000" pitchFamily="2" charset="2"/>
              <a:buChar char="§"/>
              <a:defRPr sz="1400"/>
            </a:lvl2pPr>
          </a:lstStyle>
          <a:p>
            <a:pPr lvl="0"/>
            <a:r>
              <a:rPr lang="en-US" noProof="0"/>
              <a:t>Edit Master text styles</a:t>
            </a:r>
          </a:p>
          <a:p>
            <a:pPr lvl="1"/>
            <a:r>
              <a:rPr lang="en-US" noProof="0"/>
              <a:t>Second level</a:t>
            </a:r>
          </a:p>
        </p:txBody>
      </p:sp>
      <p:sp>
        <p:nvSpPr>
          <p:cNvPr id="14"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238442123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9AECFA43-CD95-4331-BDD6-DA02FC838900}"/>
              </a:ext>
            </a:extLst>
          </p:cNvPr>
          <p:cNvSpPr/>
          <p:nvPr/>
        </p:nvSpPr>
        <p:spPr>
          <a:xfrm>
            <a:off x="0" y="1426745"/>
            <a:ext cx="12192000" cy="4983480"/>
          </a:xfrm>
          <a:prstGeom prst="rect">
            <a:avLst/>
          </a:prstGeom>
          <a:gradFill>
            <a:gsLst>
              <a:gs pos="0">
                <a:schemeClr val="accent1">
                  <a:lumMod val="75000"/>
                  <a:alpha val="20000"/>
                </a:schemeClr>
              </a:gs>
              <a:gs pos="100000">
                <a:schemeClr val="bg2">
                  <a:alpha val="2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7DBA1D92-B603-484B-ABA5-6050FCF7E9C7}" type="datetimeFigureOut">
              <a:rPr lang="en-IN" smtClean="0"/>
              <a:t>15/05/25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lvl1pPr>
              <a:defRPr/>
            </a:lvl1p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
        <p:nvSpPr>
          <p:cNvPr id="22" name="Picture Placeholder 11" descr="Competitors logos quadrant">
            <a:extLst>
              <a:ext uri="{FF2B5EF4-FFF2-40B4-BE49-F238E27FC236}">
                <a16:creationId xmlns:a16="http://schemas.microsoft.com/office/drawing/2014/main" id="{AA265DB5-0ACC-4872-94A9-E59194B1A497}"/>
              </a:ext>
            </a:extLst>
          </p:cNvPr>
          <p:cNvSpPr>
            <a:spLocks noGrp="1"/>
          </p:cNvSpPr>
          <p:nvPr>
            <p:ph type="pic" sz="quarter" idx="39" hasCustomPrompt="1"/>
          </p:nvPr>
        </p:nvSpPr>
        <p:spPr>
          <a:xfrm>
            <a:off x="3271215" y="2800279"/>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2</a:t>
            </a:r>
          </a:p>
          <a:p>
            <a:r>
              <a:rPr lang="en-US" noProof="0"/>
              <a:t>Logo</a:t>
            </a:r>
          </a:p>
        </p:txBody>
      </p:sp>
      <p:sp>
        <p:nvSpPr>
          <p:cNvPr id="23" name="Picture Placeholder 11" descr="Competitors logos quadrant">
            <a:extLst>
              <a:ext uri="{FF2B5EF4-FFF2-40B4-BE49-F238E27FC236}">
                <a16:creationId xmlns:a16="http://schemas.microsoft.com/office/drawing/2014/main" id="{D93F8F87-5281-4F40-82FC-A4B985EAFE89}"/>
              </a:ext>
            </a:extLst>
          </p:cNvPr>
          <p:cNvSpPr>
            <a:spLocks noGrp="1"/>
          </p:cNvSpPr>
          <p:nvPr>
            <p:ph type="pic" sz="quarter" idx="40" hasCustomPrompt="1"/>
          </p:nvPr>
        </p:nvSpPr>
        <p:spPr>
          <a:xfrm>
            <a:off x="1366167" y="2237506"/>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1</a:t>
            </a:r>
          </a:p>
          <a:p>
            <a:r>
              <a:rPr lang="en-US" noProof="0"/>
              <a:t>Logo</a:t>
            </a:r>
          </a:p>
        </p:txBody>
      </p:sp>
      <p:sp>
        <p:nvSpPr>
          <p:cNvPr id="24" name="Picture Placeholder 11" descr="Competitors logos quadrant">
            <a:extLst>
              <a:ext uri="{FF2B5EF4-FFF2-40B4-BE49-F238E27FC236}">
                <a16:creationId xmlns:a16="http://schemas.microsoft.com/office/drawing/2014/main" id="{DEEA12AF-CE7B-41C2-8A17-EC693ECF8C38}"/>
              </a:ext>
            </a:extLst>
          </p:cNvPr>
          <p:cNvSpPr>
            <a:spLocks noGrp="1"/>
          </p:cNvSpPr>
          <p:nvPr>
            <p:ph type="pic" sz="quarter" idx="41" hasCustomPrompt="1"/>
          </p:nvPr>
        </p:nvSpPr>
        <p:spPr>
          <a:xfrm>
            <a:off x="1872684" y="4678392"/>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3</a:t>
            </a:r>
          </a:p>
          <a:p>
            <a:r>
              <a:rPr lang="en-US" noProof="0"/>
              <a:t>Logo</a:t>
            </a:r>
          </a:p>
        </p:txBody>
      </p:sp>
      <p:sp>
        <p:nvSpPr>
          <p:cNvPr id="25" name="Picture Placeholder 11" descr="Competitors logos quadrant">
            <a:extLst>
              <a:ext uri="{FF2B5EF4-FFF2-40B4-BE49-F238E27FC236}">
                <a16:creationId xmlns:a16="http://schemas.microsoft.com/office/drawing/2014/main" id="{5F18F8B8-2496-4093-BFC7-531592943EB3}"/>
              </a:ext>
            </a:extLst>
          </p:cNvPr>
          <p:cNvSpPr>
            <a:spLocks noGrp="1"/>
          </p:cNvSpPr>
          <p:nvPr>
            <p:ph type="pic" sz="quarter" idx="42" hasCustomPrompt="1"/>
          </p:nvPr>
        </p:nvSpPr>
        <p:spPr>
          <a:xfrm>
            <a:off x="6636591" y="2856931"/>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4</a:t>
            </a:r>
          </a:p>
          <a:p>
            <a:r>
              <a:rPr lang="en-US" noProof="0"/>
              <a:t>Logo</a:t>
            </a:r>
          </a:p>
        </p:txBody>
      </p:sp>
      <p:sp>
        <p:nvSpPr>
          <p:cNvPr id="28" name="Picture Placeholder 11" descr="Competitors logos quadrant">
            <a:extLst>
              <a:ext uri="{FF2B5EF4-FFF2-40B4-BE49-F238E27FC236}">
                <a16:creationId xmlns:a16="http://schemas.microsoft.com/office/drawing/2014/main" id="{7FA1C20D-8A7C-4FF1-8DFB-ECACC4C2BC63}"/>
              </a:ext>
            </a:extLst>
          </p:cNvPr>
          <p:cNvSpPr>
            <a:spLocks noGrp="1"/>
          </p:cNvSpPr>
          <p:nvPr>
            <p:ph type="pic" sz="quarter" idx="43" hasCustomPrompt="1"/>
          </p:nvPr>
        </p:nvSpPr>
        <p:spPr>
          <a:xfrm>
            <a:off x="6458028" y="4783318"/>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5</a:t>
            </a:r>
          </a:p>
          <a:p>
            <a:r>
              <a:rPr lang="en-US" noProof="0"/>
              <a:t>Logo</a:t>
            </a:r>
          </a:p>
        </p:txBody>
      </p:sp>
      <p:sp>
        <p:nvSpPr>
          <p:cNvPr id="29" name="Picture Placeholder 11" descr="Competitors logos quadrant">
            <a:extLst>
              <a:ext uri="{FF2B5EF4-FFF2-40B4-BE49-F238E27FC236}">
                <a16:creationId xmlns:a16="http://schemas.microsoft.com/office/drawing/2014/main" id="{62CD1D6A-EBAA-473C-A87B-407D209FA4F0}"/>
              </a:ext>
            </a:extLst>
          </p:cNvPr>
          <p:cNvSpPr>
            <a:spLocks noGrp="1"/>
          </p:cNvSpPr>
          <p:nvPr>
            <p:ph type="pic" sz="quarter" idx="44" hasCustomPrompt="1"/>
          </p:nvPr>
        </p:nvSpPr>
        <p:spPr>
          <a:xfrm>
            <a:off x="9155216" y="4546154"/>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6</a:t>
            </a:r>
          </a:p>
          <a:p>
            <a:r>
              <a:rPr lang="en-US" noProof="0"/>
              <a:t>Logo</a:t>
            </a:r>
          </a:p>
        </p:txBody>
      </p:sp>
      <p:sp>
        <p:nvSpPr>
          <p:cNvPr id="33" name="Text Placeholder 7">
            <a:extLst>
              <a:ext uri="{FF2B5EF4-FFF2-40B4-BE49-F238E27FC236}">
                <a16:creationId xmlns:a16="http://schemas.microsoft.com/office/drawing/2014/main" id="{07B05968-4C1C-466A-8E74-060D9E16DA9F}"/>
              </a:ext>
            </a:extLst>
          </p:cNvPr>
          <p:cNvSpPr>
            <a:spLocks noGrp="1"/>
          </p:cNvSpPr>
          <p:nvPr>
            <p:ph type="body" sz="quarter" idx="46" hasCustomPrompt="1"/>
          </p:nvPr>
        </p:nvSpPr>
        <p:spPr>
          <a:xfrm>
            <a:off x="836613" y="3922337"/>
            <a:ext cx="2741612" cy="248888"/>
          </a:xfrm>
        </p:spPr>
        <p:txBody>
          <a:bodyPr>
            <a:noAutofit/>
          </a:bodyPr>
          <a:lstStyle>
            <a:lvl1pPr marL="0" indent="0">
              <a:buNone/>
              <a:defRPr sz="1200" b="1"/>
            </a:lvl1pPr>
            <a:lvl2pPr marL="457200" indent="0">
              <a:buNone/>
              <a:defRPr sz="1200" b="1"/>
            </a:lvl2pPr>
            <a:lvl3pPr>
              <a:defRPr sz="1200" b="1"/>
            </a:lvl3pPr>
            <a:lvl4pPr>
              <a:defRPr sz="1200" b="1"/>
            </a:lvl4pPr>
            <a:lvl5pPr>
              <a:defRPr sz="1200" b="1"/>
            </a:lvl5pPr>
          </a:lstStyle>
          <a:p>
            <a:pPr lvl="0"/>
            <a:r>
              <a:rPr lang="en-US" noProof="0"/>
              <a:t>More expensive</a:t>
            </a:r>
          </a:p>
        </p:txBody>
      </p:sp>
      <p:cxnSp>
        <p:nvCxnSpPr>
          <p:cNvPr id="34" name="Straight Arrow Connector 33">
            <a:extLst>
              <a:ext uri="{FF2B5EF4-FFF2-40B4-BE49-F238E27FC236}">
                <a16:creationId xmlns:a16="http://schemas.microsoft.com/office/drawing/2014/main" id="{0A0E78D4-0FC2-422B-8A0E-4B77C857682A}"/>
              </a:ext>
            </a:extLst>
          </p:cNvPr>
          <p:cNvCxnSpPr/>
          <p:nvPr/>
        </p:nvCxnSpPr>
        <p:spPr>
          <a:xfrm>
            <a:off x="943519" y="3858087"/>
            <a:ext cx="103320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0420273-FFF6-4145-952E-E1EC3C641A90}"/>
              </a:ext>
            </a:extLst>
          </p:cNvPr>
          <p:cNvCxnSpPr>
            <a:cxnSpLocks/>
          </p:cNvCxnSpPr>
          <p:nvPr/>
        </p:nvCxnSpPr>
        <p:spPr>
          <a:xfrm rot="16200000">
            <a:off x="4162800" y="3876719"/>
            <a:ext cx="38664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Picture Placeholder 14">
            <a:extLst>
              <a:ext uri="{FF2B5EF4-FFF2-40B4-BE49-F238E27FC236}">
                <a16:creationId xmlns:a16="http://schemas.microsoft.com/office/drawing/2014/main" id="{D916D7D1-7F63-4867-9C6C-31228BEAC6CB}"/>
              </a:ext>
            </a:extLst>
          </p:cNvPr>
          <p:cNvSpPr>
            <a:spLocks noGrp="1"/>
          </p:cNvSpPr>
          <p:nvPr>
            <p:ph type="pic" sz="quarter" idx="14"/>
          </p:nvPr>
        </p:nvSpPr>
        <p:spPr>
          <a:xfrm>
            <a:off x="9464329" y="2259757"/>
            <a:ext cx="1463040" cy="987552"/>
          </a:xfrm>
          <a:solidFill>
            <a:schemeClr val="bg1">
              <a:alpha val="50000"/>
            </a:schemeClr>
          </a:solidFill>
        </p:spPr>
        <p:txBody>
          <a:bodyPr anchor="ctr" anchorCtr="0">
            <a:noAutofit/>
          </a:bodyPr>
          <a:lstStyle>
            <a:lvl1pPr marL="0" indent="0" algn="ctr">
              <a:buNone/>
              <a:defRPr sz="1400"/>
            </a:lvl1pPr>
          </a:lstStyle>
          <a:p>
            <a:r>
              <a:rPr lang="en-US" noProof="0"/>
              <a:t>Click icon to add picture</a:t>
            </a:r>
          </a:p>
        </p:txBody>
      </p:sp>
      <p:sp>
        <p:nvSpPr>
          <p:cNvPr id="39" name="Text Placeholder 7">
            <a:extLst>
              <a:ext uri="{FF2B5EF4-FFF2-40B4-BE49-F238E27FC236}">
                <a16:creationId xmlns:a16="http://schemas.microsoft.com/office/drawing/2014/main" id="{43D1C529-2673-461C-AD18-9EDFAA659C0F}"/>
              </a:ext>
            </a:extLst>
          </p:cNvPr>
          <p:cNvSpPr>
            <a:spLocks noGrp="1"/>
          </p:cNvSpPr>
          <p:nvPr>
            <p:ph type="body" sz="quarter" idx="47" hasCustomPrompt="1"/>
          </p:nvPr>
        </p:nvSpPr>
        <p:spPr>
          <a:xfrm>
            <a:off x="8601699" y="3922337"/>
            <a:ext cx="2741612" cy="248888"/>
          </a:xfrm>
        </p:spPr>
        <p:txBody>
          <a:bodyPr>
            <a:noAutofit/>
          </a:bodyPr>
          <a:lstStyle>
            <a:lvl1pPr marL="0" indent="0" algn="r">
              <a:buNone/>
              <a:defRPr sz="1200" b="1"/>
            </a:lvl1pPr>
            <a:lvl2pPr marL="457200" indent="0">
              <a:buNone/>
              <a:defRPr sz="1200" b="1"/>
            </a:lvl2pPr>
            <a:lvl3pPr>
              <a:defRPr sz="1200" b="1"/>
            </a:lvl3pPr>
            <a:lvl4pPr>
              <a:defRPr sz="1200" b="1"/>
            </a:lvl4pPr>
            <a:lvl5pPr>
              <a:defRPr sz="1200" b="1"/>
            </a:lvl5pPr>
          </a:lstStyle>
          <a:p>
            <a:pPr lvl="0"/>
            <a:r>
              <a:rPr lang="en-US" noProof="0"/>
              <a:t>Less expensive</a:t>
            </a:r>
          </a:p>
        </p:txBody>
      </p:sp>
      <p:sp>
        <p:nvSpPr>
          <p:cNvPr id="40" name="Text Placeholder 7">
            <a:extLst>
              <a:ext uri="{FF2B5EF4-FFF2-40B4-BE49-F238E27FC236}">
                <a16:creationId xmlns:a16="http://schemas.microsoft.com/office/drawing/2014/main" id="{5900A478-228D-4DD3-985B-4DF3CC82896C}"/>
              </a:ext>
            </a:extLst>
          </p:cNvPr>
          <p:cNvSpPr>
            <a:spLocks noGrp="1"/>
          </p:cNvSpPr>
          <p:nvPr>
            <p:ph type="body" sz="quarter" idx="48" hasCustomPrompt="1"/>
          </p:nvPr>
        </p:nvSpPr>
        <p:spPr>
          <a:xfrm>
            <a:off x="4718845" y="5880592"/>
            <a:ext cx="2741612" cy="248888"/>
          </a:xfrm>
        </p:spPr>
        <p:txBody>
          <a:bodyPr>
            <a:noAutofit/>
          </a:bodyPr>
          <a:lstStyle>
            <a:lvl1pPr marL="0" indent="0" algn="ctr">
              <a:buNone/>
              <a:defRPr sz="1200" b="1"/>
            </a:lvl1pPr>
            <a:lvl2pPr marL="457200" indent="0">
              <a:buNone/>
              <a:defRPr sz="1200" b="1"/>
            </a:lvl2pPr>
            <a:lvl3pPr>
              <a:defRPr sz="1200" b="1"/>
            </a:lvl3pPr>
            <a:lvl4pPr>
              <a:defRPr sz="1200" b="1"/>
            </a:lvl4pPr>
            <a:lvl5pPr>
              <a:defRPr sz="1200" b="1"/>
            </a:lvl5pPr>
          </a:lstStyle>
          <a:p>
            <a:pPr lvl="0"/>
            <a:r>
              <a:rPr lang="en-US" noProof="0"/>
              <a:t>Less convenient</a:t>
            </a:r>
          </a:p>
        </p:txBody>
      </p:sp>
      <p:sp>
        <p:nvSpPr>
          <p:cNvPr id="42" name="Text Placeholder 7">
            <a:extLst>
              <a:ext uri="{FF2B5EF4-FFF2-40B4-BE49-F238E27FC236}">
                <a16:creationId xmlns:a16="http://schemas.microsoft.com/office/drawing/2014/main" id="{34D00100-49AA-43BE-AF2F-0E9CEC49EAC1}"/>
              </a:ext>
            </a:extLst>
          </p:cNvPr>
          <p:cNvSpPr>
            <a:spLocks noGrp="1"/>
          </p:cNvSpPr>
          <p:nvPr>
            <p:ph type="body" sz="quarter" idx="49" hasCustomPrompt="1"/>
          </p:nvPr>
        </p:nvSpPr>
        <p:spPr>
          <a:xfrm>
            <a:off x="4731544" y="1640745"/>
            <a:ext cx="2741612" cy="248888"/>
          </a:xfrm>
        </p:spPr>
        <p:txBody>
          <a:bodyPr>
            <a:noAutofit/>
          </a:bodyPr>
          <a:lstStyle>
            <a:lvl1pPr marL="0" indent="0" algn="ctr">
              <a:buNone/>
              <a:defRPr sz="1200" b="1"/>
            </a:lvl1pPr>
            <a:lvl2pPr marL="457200" indent="0">
              <a:buNone/>
              <a:defRPr sz="1200" b="1"/>
            </a:lvl2pPr>
            <a:lvl3pPr>
              <a:defRPr sz="1200" b="1"/>
            </a:lvl3pPr>
            <a:lvl4pPr>
              <a:defRPr sz="1200" b="1"/>
            </a:lvl4pPr>
            <a:lvl5pPr>
              <a:defRPr sz="1200" b="1"/>
            </a:lvl5pPr>
          </a:lstStyle>
          <a:p>
            <a:pPr lvl="0"/>
            <a:r>
              <a:rPr lang="en-US" noProof="0"/>
              <a:t>More convenient</a:t>
            </a:r>
          </a:p>
        </p:txBody>
      </p:sp>
      <p:sp>
        <p:nvSpPr>
          <p:cNvPr id="21"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
        <p:nvSpPr>
          <p:cNvPr id="26"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Tree>
    <p:extLst>
      <p:ext uri="{BB962C8B-B14F-4D97-AF65-F5344CB8AC3E}">
        <p14:creationId xmlns:p14="http://schemas.microsoft.com/office/powerpoint/2010/main" val="2984665223"/>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7DBA1D92-B603-484B-ABA5-6050FCF7E9C7}" type="datetimeFigureOut">
              <a:rPr lang="en-IN" smtClean="0"/>
              <a:t>15/05/25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lvl1pPr>
              <a:defRPr/>
            </a:lvl1p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
        <p:nvSpPr>
          <p:cNvPr id="9" name="Text Placeholder 2">
            <a:extLst>
              <a:ext uri="{FF2B5EF4-FFF2-40B4-BE49-F238E27FC236}">
                <a16:creationId xmlns:a16="http://schemas.microsoft.com/office/drawing/2014/main" id="{1C91FD06-686C-4DAB-8F12-FBDE6BBF3144}"/>
              </a:ext>
            </a:extLst>
          </p:cNvPr>
          <p:cNvSpPr>
            <a:spLocks noGrp="1"/>
          </p:cNvSpPr>
          <p:nvPr>
            <p:ph type="body" idx="24" hasCustomPrompt="1"/>
          </p:nvPr>
        </p:nvSpPr>
        <p:spPr>
          <a:xfrm>
            <a:off x="836614" y="1377833"/>
            <a:ext cx="9535686" cy="693014"/>
          </a:xfrm>
        </p:spPr>
        <p:txBody>
          <a:bodyPr lIns="36000" tIns="0" rIns="0" bIns="0">
            <a:normAutofit/>
          </a:bodyPr>
          <a:lstStyle>
            <a:lvl1pPr marL="0" indent="0" algn="l">
              <a:buFont typeface="Arial" panose="020B0604020202020204" pitchFamily="34" charset="0"/>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20" name="Text Placeholder 2">
            <a:extLst>
              <a:ext uri="{FF2B5EF4-FFF2-40B4-BE49-F238E27FC236}">
                <a16:creationId xmlns:a16="http://schemas.microsoft.com/office/drawing/2014/main" id="{61FE0B9B-7D73-4311-B749-C3FA874AF7CC}"/>
              </a:ext>
            </a:extLst>
          </p:cNvPr>
          <p:cNvSpPr>
            <a:spLocks noGrp="1"/>
          </p:cNvSpPr>
          <p:nvPr>
            <p:ph type="body" idx="1" hasCustomPrompt="1"/>
          </p:nvPr>
        </p:nvSpPr>
        <p:spPr>
          <a:xfrm>
            <a:off x="836612" y="2323804"/>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6" name="Text Placeholder 2">
            <a:extLst>
              <a:ext uri="{FF2B5EF4-FFF2-40B4-BE49-F238E27FC236}">
                <a16:creationId xmlns:a16="http://schemas.microsoft.com/office/drawing/2014/main" id="{9CA39242-8640-435B-8C03-0CB0BC8E88E6}"/>
              </a:ext>
            </a:extLst>
          </p:cNvPr>
          <p:cNvSpPr>
            <a:spLocks noGrp="1"/>
          </p:cNvSpPr>
          <p:nvPr>
            <p:ph type="body" idx="30" hasCustomPrompt="1"/>
          </p:nvPr>
        </p:nvSpPr>
        <p:spPr>
          <a:xfrm>
            <a:off x="6495790" y="2323804"/>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8" name="Content Placeholder 7">
            <a:extLst>
              <a:ext uri="{FF2B5EF4-FFF2-40B4-BE49-F238E27FC236}">
                <a16:creationId xmlns:a16="http://schemas.microsoft.com/office/drawing/2014/main" id="{0314D5FA-EBD7-472E-9864-D76743BAB4DF}"/>
              </a:ext>
            </a:extLst>
          </p:cNvPr>
          <p:cNvSpPr>
            <a:spLocks noGrp="1"/>
          </p:cNvSpPr>
          <p:nvPr>
            <p:ph sz="quarter" idx="31" hasCustomPrompt="1"/>
          </p:nvPr>
        </p:nvSpPr>
        <p:spPr>
          <a:xfrm>
            <a:off x="836613" y="2811998"/>
            <a:ext cx="4821237" cy="2660650"/>
          </a:xfrm>
        </p:spPr>
        <p:txBody>
          <a:bodyPr lIns="36000" tIns="0" rIns="0" bIns="0">
            <a:normAutofit/>
          </a:bodyPr>
          <a:lstStyle>
            <a:lvl1pPr marL="0" indent="0" algn="l">
              <a:buNone/>
              <a:defRPr sz="2000"/>
            </a:lvl1pPr>
            <a:lvl2pPr marL="457200" indent="0" algn="l">
              <a:buNone/>
              <a:defRPr sz="1800"/>
            </a:lvl2pPr>
          </a:lstStyle>
          <a:p>
            <a:pPr lvl="0"/>
            <a:r>
              <a:rPr lang="en-US" noProof="0"/>
              <a:t>Edit Master text styles</a:t>
            </a:r>
          </a:p>
          <a:p>
            <a:pPr lvl="1"/>
            <a:r>
              <a:rPr lang="en-US" noProof="0"/>
              <a:t>Second level</a:t>
            </a:r>
          </a:p>
        </p:txBody>
      </p:sp>
      <p:sp>
        <p:nvSpPr>
          <p:cNvPr id="16" name="Content Placeholder 7">
            <a:extLst>
              <a:ext uri="{FF2B5EF4-FFF2-40B4-BE49-F238E27FC236}">
                <a16:creationId xmlns:a16="http://schemas.microsoft.com/office/drawing/2014/main" id="{BA129CFA-D87C-494E-9E6D-E317C4D157EB}"/>
              </a:ext>
            </a:extLst>
          </p:cNvPr>
          <p:cNvSpPr>
            <a:spLocks noGrp="1"/>
          </p:cNvSpPr>
          <p:nvPr>
            <p:ph sz="quarter" idx="32" hasCustomPrompt="1"/>
          </p:nvPr>
        </p:nvSpPr>
        <p:spPr>
          <a:xfrm>
            <a:off x="6495086" y="2811998"/>
            <a:ext cx="4821237" cy="2660650"/>
          </a:xfrm>
        </p:spPr>
        <p:txBody>
          <a:bodyPr lIns="36000" tIns="0" rIns="0" bIns="0">
            <a:normAutofit/>
          </a:bodyPr>
          <a:lstStyle>
            <a:lvl1pPr marL="0" indent="0" algn="l">
              <a:buNone/>
              <a:defRPr sz="2000"/>
            </a:lvl1pPr>
            <a:lvl2pPr marL="457200" indent="0" algn="l">
              <a:buNone/>
              <a:defRPr sz="1800"/>
            </a:lvl2pPr>
          </a:lstStyle>
          <a:p>
            <a:pPr lvl="0"/>
            <a:r>
              <a:rPr lang="en-US" noProof="0"/>
              <a:t>Edit Master text styles</a:t>
            </a:r>
          </a:p>
          <a:p>
            <a:pPr lvl="1"/>
            <a:r>
              <a:rPr lang="en-US" noProof="0"/>
              <a:t>Second level</a:t>
            </a:r>
          </a:p>
        </p:txBody>
      </p:sp>
      <p:sp>
        <p:nvSpPr>
          <p:cNvPr id="12"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330619099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1326-08A9-441D-B1A8-66271415853E}"/>
              </a:ext>
            </a:extLst>
          </p:cNvPr>
          <p:cNvSpPr>
            <a:spLocks noGrp="1"/>
          </p:cNvSpPr>
          <p:nvPr>
            <p:ph type="title" hasCustomPrompt="1"/>
          </p:nvPr>
        </p:nvSpPr>
        <p:spPr>
          <a:xfrm>
            <a:off x="836614" y="740998"/>
            <a:ext cx="2759105" cy="568800"/>
          </a:xfrm>
        </p:spPr>
        <p:txBody>
          <a:bodyPr lIns="36000" tIns="0" rIns="0" bIns="0">
            <a:noAutofit/>
          </a:bodyPr>
          <a:lstStyle/>
          <a:p>
            <a:r>
              <a:rPr lang="en-US" noProof="0"/>
              <a:t>Title Here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7DBA1D92-B603-484B-ABA5-6050FCF7E9C7}" type="datetimeFigureOut">
              <a:rPr lang="en-IN" smtClean="0"/>
              <a:t>15/05/25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
        <p:nvSpPr>
          <p:cNvPr id="9" name="Text Placeholder 2">
            <a:extLst>
              <a:ext uri="{FF2B5EF4-FFF2-40B4-BE49-F238E27FC236}">
                <a16:creationId xmlns:a16="http://schemas.microsoft.com/office/drawing/2014/main" id="{1C91FD06-686C-4DAB-8F12-FBDE6BBF3144}"/>
              </a:ext>
            </a:extLst>
          </p:cNvPr>
          <p:cNvSpPr>
            <a:spLocks noGrp="1"/>
          </p:cNvSpPr>
          <p:nvPr>
            <p:ph type="body" idx="24" hasCustomPrompt="1"/>
          </p:nvPr>
        </p:nvSpPr>
        <p:spPr>
          <a:xfrm>
            <a:off x="836615" y="1377833"/>
            <a:ext cx="2760828" cy="1630062"/>
          </a:xfrm>
        </p:spPr>
        <p:txBody>
          <a:bodyPr lIns="36000" tIns="0" rIns="0" bIns="0">
            <a:normAutofit/>
          </a:bodyPr>
          <a:lstStyle>
            <a:lvl1pPr marL="0" indent="0" algn="l">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0" name="Table Placeholder 9">
            <a:extLst>
              <a:ext uri="{FF2B5EF4-FFF2-40B4-BE49-F238E27FC236}">
                <a16:creationId xmlns:a16="http://schemas.microsoft.com/office/drawing/2014/main" id="{36EC64A7-7FE6-41B3-B27F-E6B0C0BAA1FD}"/>
              </a:ext>
            </a:extLst>
          </p:cNvPr>
          <p:cNvSpPr>
            <a:spLocks noGrp="1"/>
          </p:cNvSpPr>
          <p:nvPr>
            <p:ph type="tbl" sz="quarter" idx="25"/>
          </p:nvPr>
        </p:nvSpPr>
        <p:spPr>
          <a:xfrm>
            <a:off x="3983038" y="740998"/>
            <a:ext cx="6159583" cy="4650632"/>
          </a:xfrm>
        </p:spPr>
        <p:txBody>
          <a:bodyPr anchor="ctr" anchorCtr="0">
            <a:noAutofit/>
          </a:bodyPr>
          <a:lstStyle>
            <a:lvl1pPr marL="0" indent="0" algn="ctr">
              <a:buNone/>
              <a:defRPr sz="1800"/>
            </a:lvl1pPr>
          </a:lstStyle>
          <a:p>
            <a:r>
              <a:rPr lang="en-US" noProof="0"/>
              <a:t>Click icon to add table</a:t>
            </a:r>
          </a:p>
        </p:txBody>
      </p:sp>
      <p:sp>
        <p:nvSpPr>
          <p:cNvPr id="11" name="Picture Placeholder 11">
            <a:extLst>
              <a:ext uri="{FF2B5EF4-FFF2-40B4-BE49-F238E27FC236}">
                <a16:creationId xmlns:a16="http://schemas.microsoft.com/office/drawing/2014/main" id="{48D7F0F9-4118-4257-9D45-A5772C2110D7}"/>
              </a:ext>
            </a:extLst>
          </p:cNvPr>
          <p:cNvSpPr>
            <a:spLocks noGrp="1"/>
          </p:cNvSpPr>
          <p:nvPr>
            <p:ph type="pic" sz="quarter" idx="26"/>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3231150043"/>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am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7DBA1D92-B603-484B-ABA5-6050FCF7E9C7}" type="datetimeFigureOut">
              <a:rPr lang="en-IN" smtClean="0"/>
              <a:t>15/05/25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
        <p:nvSpPr>
          <p:cNvPr id="9" name="Text Placeholder 2">
            <a:extLst>
              <a:ext uri="{FF2B5EF4-FFF2-40B4-BE49-F238E27FC236}">
                <a16:creationId xmlns:a16="http://schemas.microsoft.com/office/drawing/2014/main" id="{1C91FD06-686C-4DAB-8F12-FBDE6BBF3144}"/>
              </a:ext>
            </a:extLst>
          </p:cNvPr>
          <p:cNvSpPr>
            <a:spLocks noGrp="1"/>
          </p:cNvSpPr>
          <p:nvPr>
            <p:ph type="body" idx="24" hasCustomPrompt="1"/>
          </p:nvPr>
        </p:nvSpPr>
        <p:spPr>
          <a:xfrm>
            <a:off x="836614" y="1377833"/>
            <a:ext cx="9535686" cy="618880"/>
          </a:xfrm>
        </p:spPr>
        <p:txBody>
          <a:bodyPr lIns="36000" tIns="0" rIns="0" bIns="0">
            <a:normAutofit/>
          </a:bodyPr>
          <a:lstStyle>
            <a:lvl1pPr marL="0" indent="0" algn="l">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45" name="Text Placeholder 2">
            <a:extLst>
              <a:ext uri="{FF2B5EF4-FFF2-40B4-BE49-F238E27FC236}">
                <a16:creationId xmlns:a16="http://schemas.microsoft.com/office/drawing/2014/main" id="{E6BA5EAA-9D1F-41A8-B061-8C18B61C4F65}"/>
              </a:ext>
            </a:extLst>
          </p:cNvPr>
          <p:cNvSpPr>
            <a:spLocks noGrp="1"/>
          </p:cNvSpPr>
          <p:nvPr>
            <p:ph type="body" idx="1" hasCustomPrompt="1"/>
          </p:nvPr>
        </p:nvSpPr>
        <p:spPr>
          <a:xfrm>
            <a:off x="1975465" y="2564315"/>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46" name="Text Placeholder 11">
            <a:extLst>
              <a:ext uri="{FF2B5EF4-FFF2-40B4-BE49-F238E27FC236}">
                <a16:creationId xmlns:a16="http://schemas.microsoft.com/office/drawing/2014/main" id="{60E8EB22-EE54-4319-BFD9-B51D4D584ADF}"/>
              </a:ext>
            </a:extLst>
          </p:cNvPr>
          <p:cNvSpPr>
            <a:spLocks noGrp="1"/>
          </p:cNvSpPr>
          <p:nvPr>
            <p:ph type="body" sz="quarter" idx="13" hasCustomPrompt="1"/>
          </p:nvPr>
        </p:nvSpPr>
        <p:spPr>
          <a:xfrm>
            <a:off x="1975465" y="2949406"/>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12" name="Picture Placeholder 11">
            <a:extLst>
              <a:ext uri="{FF2B5EF4-FFF2-40B4-BE49-F238E27FC236}">
                <a16:creationId xmlns:a16="http://schemas.microsoft.com/office/drawing/2014/main" id="{50604DC3-2547-4A5A-8AF8-1051ADC267D3}"/>
              </a:ext>
            </a:extLst>
          </p:cNvPr>
          <p:cNvSpPr>
            <a:spLocks noGrp="1"/>
          </p:cNvSpPr>
          <p:nvPr>
            <p:ph type="pic" sz="quarter" idx="25"/>
          </p:nvPr>
        </p:nvSpPr>
        <p:spPr>
          <a:xfrm>
            <a:off x="836614" y="2647025"/>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47" name="Text Placeholder 2">
            <a:extLst>
              <a:ext uri="{FF2B5EF4-FFF2-40B4-BE49-F238E27FC236}">
                <a16:creationId xmlns:a16="http://schemas.microsoft.com/office/drawing/2014/main" id="{D21D8720-648F-4748-B19E-15B596D77B9F}"/>
              </a:ext>
            </a:extLst>
          </p:cNvPr>
          <p:cNvSpPr>
            <a:spLocks noGrp="1"/>
          </p:cNvSpPr>
          <p:nvPr>
            <p:ph type="body" idx="26" hasCustomPrompt="1"/>
          </p:nvPr>
        </p:nvSpPr>
        <p:spPr>
          <a:xfrm>
            <a:off x="1975465" y="4130482"/>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48" name="Text Placeholder 11">
            <a:extLst>
              <a:ext uri="{FF2B5EF4-FFF2-40B4-BE49-F238E27FC236}">
                <a16:creationId xmlns:a16="http://schemas.microsoft.com/office/drawing/2014/main" id="{E31B211B-885A-40F6-A25D-6EDF68FBD3A5}"/>
              </a:ext>
            </a:extLst>
          </p:cNvPr>
          <p:cNvSpPr>
            <a:spLocks noGrp="1"/>
          </p:cNvSpPr>
          <p:nvPr>
            <p:ph type="body" sz="quarter" idx="27" hasCustomPrompt="1"/>
          </p:nvPr>
        </p:nvSpPr>
        <p:spPr>
          <a:xfrm>
            <a:off x="1975465" y="4515573"/>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49" name="Picture Placeholder 11">
            <a:extLst>
              <a:ext uri="{FF2B5EF4-FFF2-40B4-BE49-F238E27FC236}">
                <a16:creationId xmlns:a16="http://schemas.microsoft.com/office/drawing/2014/main" id="{C2F4D19D-CC90-455D-8947-5DCD00EA921C}"/>
              </a:ext>
            </a:extLst>
          </p:cNvPr>
          <p:cNvSpPr>
            <a:spLocks noGrp="1"/>
          </p:cNvSpPr>
          <p:nvPr>
            <p:ph type="pic" sz="quarter" idx="28"/>
          </p:nvPr>
        </p:nvSpPr>
        <p:spPr>
          <a:xfrm>
            <a:off x="836614" y="4213192"/>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50" name="Text Placeholder 2">
            <a:extLst>
              <a:ext uri="{FF2B5EF4-FFF2-40B4-BE49-F238E27FC236}">
                <a16:creationId xmlns:a16="http://schemas.microsoft.com/office/drawing/2014/main" id="{D5CAA23C-172B-4B6C-BB10-4F4DB6CFD19B}"/>
              </a:ext>
            </a:extLst>
          </p:cNvPr>
          <p:cNvSpPr>
            <a:spLocks noGrp="1"/>
          </p:cNvSpPr>
          <p:nvPr>
            <p:ph type="body" idx="29" hasCustomPrompt="1"/>
          </p:nvPr>
        </p:nvSpPr>
        <p:spPr>
          <a:xfrm>
            <a:off x="5532112" y="2564315"/>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51" name="Text Placeholder 11">
            <a:extLst>
              <a:ext uri="{FF2B5EF4-FFF2-40B4-BE49-F238E27FC236}">
                <a16:creationId xmlns:a16="http://schemas.microsoft.com/office/drawing/2014/main" id="{5873C0A4-108E-4DD1-A604-311D061489DF}"/>
              </a:ext>
            </a:extLst>
          </p:cNvPr>
          <p:cNvSpPr>
            <a:spLocks noGrp="1"/>
          </p:cNvSpPr>
          <p:nvPr>
            <p:ph type="body" sz="quarter" idx="30" hasCustomPrompt="1"/>
          </p:nvPr>
        </p:nvSpPr>
        <p:spPr>
          <a:xfrm>
            <a:off x="5532112" y="2949406"/>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52" name="Picture Placeholder 11">
            <a:extLst>
              <a:ext uri="{FF2B5EF4-FFF2-40B4-BE49-F238E27FC236}">
                <a16:creationId xmlns:a16="http://schemas.microsoft.com/office/drawing/2014/main" id="{FA4996C0-7B37-42C4-BDFF-F0C54D4A88C9}"/>
              </a:ext>
            </a:extLst>
          </p:cNvPr>
          <p:cNvSpPr>
            <a:spLocks noGrp="1"/>
          </p:cNvSpPr>
          <p:nvPr>
            <p:ph type="pic" sz="quarter" idx="31"/>
          </p:nvPr>
        </p:nvSpPr>
        <p:spPr>
          <a:xfrm>
            <a:off x="4393261" y="2647025"/>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53" name="Text Placeholder 2">
            <a:extLst>
              <a:ext uri="{FF2B5EF4-FFF2-40B4-BE49-F238E27FC236}">
                <a16:creationId xmlns:a16="http://schemas.microsoft.com/office/drawing/2014/main" id="{FE2C9DE6-67CA-4E0C-8A51-B7AC8BD5AE98}"/>
              </a:ext>
            </a:extLst>
          </p:cNvPr>
          <p:cNvSpPr>
            <a:spLocks noGrp="1"/>
          </p:cNvSpPr>
          <p:nvPr>
            <p:ph type="body" idx="32" hasCustomPrompt="1"/>
          </p:nvPr>
        </p:nvSpPr>
        <p:spPr>
          <a:xfrm>
            <a:off x="5532112" y="4130482"/>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54" name="Text Placeholder 11">
            <a:extLst>
              <a:ext uri="{FF2B5EF4-FFF2-40B4-BE49-F238E27FC236}">
                <a16:creationId xmlns:a16="http://schemas.microsoft.com/office/drawing/2014/main" id="{052A6B3A-E7C7-42AC-A91D-7921E2DCA42A}"/>
              </a:ext>
            </a:extLst>
          </p:cNvPr>
          <p:cNvSpPr>
            <a:spLocks noGrp="1"/>
          </p:cNvSpPr>
          <p:nvPr>
            <p:ph type="body" sz="quarter" idx="33" hasCustomPrompt="1"/>
          </p:nvPr>
        </p:nvSpPr>
        <p:spPr>
          <a:xfrm>
            <a:off x="5532112" y="4515573"/>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55" name="Picture Placeholder 11">
            <a:extLst>
              <a:ext uri="{FF2B5EF4-FFF2-40B4-BE49-F238E27FC236}">
                <a16:creationId xmlns:a16="http://schemas.microsoft.com/office/drawing/2014/main" id="{BDE373C5-22C4-4D2E-B2C9-747EA0C709E1}"/>
              </a:ext>
            </a:extLst>
          </p:cNvPr>
          <p:cNvSpPr>
            <a:spLocks noGrp="1"/>
          </p:cNvSpPr>
          <p:nvPr>
            <p:ph type="pic" sz="quarter" idx="34"/>
          </p:nvPr>
        </p:nvSpPr>
        <p:spPr>
          <a:xfrm>
            <a:off x="4393261" y="4213192"/>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56" name="Text Placeholder 2">
            <a:extLst>
              <a:ext uri="{FF2B5EF4-FFF2-40B4-BE49-F238E27FC236}">
                <a16:creationId xmlns:a16="http://schemas.microsoft.com/office/drawing/2014/main" id="{DF658B1C-69F4-44D8-97E9-5536A307168D}"/>
              </a:ext>
            </a:extLst>
          </p:cNvPr>
          <p:cNvSpPr>
            <a:spLocks noGrp="1"/>
          </p:cNvSpPr>
          <p:nvPr>
            <p:ph type="body" idx="35" hasCustomPrompt="1"/>
          </p:nvPr>
        </p:nvSpPr>
        <p:spPr>
          <a:xfrm>
            <a:off x="9088759" y="2564315"/>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57" name="Text Placeholder 11">
            <a:extLst>
              <a:ext uri="{FF2B5EF4-FFF2-40B4-BE49-F238E27FC236}">
                <a16:creationId xmlns:a16="http://schemas.microsoft.com/office/drawing/2014/main" id="{E49F5D3C-52A4-4CF3-9C76-8E7F4AD06745}"/>
              </a:ext>
            </a:extLst>
          </p:cNvPr>
          <p:cNvSpPr>
            <a:spLocks noGrp="1"/>
          </p:cNvSpPr>
          <p:nvPr>
            <p:ph type="body" sz="quarter" idx="36" hasCustomPrompt="1"/>
          </p:nvPr>
        </p:nvSpPr>
        <p:spPr>
          <a:xfrm>
            <a:off x="9088759" y="2949406"/>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58" name="Picture Placeholder 11">
            <a:extLst>
              <a:ext uri="{FF2B5EF4-FFF2-40B4-BE49-F238E27FC236}">
                <a16:creationId xmlns:a16="http://schemas.microsoft.com/office/drawing/2014/main" id="{1AEC50E2-8D09-4E52-90BC-C296ED16B937}"/>
              </a:ext>
            </a:extLst>
          </p:cNvPr>
          <p:cNvSpPr>
            <a:spLocks noGrp="1"/>
          </p:cNvSpPr>
          <p:nvPr>
            <p:ph type="pic" sz="quarter" idx="37"/>
          </p:nvPr>
        </p:nvSpPr>
        <p:spPr>
          <a:xfrm>
            <a:off x="7949908" y="2647025"/>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59" name="Text Placeholder 2">
            <a:extLst>
              <a:ext uri="{FF2B5EF4-FFF2-40B4-BE49-F238E27FC236}">
                <a16:creationId xmlns:a16="http://schemas.microsoft.com/office/drawing/2014/main" id="{1A890E15-BFA6-4C98-BF47-CD2501130937}"/>
              </a:ext>
            </a:extLst>
          </p:cNvPr>
          <p:cNvSpPr>
            <a:spLocks noGrp="1"/>
          </p:cNvSpPr>
          <p:nvPr>
            <p:ph type="body" idx="38" hasCustomPrompt="1"/>
          </p:nvPr>
        </p:nvSpPr>
        <p:spPr>
          <a:xfrm>
            <a:off x="9088759" y="4130482"/>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60" name="Text Placeholder 11">
            <a:extLst>
              <a:ext uri="{FF2B5EF4-FFF2-40B4-BE49-F238E27FC236}">
                <a16:creationId xmlns:a16="http://schemas.microsoft.com/office/drawing/2014/main" id="{65EAB51A-2C46-46D9-9E90-A9C9D9770648}"/>
              </a:ext>
            </a:extLst>
          </p:cNvPr>
          <p:cNvSpPr>
            <a:spLocks noGrp="1"/>
          </p:cNvSpPr>
          <p:nvPr>
            <p:ph type="body" sz="quarter" idx="39" hasCustomPrompt="1"/>
          </p:nvPr>
        </p:nvSpPr>
        <p:spPr>
          <a:xfrm>
            <a:off x="9088759" y="4515573"/>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61" name="Picture Placeholder 11">
            <a:extLst>
              <a:ext uri="{FF2B5EF4-FFF2-40B4-BE49-F238E27FC236}">
                <a16:creationId xmlns:a16="http://schemas.microsoft.com/office/drawing/2014/main" id="{A8E96B85-B153-4EB9-8F26-0E948B5DC173}"/>
              </a:ext>
            </a:extLst>
          </p:cNvPr>
          <p:cNvSpPr>
            <a:spLocks noGrp="1"/>
          </p:cNvSpPr>
          <p:nvPr>
            <p:ph type="pic" sz="quarter" idx="40"/>
          </p:nvPr>
        </p:nvSpPr>
        <p:spPr>
          <a:xfrm>
            <a:off x="7949908" y="4213192"/>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26" name="Picture Placeholder 11">
            <a:extLst>
              <a:ext uri="{FF2B5EF4-FFF2-40B4-BE49-F238E27FC236}">
                <a16:creationId xmlns:a16="http://schemas.microsoft.com/office/drawing/2014/main" id="{48D7F0F9-4118-4257-9D45-A5772C2110D7}"/>
              </a:ext>
            </a:extLst>
          </p:cNvPr>
          <p:cNvSpPr>
            <a:spLocks noGrp="1"/>
          </p:cNvSpPr>
          <p:nvPr>
            <p:ph type="pic" sz="quarter" idx="41"/>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927755578"/>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Picture and Text">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BB0064D4-BDD6-4678-9FA4-3A77F1600A65}"/>
              </a:ext>
            </a:extLst>
          </p:cNvPr>
          <p:cNvSpPr>
            <a:spLocks noGrp="1"/>
          </p:cNvSpPr>
          <p:nvPr>
            <p:ph type="pic" sz="quarter" idx="14"/>
          </p:nvPr>
        </p:nvSpPr>
        <p:spPr>
          <a:xfrm>
            <a:off x="6096000" y="457199"/>
            <a:ext cx="5637276" cy="5959476"/>
          </a:xfrm>
        </p:spPr>
        <p:txBody>
          <a:bodyPr anchor="ctr" anchorCtr="0">
            <a:noAutofit/>
          </a:bodyPr>
          <a:lstStyle>
            <a:lvl1pPr marL="0" indent="0" algn="ctr">
              <a:buNone/>
              <a:defRPr/>
            </a:lvl1pPr>
          </a:lstStyle>
          <a:p>
            <a:r>
              <a:rPr lang="en-US" noProof="0"/>
              <a:t>Click icon to add picture</a:t>
            </a:r>
          </a:p>
        </p:txBody>
      </p:sp>
      <p:sp>
        <p:nvSpPr>
          <p:cNvPr id="2" name="Title 1">
            <a:extLst>
              <a:ext uri="{FF2B5EF4-FFF2-40B4-BE49-F238E27FC236}">
                <a16:creationId xmlns:a16="http://schemas.microsoft.com/office/drawing/2014/main" id="{C6B931B8-6920-4B59-AD28-CB99D1D3F1A4}"/>
              </a:ext>
            </a:extLst>
          </p:cNvPr>
          <p:cNvSpPr>
            <a:spLocks noGrp="1"/>
          </p:cNvSpPr>
          <p:nvPr>
            <p:ph type="title"/>
          </p:nvPr>
        </p:nvSpPr>
        <p:spPr>
          <a:xfrm>
            <a:off x="830127" y="1331139"/>
            <a:ext cx="4584212" cy="1107114"/>
          </a:xfrm>
        </p:spPr>
        <p:txBody>
          <a:bodyPr lIns="36000" tIns="0" rIns="0" bIns="0" anchor="b">
            <a:normAutofit/>
          </a:bodyPr>
          <a:lstStyle>
            <a:lvl1pPr>
              <a:defRPr sz="3600"/>
            </a:lvl1pPr>
          </a:lstStyle>
          <a:p>
            <a:r>
              <a:rPr lang="en-US" noProof="0"/>
              <a:t>Click to edit Master title style</a:t>
            </a:r>
          </a:p>
        </p:txBody>
      </p:sp>
      <p:sp>
        <p:nvSpPr>
          <p:cNvPr id="3" name="Text Placeholder 2">
            <a:extLst>
              <a:ext uri="{FF2B5EF4-FFF2-40B4-BE49-F238E27FC236}">
                <a16:creationId xmlns:a16="http://schemas.microsoft.com/office/drawing/2014/main" id="{C246A6A6-0C1D-4435-9DB9-9E50E52E8DA2}"/>
              </a:ext>
            </a:extLst>
          </p:cNvPr>
          <p:cNvSpPr>
            <a:spLocks noGrp="1"/>
          </p:cNvSpPr>
          <p:nvPr>
            <p:ph type="body" idx="1" hasCustomPrompt="1"/>
          </p:nvPr>
        </p:nvSpPr>
        <p:spPr>
          <a:xfrm>
            <a:off x="830127" y="2545450"/>
            <a:ext cx="4584212" cy="540000"/>
          </a:xfrm>
        </p:spPr>
        <p:txBody>
          <a:bodyPr lIns="36000" tIns="0" rIns="0" bIns="0">
            <a:normAutofit/>
          </a:bodyPr>
          <a:lstStyle>
            <a:lvl1pPr marL="0" indent="0">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4" name="Date Placeholder 3">
            <a:extLst>
              <a:ext uri="{FF2B5EF4-FFF2-40B4-BE49-F238E27FC236}">
                <a16:creationId xmlns:a16="http://schemas.microsoft.com/office/drawing/2014/main" id="{771144CC-98A7-494C-8C18-4B4DD609498F}"/>
              </a:ext>
            </a:extLst>
          </p:cNvPr>
          <p:cNvSpPr>
            <a:spLocks noGrp="1"/>
          </p:cNvSpPr>
          <p:nvPr>
            <p:ph type="dt" sz="half" idx="10"/>
          </p:nvPr>
        </p:nvSpPr>
        <p:spPr>
          <a:xfrm>
            <a:off x="10265399" y="5810400"/>
            <a:ext cx="1080000" cy="234000"/>
          </a:xfrm>
          <a:prstGeom prst="rect">
            <a:avLst/>
          </a:prstGeom>
        </p:spPr>
        <p:txBody>
          <a:bodyPr anchor="b" anchorCtr="0"/>
          <a:lstStyle>
            <a:lvl1pPr>
              <a:defRPr>
                <a:solidFill>
                  <a:schemeClr val="accent5">
                    <a:lumMod val="50000"/>
                  </a:schemeClr>
                </a:solidFill>
              </a:defRPr>
            </a:lvl1pPr>
          </a:lstStyle>
          <a:p>
            <a:fld id="{7DBA1D92-B603-484B-ABA5-6050FCF7E9C7}" type="datetimeFigureOut">
              <a:rPr lang="en-IN" smtClean="0"/>
              <a:t>15/05/25</a:t>
            </a:fld>
            <a:endParaRPr lang="en-IN"/>
          </a:p>
        </p:txBody>
      </p:sp>
      <p:sp>
        <p:nvSpPr>
          <p:cNvPr id="5" name="Footer Placeholder 4">
            <a:extLst>
              <a:ext uri="{FF2B5EF4-FFF2-40B4-BE49-F238E27FC236}">
                <a16:creationId xmlns:a16="http://schemas.microsoft.com/office/drawing/2014/main" id="{5287AD20-725D-45E4-8D6A-08EF4C81833B}"/>
              </a:ext>
            </a:extLst>
          </p:cNvPr>
          <p:cNvSpPr>
            <a:spLocks noGrp="1"/>
          </p:cNvSpPr>
          <p:nvPr>
            <p:ph type="ftr" sz="quarter" idx="11"/>
          </p:nvPr>
        </p:nvSpPr>
        <p:spPr>
          <a:xfrm>
            <a:off x="7230599" y="6057923"/>
            <a:ext cx="4114800" cy="234000"/>
          </a:xfrm>
          <a:prstGeom prst="rect">
            <a:avLst/>
          </a:prstGeom>
        </p:spPr>
        <p:txBody>
          <a:bodyPr/>
          <a:lstStyle>
            <a:lvl1pPr>
              <a:defRPr>
                <a:solidFill>
                  <a:schemeClr val="accent5">
                    <a:lumMod val="50000"/>
                  </a:schemeClr>
                </a:solidFill>
              </a:defRPr>
            </a:lvl1pPr>
          </a:lstStyle>
          <a:p>
            <a:endParaRPr lang="en-IN"/>
          </a:p>
        </p:txBody>
      </p:sp>
      <p:sp>
        <p:nvSpPr>
          <p:cNvPr id="6" name="Slide Number Placeholder 5">
            <a:extLst>
              <a:ext uri="{FF2B5EF4-FFF2-40B4-BE49-F238E27FC236}">
                <a16:creationId xmlns:a16="http://schemas.microsoft.com/office/drawing/2014/main" id="{F586A1DB-63FF-4850-A872-85EE7C08769C}"/>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
        <p:nvSpPr>
          <p:cNvPr id="7" name="Text Placeholder 2">
            <a:extLst>
              <a:ext uri="{FF2B5EF4-FFF2-40B4-BE49-F238E27FC236}">
                <a16:creationId xmlns:a16="http://schemas.microsoft.com/office/drawing/2014/main" id="{13548F99-E128-4301-95D8-8FDACDA5912F}"/>
              </a:ext>
            </a:extLst>
          </p:cNvPr>
          <p:cNvSpPr>
            <a:spLocks noGrp="1"/>
          </p:cNvSpPr>
          <p:nvPr>
            <p:ph type="body" idx="13" hasCustomPrompt="1"/>
          </p:nvPr>
        </p:nvSpPr>
        <p:spPr>
          <a:xfrm>
            <a:off x="830128" y="3300065"/>
            <a:ext cx="4584212" cy="1745768"/>
          </a:xfrm>
        </p:spPr>
        <p:txBody>
          <a:bodyPr lIns="36000" tIns="0" rIns="0" bIns="0">
            <a:noAutofit/>
          </a:bodyPr>
          <a:lstStyle>
            <a:lvl1pPr marL="216000" indent="-216000">
              <a:spcBef>
                <a:spcPts val="600"/>
              </a:spcBef>
              <a:buClr>
                <a:schemeClr val="tx2">
                  <a:lumMod val="40000"/>
                  <a:lumOff val="60000"/>
                </a:schemeClr>
              </a:buClr>
              <a:buSzPct val="125000"/>
              <a:buFont typeface="Wingdings" panose="05000000000000000000" pitchFamily="2" charset="2"/>
              <a:buChar char="§"/>
              <a:defRPr sz="1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2"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2099822981"/>
      </p:ext>
    </p:extLst>
  </p:cSld>
  <p:clrMapOvr>
    <a:masterClrMapping/>
  </p:clrMapOvr>
  <p:extLst>
    <p:ext uri="{DCECCB84-F9BA-43D5-87BE-67443E8EF086}">
      <p15:sldGuideLst xmlns:p15="http://schemas.microsoft.com/office/powerpoint/2012/main">
        <p15:guide id="5"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Quotes">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99E0FDC-7174-4CCC-8759-832F13BB97E3}"/>
              </a:ext>
            </a:extLst>
          </p:cNvPr>
          <p:cNvSpPr/>
          <p:nvPr/>
        </p:nvSpPr>
        <p:spPr>
          <a:xfrm>
            <a:off x="6120456" y="2371154"/>
            <a:ext cx="5165454" cy="1490472"/>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8" name="Rectangle 27">
            <a:extLst>
              <a:ext uri="{FF2B5EF4-FFF2-40B4-BE49-F238E27FC236}">
                <a16:creationId xmlns:a16="http://schemas.microsoft.com/office/drawing/2014/main" id="{42C8867A-E08C-4237-858A-8806988D6BFB}"/>
              </a:ext>
            </a:extLst>
          </p:cNvPr>
          <p:cNvSpPr/>
          <p:nvPr/>
        </p:nvSpPr>
        <p:spPr>
          <a:xfrm>
            <a:off x="906089" y="1804226"/>
            <a:ext cx="5214367" cy="20574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7DBA1D92-B603-484B-ABA5-6050FCF7E9C7}" type="datetimeFigureOut">
              <a:rPr lang="en-IN" smtClean="0"/>
              <a:t>15/05/25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
        <p:nvSpPr>
          <p:cNvPr id="45" name="Text Placeholder 2">
            <a:extLst>
              <a:ext uri="{FF2B5EF4-FFF2-40B4-BE49-F238E27FC236}">
                <a16:creationId xmlns:a16="http://schemas.microsoft.com/office/drawing/2014/main" id="{E6BA5EAA-9D1F-41A8-B061-8C18B61C4F65}"/>
              </a:ext>
            </a:extLst>
          </p:cNvPr>
          <p:cNvSpPr>
            <a:spLocks noGrp="1"/>
          </p:cNvSpPr>
          <p:nvPr>
            <p:ph type="body" idx="1" hasCustomPrompt="1"/>
          </p:nvPr>
        </p:nvSpPr>
        <p:spPr>
          <a:xfrm>
            <a:off x="2046857" y="4156047"/>
            <a:ext cx="3276000" cy="385091"/>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46" name="Text Placeholder 11">
            <a:extLst>
              <a:ext uri="{FF2B5EF4-FFF2-40B4-BE49-F238E27FC236}">
                <a16:creationId xmlns:a16="http://schemas.microsoft.com/office/drawing/2014/main" id="{60E8EB22-EE54-4319-BFD9-B51D4D584ADF}"/>
              </a:ext>
            </a:extLst>
          </p:cNvPr>
          <p:cNvSpPr>
            <a:spLocks noGrp="1"/>
          </p:cNvSpPr>
          <p:nvPr>
            <p:ph type="body" sz="quarter" idx="13" hasCustomPrompt="1"/>
          </p:nvPr>
        </p:nvSpPr>
        <p:spPr>
          <a:xfrm>
            <a:off x="2046857" y="4541138"/>
            <a:ext cx="3276000" cy="1036067"/>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12" name="Picture Placeholder 11">
            <a:extLst>
              <a:ext uri="{FF2B5EF4-FFF2-40B4-BE49-F238E27FC236}">
                <a16:creationId xmlns:a16="http://schemas.microsoft.com/office/drawing/2014/main" id="{50604DC3-2547-4A5A-8AF8-1051ADC267D3}"/>
              </a:ext>
            </a:extLst>
          </p:cNvPr>
          <p:cNvSpPr>
            <a:spLocks noGrp="1"/>
          </p:cNvSpPr>
          <p:nvPr>
            <p:ph type="pic" sz="quarter" idx="25"/>
          </p:nvPr>
        </p:nvSpPr>
        <p:spPr>
          <a:xfrm>
            <a:off x="908006" y="4238758"/>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50" name="Text Placeholder 2">
            <a:extLst>
              <a:ext uri="{FF2B5EF4-FFF2-40B4-BE49-F238E27FC236}">
                <a16:creationId xmlns:a16="http://schemas.microsoft.com/office/drawing/2014/main" id="{D5CAA23C-172B-4B6C-BB10-4F4DB6CFD19B}"/>
              </a:ext>
            </a:extLst>
          </p:cNvPr>
          <p:cNvSpPr>
            <a:spLocks noGrp="1"/>
          </p:cNvSpPr>
          <p:nvPr>
            <p:ph type="body" idx="29" hasCustomPrompt="1"/>
          </p:nvPr>
        </p:nvSpPr>
        <p:spPr>
          <a:xfrm>
            <a:off x="7259308" y="4156047"/>
            <a:ext cx="3276000" cy="334919"/>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51" name="Text Placeholder 11">
            <a:extLst>
              <a:ext uri="{FF2B5EF4-FFF2-40B4-BE49-F238E27FC236}">
                <a16:creationId xmlns:a16="http://schemas.microsoft.com/office/drawing/2014/main" id="{5873C0A4-108E-4DD1-A604-311D061489DF}"/>
              </a:ext>
            </a:extLst>
          </p:cNvPr>
          <p:cNvSpPr>
            <a:spLocks noGrp="1"/>
          </p:cNvSpPr>
          <p:nvPr>
            <p:ph type="body" sz="quarter" idx="30" hasCustomPrompt="1"/>
          </p:nvPr>
        </p:nvSpPr>
        <p:spPr>
          <a:xfrm>
            <a:off x="7259308" y="4541138"/>
            <a:ext cx="3276000" cy="1036067"/>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52" name="Picture Placeholder 11">
            <a:extLst>
              <a:ext uri="{FF2B5EF4-FFF2-40B4-BE49-F238E27FC236}">
                <a16:creationId xmlns:a16="http://schemas.microsoft.com/office/drawing/2014/main" id="{FA4996C0-7B37-42C4-BDFF-F0C54D4A88C9}"/>
              </a:ext>
            </a:extLst>
          </p:cNvPr>
          <p:cNvSpPr>
            <a:spLocks noGrp="1"/>
          </p:cNvSpPr>
          <p:nvPr>
            <p:ph type="pic" sz="quarter" idx="31"/>
          </p:nvPr>
        </p:nvSpPr>
        <p:spPr>
          <a:xfrm>
            <a:off x="6120457" y="4238758"/>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29" name="Text Placeholder 11">
            <a:extLst>
              <a:ext uri="{FF2B5EF4-FFF2-40B4-BE49-F238E27FC236}">
                <a16:creationId xmlns:a16="http://schemas.microsoft.com/office/drawing/2014/main" id="{0601F736-3A21-4DC5-AFCA-F1729A2547A0}"/>
              </a:ext>
            </a:extLst>
          </p:cNvPr>
          <p:cNvSpPr>
            <a:spLocks noGrp="1"/>
          </p:cNvSpPr>
          <p:nvPr>
            <p:ph type="body" sz="quarter" idx="32" hasCustomPrompt="1"/>
          </p:nvPr>
        </p:nvSpPr>
        <p:spPr>
          <a:xfrm>
            <a:off x="1299280" y="2177705"/>
            <a:ext cx="4403527" cy="1315520"/>
          </a:xfrm>
        </p:spPr>
        <p:txBody>
          <a:bodyPr lIns="36000" tIns="0" rIns="0" bIns="0">
            <a:normAutofit/>
          </a:bodyPr>
          <a:lstStyle>
            <a:lvl1pPr marL="0" indent="0">
              <a:spcBef>
                <a:spcPts val="600"/>
              </a:spcBef>
              <a:buClr>
                <a:schemeClr val="bg2"/>
              </a:buClr>
              <a:buSzPct val="125000"/>
              <a:buFont typeface="Wingdings" panose="05000000000000000000" pitchFamily="2" charset="2"/>
              <a:buNone/>
              <a:defRPr sz="1400">
                <a:solidFill>
                  <a:schemeClr val="tx1"/>
                </a:solidFill>
              </a:defRPr>
            </a:lvl1pPr>
            <a:lvl2pPr marL="0" indent="0">
              <a:spcBef>
                <a:spcPts val="600"/>
              </a:spcBef>
              <a:buClr>
                <a:schemeClr val="bg2"/>
              </a:buClr>
              <a:buSzPct val="125000"/>
              <a:buFont typeface="Wingdings" panose="05000000000000000000" pitchFamily="2" charset="2"/>
              <a:buNone/>
              <a:defRPr sz="1400">
                <a:solidFill>
                  <a:schemeClr val="tx1"/>
                </a:solidFill>
              </a:defRPr>
            </a:lvl2pPr>
          </a:lstStyle>
          <a:p>
            <a:pPr lvl="0"/>
            <a:r>
              <a:rPr lang="en-US" noProof="0"/>
              <a:t>Edit Master text styles</a:t>
            </a:r>
          </a:p>
          <a:p>
            <a:pPr lvl="1"/>
            <a:r>
              <a:rPr lang="en-US" noProof="0"/>
              <a:t>Second level</a:t>
            </a:r>
          </a:p>
        </p:txBody>
      </p:sp>
      <p:sp>
        <p:nvSpPr>
          <p:cNvPr id="30" name="Text Placeholder 11">
            <a:extLst>
              <a:ext uri="{FF2B5EF4-FFF2-40B4-BE49-F238E27FC236}">
                <a16:creationId xmlns:a16="http://schemas.microsoft.com/office/drawing/2014/main" id="{96A341BE-3657-48DB-B26D-8D13FDC44D02}"/>
              </a:ext>
            </a:extLst>
          </p:cNvPr>
          <p:cNvSpPr>
            <a:spLocks noGrp="1"/>
          </p:cNvSpPr>
          <p:nvPr>
            <p:ph type="body" sz="quarter" idx="34" hasCustomPrompt="1"/>
          </p:nvPr>
        </p:nvSpPr>
        <p:spPr>
          <a:xfrm>
            <a:off x="6467060" y="2740330"/>
            <a:ext cx="4425658" cy="752895"/>
          </a:xfrm>
        </p:spPr>
        <p:txBody>
          <a:bodyPr lIns="36000" tIns="0" rIns="0" bIns="0">
            <a:normAutofit/>
          </a:bodyPr>
          <a:lstStyle>
            <a:lvl1pPr marL="0" indent="0">
              <a:spcBef>
                <a:spcPts val="600"/>
              </a:spcBef>
              <a:buClr>
                <a:schemeClr val="accent1"/>
              </a:buClr>
              <a:buSzPct val="125000"/>
              <a:buFont typeface="Wingdings" panose="05000000000000000000" pitchFamily="2" charset="2"/>
              <a:buNone/>
              <a:defRPr sz="1400">
                <a:solidFill>
                  <a:schemeClr val="tx1"/>
                </a:solidFill>
              </a:defRPr>
            </a:lvl1pPr>
            <a:lvl2pPr marL="0" indent="0">
              <a:spcBef>
                <a:spcPts val="600"/>
              </a:spcBef>
              <a:buClr>
                <a:schemeClr val="accent1"/>
              </a:buClr>
              <a:buSzPct val="125000"/>
              <a:buFont typeface="Wingdings" panose="05000000000000000000" pitchFamily="2" charset="2"/>
              <a:buNone/>
              <a:defRPr sz="1400">
                <a:solidFill>
                  <a:schemeClr val="tx1"/>
                </a:solidFill>
              </a:defRPr>
            </a:lvl2pPr>
          </a:lstStyle>
          <a:p>
            <a:pPr lvl="0"/>
            <a:r>
              <a:rPr lang="en-US" noProof="0"/>
              <a:t>Edit Master text styles</a:t>
            </a:r>
          </a:p>
          <a:p>
            <a:pPr lvl="1"/>
            <a:r>
              <a:rPr lang="en-US" noProof="0"/>
              <a:t>Second level</a:t>
            </a:r>
          </a:p>
        </p:txBody>
      </p:sp>
      <p:sp>
        <p:nvSpPr>
          <p:cNvPr id="17" name="Picture Placeholder 11">
            <a:extLst>
              <a:ext uri="{FF2B5EF4-FFF2-40B4-BE49-F238E27FC236}">
                <a16:creationId xmlns:a16="http://schemas.microsoft.com/office/drawing/2014/main" id="{48D7F0F9-4118-4257-9D45-A5772C2110D7}"/>
              </a:ext>
            </a:extLst>
          </p:cNvPr>
          <p:cNvSpPr>
            <a:spLocks noGrp="1"/>
          </p:cNvSpPr>
          <p:nvPr>
            <p:ph type="pic" sz="quarter" idx="3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3769489607"/>
      </p:ext>
    </p:extLst>
  </p:cSld>
  <p:clrMapOvr>
    <a:masterClrMapping/>
  </p:clrMapOvr>
  <p:extLst>
    <p:ext uri="{DCECCB84-F9BA-43D5-87BE-67443E8EF086}">
      <p15:sldGuideLst xmlns:p15="http://schemas.microsoft.com/office/powerpoint/2012/main">
        <p15:guide id="1" orient="horz" pos="2387">
          <p15:clr>
            <a:srgbClr val="FBAE40"/>
          </p15:clr>
        </p15:guide>
        <p15:guide id="2" pos="279">
          <p15:clr>
            <a:srgbClr val="FBAE40"/>
          </p15:clr>
        </p15:guide>
        <p15:guide id="3" pos="7129">
          <p15:clr>
            <a:srgbClr val="FBAE40"/>
          </p15:clr>
        </p15:guide>
        <p15:guide id="4" pos="7401">
          <p15:clr>
            <a:srgbClr val="FBAE40"/>
          </p15:clr>
        </p15:guide>
        <p15:guide id="5" orient="horz" pos="2115">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Phone with Capyion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47D0000-7C67-41EE-B43F-AE22457B36AB}"/>
              </a:ext>
            </a:extLst>
          </p:cNvPr>
          <p:cNvSpPr/>
          <p:nvPr/>
        </p:nvSpPr>
        <p:spPr>
          <a:xfrm>
            <a:off x="0" y="1737360"/>
            <a:ext cx="5047488" cy="512064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2" name="Title 1">
            <a:extLst>
              <a:ext uri="{FF2B5EF4-FFF2-40B4-BE49-F238E27FC236}">
                <a16:creationId xmlns:a16="http://schemas.microsoft.com/office/drawing/2014/main" id="{432466C2-B08E-47AF-9DA7-104243999B45}"/>
              </a:ext>
            </a:extLst>
          </p:cNvPr>
          <p:cNvSpPr>
            <a:spLocks noGrp="1"/>
          </p:cNvSpPr>
          <p:nvPr>
            <p:ph type="title" hasCustomPrompt="1"/>
          </p:nvPr>
        </p:nvSpPr>
        <p:spPr>
          <a:xfrm>
            <a:off x="838201" y="742867"/>
            <a:ext cx="3232108" cy="566931"/>
          </a:xfrm>
        </p:spPr>
        <p:txBody>
          <a:bodyPr lIns="36000" tIns="0" rIns="0" bIns="0"/>
          <a:lstStyle/>
          <a:p>
            <a:r>
              <a:rPr lang="en-US" noProof="0"/>
              <a:t>Title Here</a:t>
            </a:r>
          </a:p>
        </p:txBody>
      </p:sp>
      <p:sp>
        <p:nvSpPr>
          <p:cNvPr id="7" name="Date Placeholder 6">
            <a:extLst>
              <a:ext uri="{FF2B5EF4-FFF2-40B4-BE49-F238E27FC236}">
                <a16:creationId xmlns:a16="http://schemas.microsoft.com/office/drawing/2014/main" id="{0AA31567-B240-40D5-82F7-A7DBFE5DDBDF}"/>
              </a:ext>
            </a:extLst>
          </p:cNvPr>
          <p:cNvSpPr>
            <a:spLocks noGrp="1"/>
          </p:cNvSpPr>
          <p:nvPr>
            <p:ph type="dt" sz="half" idx="10"/>
          </p:nvPr>
        </p:nvSpPr>
        <p:spPr>
          <a:xfrm>
            <a:off x="10265399" y="5810623"/>
            <a:ext cx="1080000" cy="234000"/>
          </a:xfrm>
          <a:prstGeom prst="rect">
            <a:avLst/>
          </a:prstGeom>
        </p:spPr>
        <p:txBody>
          <a:bodyPr/>
          <a:lstStyle/>
          <a:p>
            <a:fld id="{7DBA1D92-B603-484B-ABA5-6050FCF7E9C7}" type="datetimeFigureOut">
              <a:rPr lang="en-IN" smtClean="0"/>
              <a:t>15/05/25</a:t>
            </a:fld>
            <a:endParaRPr lang="en-IN"/>
          </a:p>
        </p:txBody>
      </p:sp>
      <p:sp>
        <p:nvSpPr>
          <p:cNvPr id="8" name="Footer Placeholder 7">
            <a:extLst>
              <a:ext uri="{FF2B5EF4-FFF2-40B4-BE49-F238E27FC236}">
                <a16:creationId xmlns:a16="http://schemas.microsoft.com/office/drawing/2014/main" id="{20CFCD12-4263-4A80-B68E-F72622E6ADC5}"/>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13" name="Text Placeholder 2">
            <a:extLst>
              <a:ext uri="{FF2B5EF4-FFF2-40B4-BE49-F238E27FC236}">
                <a16:creationId xmlns:a16="http://schemas.microsoft.com/office/drawing/2014/main" id="{3919B118-F379-4011-B1CF-E685CC09FA38}"/>
              </a:ext>
            </a:extLst>
          </p:cNvPr>
          <p:cNvSpPr>
            <a:spLocks noGrp="1"/>
          </p:cNvSpPr>
          <p:nvPr>
            <p:ph type="body" idx="14" hasCustomPrompt="1"/>
          </p:nvPr>
        </p:nvSpPr>
        <p:spPr>
          <a:xfrm>
            <a:off x="6118253" y="3022847"/>
            <a:ext cx="3757265"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14" name="Text Placeholder 11">
            <a:extLst>
              <a:ext uri="{FF2B5EF4-FFF2-40B4-BE49-F238E27FC236}">
                <a16:creationId xmlns:a16="http://schemas.microsoft.com/office/drawing/2014/main" id="{CF59DFEB-5DA9-4E64-84A0-3FAA808064B5}"/>
              </a:ext>
            </a:extLst>
          </p:cNvPr>
          <p:cNvSpPr>
            <a:spLocks noGrp="1"/>
          </p:cNvSpPr>
          <p:nvPr>
            <p:ph type="body" sz="quarter" idx="15" hasCustomPrompt="1"/>
          </p:nvPr>
        </p:nvSpPr>
        <p:spPr>
          <a:xfrm>
            <a:off x="6118253" y="3390381"/>
            <a:ext cx="3757265" cy="696037"/>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17" name="Picture Placeholder 15">
            <a:extLst>
              <a:ext uri="{FF2B5EF4-FFF2-40B4-BE49-F238E27FC236}">
                <a16:creationId xmlns:a16="http://schemas.microsoft.com/office/drawing/2014/main" id="{F842B3BB-CE92-4AEA-A2FF-5EEC732A4EFF}"/>
              </a:ext>
            </a:extLst>
          </p:cNvPr>
          <p:cNvSpPr>
            <a:spLocks noGrp="1"/>
          </p:cNvSpPr>
          <p:nvPr>
            <p:ph type="pic" sz="quarter" idx="17"/>
          </p:nvPr>
        </p:nvSpPr>
        <p:spPr>
          <a:xfrm>
            <a:off x="6118253" y="2373098"/>
            <a:ext cx="612648" cy="557784"/>
          </a:xfrm>
        </p:spPr>
        <p:txBody>
          <a:bodyPr anchor="ctr" anchorCtr="0">
            <a:noAutofit/>
          </a:bodyPr>
          <a:lstStyle>
            <a:lvl1pPr marL="0" indent="0" algn="ctr">
              <a:buNone/>
              <a:defRPr sz="900"/>
            </a:lvl1pPr>
          </a:lstStyle>
          <a:p>
            <a:r>
              <a:rPr lang="en-US" noProof="0"/>
              <a:t>Click icon to add picture</a:t>
            </a:r>
          </a:p>
        </p:txBody>
      </p:sp>
      <p:sp>
        <p:nvSpPr>
          <p:cNvPr id="33" name="Text Placeholder 2">
            <a:extLst>
              <a:ext uri="{FF2B5EF4-FFF2-40B4-BE49-F238E27FC236}">
                <a16:creationId xmlns:a16="http://schemas.microsoft.com/office/drawing/2014/main" id="{68514664-8AD0-4DF7-8C6F-12FFA6BEA7B2}"/>
              </a:ext>
            </a:extLst>
          </p:cNvPr>
          <p:cNvSpPr>
            <a:spLocks noGrp="1"/>
          </p:cNvSpPr>
          <p:nvPr>
            <p:ph type="body" idx="24" hasCustomPrompt="1"/>
          </p:nvPr>
        </p:nvSpPr>
        <p:spPr>
          <a:xfrm>
            <a:off x="4097124" y="867177"/>
            <a:ext cx="5699305" cy="1174966"/>
          </a:xfrm>
        </p:spPr>
        <p:txBody>
          <a:bodyPr lIns="36000" tIns="0" rIns="0" bIns="0">
            <a:normAutofit/>
          </a:bodyPr>
          <a:lstStyle>
            <a:lvl1pPr marL="0" indent="0">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1" name="Picture Placeholder 10">
            <a:extLst>
              <a:ext uri="{FF2B5EF4-FFF2-40B4-BE49-F238E27FC236}">
                <a16:creationId xmlns:a16="http://schemas.microsoft.com/office/drawing/2014/main" id="{3B535E35-8075-4558-BA3A-C9DFB4FCA5B8}"/>
              </a:ext>
            </a:extLst>
          </p:cNvPr>
          <p:cNvSpPr>
            <a:spLocks noGrp="1"/>
          </p:cNvSpPr>
          <p:nvPr>
            <p:ph type="pic" sz="quarter" idx="26"/>
          </p:nvPr>
        </p:nvSpPr>
        <p:spPr>
          <a:xfrm>
            <a:off x="2040340" y="2277360"/>
            <a:ext cx="2029968" cy="3533263"/>
          </a:xfrm>
        </p:spPr>
        <p:txBody>
          <a:bodyPr anchor="ctr" anchorCtr="0">
            <a:normAutofit/>
          </a:bodyPr>
          <a:lstStyle>
            <a:lvl1pPr marL="0" indent="0" algn="ctr">
              <a:buNone/>
              <a:defRPr sz="1800">
                <a:solidFill>
                  <a:schemeClr val="bg1"/>
                </a:solidFill>
              </a:defRPr>
            </a:lvl1pPr>
          </a:lstStyle>
          <a:p>
            <a:r>
              <a:rPr lang="en-US" noProof="0"/>
              <a:t>Click icon to add picture</a:t>
            </a:r>
          </a:p>
        </p:txBody>
      </p:sp>
      <p:sp>
        <p:nvSpPr>
          <p:cNvPr id="25" name="Text Placeholder 2">
            <a:extLst>
              <a:ext uri="{FF2B5EF4-FFF2-40B4-BE49-F238E27FC236}">
                <a16:creationId xmlns:a16="http://schemas.microsoft.com/office/drawing/2014/main" id="{9E1A0053-EF84-446F-850C-6AC8FF9CCEDF}"/>
              </a:ext>
            </a:extLst>
          </p:cNvPr>
          <p:cNvSpPr>
            <a:spLocks noGrp="1"/>
          </p:cNvSpPr>
          <p:nvPr>
            <p:ph type="body" idx="27" hasCustomPrompt="1"/>
          </p:nvPr>
        </p:nvSpPr>
        <p:spPr>
          <a:xfrm>
            <a:off x="6118253" y="5004312"/>
            <a:ext cx="3757265"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32" name="Text Placeholder 11">
            <a:extLst>
              <a:ext uri="{FF2B5EF4-FFF2-40B4-BE49-F238E27FC236}">
                <a16:creationId xmlns:a16="http://schemas.microsoft.com/office/drawing/2014/main" id="{1534A936-14F3-4AEF-8CAD-03D91D568FE0}"/>
              </a:ext>
            </a:extLst>
          </p:cNvPr>
          <p:cNvSpPr>
            <a:spLocks noGrp="1"/>
          </p:cNvSpPr>
          <p:nvPr>
            <p:ph type="body" sz="quarter" idx="28" hasCustomPrompt="1"/>
          </p:nvPr>
        </p:nvSpPr>
        <p:spPr>
          <a:xfrm>
            <a:off x="6118254" y="5371846"/>
            <a:ext cx="3757266" cy="540000"/>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35" name="Picture Placeholder 15">
            <a:extLst>
              <a:ext uri="{FF2B5EF4-FFF2-40B4-BE49-F238E27FC236}">
                <a16:creationId xmlns:a16="http://schemas.microsoft.com/office/drawing/2014/main" id="{A88BEF2F-BB04-4330-BC4B-2912B69653B6}"/>
              </a:ext>
            </a:extLst>
          </p:cNvPr>
          <p:cNvSpPr>
            <a:spLocks noGrp="1"/>
          </p:cNvSpPr>
          <p:nvPr>
            <p:ph type="pic" sz="quarter" idx="29"/>
          </p:nvPr>
        </p:nvSpPr>
        <p:spPr>
          <a:xfrm>
            <a:off x="6118253" y="4354563"/>
            <a:ext cx="612648" cy="557784"/>
          </a:xfrm>
        </p:spPr>
        <p:txBody>
          <a:bodyPr anchor="ctr" anchorCtr="0">
            <a:noAutofit/>
          </a:bodyPr>
          <a:lstStyle>
            <a:lvl1pPr marL="0" indent="0" algn="ctr">
              <a:buNone/>
              <a:defRPr sz="900"/>
            </a:lvl1pPr>
          </a:lstStyle>
          <a:p>
            <a:r>
              <a:rPr lang="en-US" noProof="0"/>
              <a:t>Click icon to add picture</a:t>
            </a:r>
          </a:p>
        </p:txBody>
      </p:sp>
      <p:sp>
        <p:nvSpPr>
          <p:cNvPr id="16"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4161562357"/>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9233-8E4C-4046-85BB-5166B8A721AE}"/>
              </a:ext>
            </a:extLst>
          </p:cNvPr>
          <p:cNvSpPr>
            <a:spLocks noGrp="1"/>
          </p:cNvSpPr>
          <p:nvPr>
            <p:ph type="ctrTitle"/>
          </p:nvPr>
        </p:nvSpPr>
        <p:spPr>
          <a:xfrm>
            <a:off x="458724" y="3252538"/>
            <a:ext cx="11274552" cy="1348720"/>
          </a:xfrm>
          <a:solidFill>
            <a:schemeClr val="bg1">
              <a:alpha val="60000"/>
            </a:schemeClr>
          </a:solidFill>
        </p:spPr>
        <p:txBody>
          <a:bodyPr anchor="ctr" anchorCtr="0">
            <a:normAutofit/>
          </a:bodyPr>
          <a:lstStyle>
            <a:lvl1pPr algn="ctr">
              <a:defRPr sz="5500">
                <a:latin typeface="+mj-lt"/>
              </a:defRPr>
            </a:lvl1pPr>
          </a:lstStyle>
          <a:p>
            <a:r>
              <a:rPr lang="en-US"/>
              <a:t>Click to edit Master title style</a:t>
            </a:r>
            <a:endParaRPr lang="ru-RU"/>
          </a:p>
        </p:txBody>
      </p:sp>
      <p:sp>
        <p:nvSpPr>
          <p:cNvPr id="3" name="Subtitle 2">
            <a:extLst>
              <a:ext uri="{FF2B5EF4-FFF2-40B4-BE49-F238E27FC236}">
                <a16:creationId xmlns:a16="http://schemas.microsoft.com/office/drawing/2014/main" id="{C6A507DE-4CA5-4E76-8450-4125151EB335}"/>
              </a:ext>
            </a:extLst>
          </p:cNvPr>
          <p:cNvSpPr>
            <a:spLocks noGrp="1"/>
          </p:cNvSpPr>
          <p:nvPr>
            <p:ph type="subTitle" idx="1"/>
          </p:nvPr>
        </p:nvSpPr>
        <p:spPr>
          <a:xfrm>
            <a:off x="458724" y="4628730"/>
            <a:ext cx="11274552" cy="1772070"/>
          </a:xfrm>
          <a:solidFill>
            <a:schemeClr val="accent1">
              <a:alpha val="30000"/>
            </a:schemeClr>
          </a:solidFill>
        </p:spPr>
        <p:txBody>
          <a:bodyPr tIns="252000" rIns="90000" anchor="t" anchorCtr="0">
            <a:normAutofit/>
          </a:bodyPr>
          <a:lstStyle>
            <a:lvl1pPr marL="0" indent="0" algn="ctr">
              <a:buNone/>
              <a:defRPr sz="28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Tree>
    <p:extLst>
      <p:ext uri="{BB962C8B-B14F-4D97-AF65-F5344CB8AC3E}">
        <p14:creationId xmlns:p14="http://schemas.microsoft.com/office/powerpoint/2010/main" val="1262852218"/>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2_Section Header">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3C2DEF1B-00D0-44E1-8603-CE979D2C478C}"/>
              </a:ext>
            </a:extLst>
          </p:cNvPr>
          <p:cNvSpPr>
            <a:spLocks noGrp="1"/>
          </p:cNvSpPr>
          <p:nvPr>
            <p:ph type="body" idx="1"/>
          </p:nvPr>
        </p:nvSpPr>
        <p:spPr>
          <a:xfrm>
            <a:off x="458788" y="2028826"/>
            <a:ext cx="4726800" cy="725776"/>
          </a:xfrm>
          <a:solidFill>
            <a:schemeClr val="accent1">
              <a:alpha val="60000"/>
            </a:schemeClr>
          </a:solidFill>
        </p:spPr>
        <p:txBody>
          <a:bodyPr vert="horz" lIns="396000" tIns="45720" rIns="91440" bIns="45720" rtlCol="0" anchor="ctr" anchorCtr="0">
            <a:noAutofit/>
          </a:bodyPr>
          <a:lstStyle>
            <a:lvl1pPr marL="0" indent="0">
              <a:buNone/>
              <a:defRPr lang="en-US" dirty="0">
                <a:solidFill>
                  <a:schemeClr val="bg1"/>
                </a:solidFill>
              </a:defRPr>
            </a:lvl1pPr>
          </a:lstStyle>
          <a:p>
            <a:pPr marL="228600" lvl="0" indent="-228600"/>
            <a:r>
              <a:rPr lang="en-US"/>
              <a:t>Click to edit Master text styles</a:t>
            </a:r>
          </a:p>
        </p:txBody>
      </p:sp>
      <p:sp>
        <p:nvSpPr>
          <p:cNvPr id="20" name="Title 19">
            <a:extLst>
              <a:ext uri="{FF2B5EF4-FFF2-40B4-BE49-F238E27FC236}">
                <a16:creationId xmlns:a16="http://schemas.microsoft.com/office/drawing/2014/main" id="{64B737A3-9F6C-4989-B51B-07BDDD38FDB3}"/>
              </a:ext>
            </a:extLst>
          </p:cNvPr>
          <p:cNvSpPr>
            <a:spLocks noGrp="1"/>
          </p:cNvSpPr>
          <p:nvPr>
            <p:ph type="title" hasCustomPrompt="1"/>
          </p:nvPr>
        </p:nvSpPr>
        <p:spPr>
          <a:xfrm>
            <a:off x="458788" y="2754601"/>
            <a:ext cx="4726800" cy="1861200"/>
          </a:xfrm>
          <a:solidFill>
            <a:schemeClr val="bg1">
              <a:alpha val="50000"/>
            </a:schemeClr>
          </a:solidFill>
        </p:spPr>
        <p:txBody>
          <a:bodyPr lIns="396000" tIns="0" rIns="0" bIns="0">
            <a:noAutofit/>
          </a:bodyPr>
          <a:lstStyle>
            <a:lvl1pPr>
              <a:lnSpc>
                <a:spcPct val="85000"/>
              </a:lnSpc>
              <a:defRPr sz="5500"/>
            </a:lvl1pPr>
          </a:lstStyle>
          <a:p>
            <a:r>
              <a:rPr lang="en-US"/>
              <a:t>Click to Edit Title</a:t>
            </a:r>
            <a:endParaRPr lang="ru-RU"/>
          </a:p>
        </p:txBody>
      </p:sp>
    </p:spTree>
    <p:extLst>
      <p:ext uri="{BB962C8B-B14F-4D97-AF65-F5344CB8AC3E}">
        <p14:creationId xmlns:p14="http://schemas.microsoft.com/office/powerpoint/2010/main" val="438749630"/>
      </p:ext>
    </p:extLst>
  </p:cSld>
  <p:clrMapOvr>
    <a:masterClrMapping/>
  </p:clrMapOvr>
  <p:extLst>
    <p:ext uri="{DCECCB84-F9BA-43D5-87BE-67443E8EF086}">
      <p15:sldGuideLst xmlns:p15="http://schemas.microsoft.com/office/powerpoint/2012/main">
        <p15:guide id="4" orient="horz" pos="55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1_Title and Content">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E61479DD-CE43-4425-B485-C8F1C75475A8}"/>
              </a:ext>
            </a:extLst>
          </p:cNvPr>
          <p:cNvSpPr>
            <a:spLocks noGrp="1"/>
          </p:cNvSpPr>
          <p:nvPr>
            <p:ph idx="1" hasCustomPrompt="1"/>
          </p:nvPr>
        </p:nvSpPr>
        <p:spPr>
          <a:xfrm>
            <a:off x="838200" y="1597939"/>
            <a:ext cx="10515600" cy="3874709"/>
          </a:xfrm>
        </p:spPr>
        <p:txBody>
          <a:bodyPr>
            <a:normAutofit/>
          </a:bodyPr>
          <a:lstStyle>
            <a:lvl1pPr marL="228600" indent="-228600">
              <a:buClr>
                <a:schemeClr val="tx2">
                  <a:lumMod val="40000"/>
                  <a:lumOff val="60000"/>
                </a:schemeClr>
              </a:buClr>
              <a:buFont typeface="Wingdings" panose="05000000000000000000" pitchFamily="2" charset="2"/>
              <a:buChar char="§"/>
              <a:defRPr sz="2000"/>
            </a:lvl1pPr>
            <a:lvl2pPr marL="685800" indent="-228600">
              <a:buClr>
                <a:schemeClr val="tx2">
                  <a:lumMod val="60000"/>
                  <a:lumOff val="40000"/>
                </a:schemeClr>
              </a:buClr>
              <a:buFont typeface="Wingdings" panose="05000000000000000000" pitchFamily="2" charset="2"/>
              <a:buChar char="§"/>
              <a:defRPr sz="1800"/>
            </a:lvl2pPr>
            <a:lvl3pPr marL="1143000" indent="-228600">
              <a:buClr>
                <a:schemeClr val="tx2">
                  <a:lumMod val="60000"/>
                  <a:lumOff val="40000"/>
                </a:schemeClr>
              </a:buClr>
              <a:buFont typeface="Wingdings" panose="05000000000000000000" pitchFamily="2" charset="2"/>
              <a:buChar char="§"/>
              <a:defRPr sz="1600"/>
            </a:lvl3pPr>
            <a:lvl4pPr marL="1600200" indent="-228600">
              <a:buClr>
                <a:schemeClr val="tx2">
                  <a:lumMod val="60000"/>
                  <a:lumOff val="40000"/>
                </a:schemeClr>
              </a:buClr>
              <a:buFont typeface="Wingdings" panose="05000000000000000000" pitchFamily="2" charset="2"/>
              <a:buChar char="§"/>
              <a:defRPr sz="1400"/>
            </a:lvl4pPr>
            <a:lvl5pPr marL="2057400" indent="-228600">
              <a:buClr>
                <a:schemeClr val="tx2">
                  <a:lumMod val="60000"/>
                  <a:lumOff val="40000"/>
                </a:schemeClr>
              </a:buClr>
              <a:buFont typeface="Wingdings" panose="05000000000000000000" pitchFamily="2" charset="2"/>
              <a:buChar cha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7DBA1D92-B603-484B-ABA5-6050FCF7E9C7}" type="datetimeFigureOut">
              <a:rPr lang="en-IN" smtClean="0"/>
              <a:t>15/05/25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Tree>
    <p:extLst>
      <p:ext uri="{BB962C8B-B14F-4D97-AF65-F5344CB8AC3E}">
        <p14:creationId xmlns:p14="http://schemas.microsoft.com/office/powerpoint/2010/main" val="2165490717"/>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7DBA1D92-B603-484B-ABA5-6050FCF7E9C7}" type="datetimeFigureOut">
              <a:rPr lang="en-IN" smtClean="0"/>
              <a:t>15/05/25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
        <p:nvSpPr>
          <p:cNvPr id="20" name="Text Placeholder 2">
            <a:extLst>
              <a:ext uri="{FF2B5EF4-FFF2-40B4-BE49-F238E27FC236}">
                <a16:creationId xmlns:a16="http://schemas.microsoft.com/office/drawing/2014/main" id="{61FE0B9B-7D73-4311-B749-C3FA874AF7CC}"/>
              </a:ext>
            </a:extLst>
          </p:cNvPr>
          <p:cNvSpPr>
            <a:spLocks noGrp="1"/>
          </p:cNvSpPr>
          <p:nvPr>
            <p:ph type="body" idx="1" hasCustomPrompt="1"/>
          </p:nvPr>
        </p:nvSpPr>
        <p:spPr>
          <a:xfrm>
            <a:off x="836612" y="1597938"/>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6" name="Text Placeholder 2">
            <a:extLst>
              <a:ext uri="{FF2B5EF4-FFF2-40B4-BE49-F238E27FC236}">
                <a16:creationId xmlns:a16="http://schemas.microsoft.com/office/drawing/2014/main" id="{9CA39242-8640-435B-8C03-0CB0BC8E88E6}"/>
              </a:ext>
            </a:extLst>
          </p:cNvPr>
          <p:cNvSpPr>
            <a:spLocks noGrp="1"/>
          </p:cNvSpPr>
          <p:nvPr>
            <p:ph type="body" idx="30" hasCustomPrompt="1"/>
          </p:nvPr>
        </p:nvSpPr>
        <p:spPr>
          <a:xfrm>
            <a:off x="6495790" y="1597938"/>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8" name="Content Placeholder 7">
            <a:extLst>
              <a:ext uri="{FF2B5EF4-FFF2-40B4-BE49-F238E27FC236}">
                <a16:creationId xmlns:a16="http://schemas.microsoft.com/office/drawing/2014/main" id="{0314D5FA-EBD7-472E-9864-D76743BAB4DF}"/>
              </a:ext>
            </a:extLst>
          </p:cNvPr>
          <p:cNvSpPr>
            <a:spLocks noGrp="1"/>
          </p:cNvSpPr>
          <p:nvPr>
            <p:ph sz="quarter" idx="31" hasCustomPrompt="1"/>
          </p:nvPr>
        </p:nvSpPr>
        <p:spPr>
          <a:xfrm>
            <a:off x="836613" y="2055043"/>
            <a:ext cx="4821237" cy="3417605"/>
          </a:xfrm>
        </p:spPr>
        <p:txBody>
          <a:bodyPr lIns="36000" tIns="0" rIns="0" bIns="0">
            <a:normAutofit/>
          </a:bodyPr>
          <a:lstStyle>
            <a:lvl1pPr marL="0" indent="0" algn="l">
              <a:buNone/>
              <a:defRPr sz="2000"/>
            </a:lvl1pPr>
            <a:lvl2pPr marL="457200" indent="0" algn="l">
              <a:buNone/>
              <a:defRPr sz="1800"/>
            </a:lvl2pPr>
          </a:lstStyle>
          <a:p>
            <a:pPr lvl="0"/>
            <a:r>
              <a:rPr lang="en-US" noProof="0"/>
              <a:t>Edit Master text styles</a:t>
            </a:r>
          </a:p>
          <a:p>
            <a:pPr lvl="1"/>
            <a:r>
              <a:rPr lang="en-US" noProof="0"/>
              <a:t>Second level</a:t>
            </a:r>
          </a:p>
        </p:txBody>
      </p:sp>
      <p:sp>
        <p:nvSpPr>
          <p:cNvPr id="16" name="Content Placeholder 7">
            <a:extLst>
              <a:ext uri="{FF2B5EF4-FFF2-40B4-BE49-F238E27FC236}">
                <a16:creationId xmlns:a16="http://schemas.microsoft.com/office/drawing/2014/main" id="{BA129CFA-D87C-494E-9E6D-E317C4D157EB}"/>
              </a:ext>
            </a:extLst>
          </p:cNvPr>
          <p:cNvSpPr>
            <a:spLocks noGrp="1"/>
          </p:cNvSpPr>
          <p:nvPr>
            <p:ph sz="quarter" idx="32" hasCustomPrompt="1"/>
          </p:nvPr>
        </p:nvSpPr>
        <p:spPr>
          <a:xfrm>
            <a:off x="6495086" y="2055043"/>
            <a:ext cx="4821237" cy="3417605"/>
          </a:xfrm>
        </p:spPr>
        <p:txBody>
          <a:bodyPr lIns="36000" tIns="0" rIns="0" bIns="0">
            <a:normAutofit/>
          </a:bodyPr>
          <a:lstStyle>
            <a:lvl1pPr marL="0" indent="0" algn="l">
              <a:buNone/>
              <a:defRPr sz="2000"/>
            </a:lvl1pPr>
            <a:lvl2pPr marL="457200" indent="0" algn="l">
              <a:buNone/>
              <a:defRPr sz="1800"/>
            </a:lvl2pPr>
          </a:lstStyle>
          <a:p>
            <a:pPr lvl="0"/>
            <a:r>
              <a:rPr lang="en-US" noProof="0"/>
              <a:t>Edit Master text styles</a:t>
            </a:r>
          </a:p>
          <a:p>
            <a:pPr lvl="1"/>
            <a:r>
              <a:rPr lang="en-US" noProof="0"/>
              <a:t>Second level</a:t>
            </a:r>
          </a:p>
        </p:txBody>
      </p:sp>
    </p:spTree>
    <p:extLst>
      <p:ext uri="{BB962C8B-B14F-4D97-AF65-F5344CB8AC3E}">
        <p14:creationId xmlns:p14="http://schemas.microsoft.com/office/powerpoint/2010/main" val="3610622866"/>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B7BBC9A-B18B-4F56-8515-321CD01B2666}"/>
              </a:ext>
            </a:extLst>
          </p:cNvPr>
          <p:cNvSpPr/>
          <p:nvPr/>
        </p:nvSpPr>
        <p:spPr>
          <a:xfrm>
            <a:off x="6096000" y="1838558"/>
            <a:ext cx="5653088" cy="3761895"/>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7DBA1D92-B603-484B-ABA5-6050FCF7E9C7}" type="datetimeFigureOut">
              <a:rPr lang="en-IN" smtClean="0"/>
              <a:t>15/05/25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
        <p:nvSpPr>
          <p:cNvPr id="18" name="Rectangle 17">
            <a:extLst>
              <a:ext uri="{FF2B5EF4-FFF2-40B4-BE49-F238E27FC236}">
                <a16:creationId xmlns:a16="http://schemas.microsoft.com/office/drawing/2014/main" id="{33076231-2A54-4E4C-AED3-197E208C14BB}"/>
              </a:ext>
            </a:extLst>
          </p:cNvPr>
          <p:cNvSpPr/>
          <p:nvPr/>
        </p:nvSpPr>
        <p:spPr>
          <a:xfrm>
            <a:off x="0" y="1838558"/>
            <a:ext cx="6096000" cy="3761895"/>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sp>
        <p:nvSpPr>
          <p:cNvPr id="12" name="Text Placeholder 2">
            <a:extLst>
              <a:ext uri="{FF2B5EF4-FFF2-40B4-BE49-F238E27FC236}">
                <a16:creationId xmlns:a16="http://schemas.microsoft.com/office/drawing/2014/main" id="{85E84782-CEED-4A74-8650-9CC907EA7201}"/>
              </a:ext>
            </a:extLst>
          </p:cNvPr>
          <p:cNvSpPr>
            <a:spLocks noGrp="1"/>
          </p:cNvSpPr>
          <p:nvPr>
            <p:ph type="body" idx="1" hasCustomPrompt="1"/>
          </p:nvPr>
        </p:nvSpPr>
        <p:spPr>
          <a:xfrm>
            <a:off x="839788" y="2166173"/>
            <a:ext cx="4817357" cy="338901"/>
          </a:xfrm>
        </p:spPr>
        <p:txBody>
          <a:bodyPr anchor="ctr" anchorCtr="0">
            <a:noAutofit/>
          </a:bodyPr>
          <a:lstStyle>
            <a:lvl1pPr marL="0" indent="0">
              <a:buFont typeface="Arial" panose="020B0604020202020204" pitchFamily="34" charset="0"/>
              <a:buNone/>
              <a:defRPr lang="en-US" sz="2200" b="1" kern="1200" dirty="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342900" lvl="0" indent="-342900" algn="l" defTabSz="914400" rtl="0" eaLnBrk="1" latinLnBrk="0" hangingPunct="1">
              <a:lnSpc>
                <a:spcPct val="90000"/>
              </a:lnSpc>
              <a:spcBef>
                <a:spcPts val="1000"/>
              </a:spcBef>
            </a:pPr>
            <a:r>
              <a:rPr lang="en-US" noProof="0"/>
              <a:t>Edit Master text styles</a:t>
            </a:r>
          </a:p>
        </p:txBody>
      </p:sp>
      <p:sp>
        <p:nvSpPr>
          <p:cNvPr id="13" name="Content Placeholder 3">
            <a:extLst>
              <a:ext uri="{FF2B5EF4-FFF2-40B4-BE49-F238E27FC236}">
                <a16:creationId xmlns:a16="http://schemas.microsoft.com/office/drawing/2014/main" id="{A4442761-B05F-4E61-83C8-DA8019B09325}"/>
              </a:ext>
            </a:extLst>
          </p:cNvPr>
          <p:cNvSpPr>
            <a:spLocks noGrp="1"/>
          </p:cNvSpPr>
          <p:nvPr>
            <p:ph sz="half" idx="2" hasCustomPrompt="1"/>
          </p:nvPr>
        </p:nvSpPr>
        <p:spPr>
          <a:xfrm>
            <a:off x="839788" y="2614467"/>
            <a:ext cx="4817357" cy="2667396"/>
          </a:xfrm>
        </p:spPr>
        <p:txBody>
          <a:bodyPr>
            <a:normAutofit/>
          </a:bodyPr>
          <a:lstStyle>
            <a:lvl1pPr marL="228600" indent="-228600">
              <a:buClr>
                <a:schemeClr val="tx2">
                  <a:lumMod val="40000"/>
                  <a:lumOff val="60000"/>
                </a:schemeClr>
              </a:buClr>
              <a:buFont typeface="Wingdings" panose="05000000000000000000" pitchFamily="2" charset="2"/>
              <a:buChar char="§"/>
              <a:defRPr sz="1400"/>
            </a:lvl1pPr>
            <a:lvl2pPr marL="685800" indent="-228600">
              <a:buClr>
                <a:schemeClr val="tx2">
                  <a:lumMod val="40000"/>
                  <a:lumOff val="60000"/>
                </a:schemeClr>
              </a:buClr>
              <a:buFont typeface="Wingdings" panose="05000000000000000000" pitchFamily="2" charset="2"/>
              <a:buChar char="§"/>
              <a:defRPr sz="1400"/>
            </a:lvl2pPr>
            <a:lvl3pPr>
              <a:defRPr sz="1400"/>
            </a:lvl3pPr>
            <a:lvl4pPr>
              <a:defRPr sz="1200"/>
            </a:lvl4pPr>
            <a:lvl5pPr>
              <a:defRPr sz="1200"/>
            </a:lvl5pPr>
          </a:lstStyle>
          <a:p>
            <a:pPr lvl="0"/>
            <a:r>
              <a:rPr lang="en-US" noProof="0"/>
              <a:t>Edit Master text styles</a:t>
            </a:r>
          </a:p>
          <a:p>
            <a:pPr lvl="1"/>
            <a:r>
              <a:rPr lang="en-US" noProof="0"/>
              <a:t>Second level</a:t>
            </a:r>
          </a:p>
        </p:txBody>
      </p:sp>
      <p:sp>
        <p:nvSpPr>
          <p:cNvPr id="14" name="Text Placeholder 4">
            <a:extLst>
              <a:ext uri="{FF2B5EF4-FFF2-40B4-BE49-F238E27FC236}">
                <a16:creationId xmlns:a16="http://schemas.microsoft.com/office/drawing/2014/main" id="{675CE59E-BBF8-4A23-A2D4-859D2A375B8A}"/>
              </a:ext>
            </a:extLst>
          </p:cNvPr>
          <p:cNvSpPr>
            <a:spLocks noGrp="1"/>
          </p:cNvSpPr>
          <p:nvPr>
            <p:ph type="body" sz="quarter" idx="3" hasCustomPrompt="1"/>
          </p:nvPr>
        </p:nvSpPr>
        <p:spPr>
          <a:xfrm>
            <a:off x="6495790" y="2166173"/>
            <a:ext cx="4859598" cy="338902"/>
          </a:xfrm>
        </p:spPr>
        <p:txBody>
          <a:bodyPr vert="horz" lIns="91440" tIns="45720" rIns="91440" bIns="45720" rtlCol="0" anchor="ctr" anchorCtr="0">
            <a:noAutofit/>
          </a:bodyPr>
          <a:lstStyle>
            <a:lvl1pPr marL="0" indent="0">
              <a:buNone/>
              <a:defRPr lang="en-US" sz="2200" b="1">
                <a:latin typeface="+mj-lt"/>
              </a:defRPr>
            </a:lvl1pPr>
          </a:lstStyle>
          <a:p>
            <a:pPr marL="228600" lvl="0" indent="-228600"/>
            <a:r>
              <a:rPr lang="en-US" noProof="0"/>
              <a:t>Edit Master text styles</a:t>
            </a:r>
          </a:p>
        </p:txBody>
      </p:sp>
      <p:sp>
        <p:nvSpPr>
          <p:cNvPr id="15" name="Content Placeholder 5">
            <a:extLst>
              <a:ext uri="{FF2B5EF4-FFF2-40B4-BE49-F238E27FC236}">
                <a16:creationId xmlns:a16="http://schemas.microsoft.com/office/drawing/2014/main" id="{E8F94DDD-6A48-4E09-A419-FAF3E395AB55}"/>
              </a:ext>
            </a:extLst>
          </p:cNvPr>
          <p:cNvSpPr>
            <a:spLocks noGrp="1"/>
          </p:cNvSpPr>
          <p:nvPr>
            <p:ph sz="quarter" idx="4" hasCustomPrompt="1"/>
          </p:nvPr>
        </p:nvSpPr>
        <p:spPr>
          <a:xfrm>
            <a:off x="6495790" y="2614467"/>
            <a:ext cx="4859598" cy="2667396"/>
          </a:xfrm>
        </p:spPr>
        <p:txBody>
          <a:bodyPr>
            <a:normAutofit/>
          </a:bodyPr>
          <a:lstStyle>
            <a:lvl1pPr marL="228600" indent="-228600">
              <a:buClr>
                <a:schemeClr val="bg2">
                  <a:lumMod val="40000"/>
                  <a:lumOff val="60000"/>
                </a:schemeClr>
              </a:buClr>
              <a:buFont typeface="Wingdings" panose="05000000000000000000" pitchFamily="2" charset="2"/>
              <a:buChar char="§"/>
              <a:defRPr sz="1400"/>
            </a:lvl1pPr>
            <a:lvl2pPr marL="685800" indent="-228600">
              <a:buClr>
                <a:schemeClr val="bg2">
                  <a:lumMod val="40000"/>
                  <a:lumOff val="60000"/>
                </a:schemeClr>
              </a:buClr>
              <a:buFont typeface="Wingdings" panose="05000000000000000000" pitchFamily="2" charset="2"/>
              <a:buChar char="§"/>
              <a:defRPr sz="1400"/>
            </a:lvl2pPr>
            <a:lvl3pPr>
              <a:defRPr sz="1400"/>
            </a:lvl3pPr>
            <a:lvl4pPr>
              <a:defRPr sz="1400"/>
            </a:lvl4pPr>
            <a:lvl5pPr>
              <a:defRPr sz="1400"/>
            </a:lvl5pPr>
          </a:lstStyle>
          <a:p>
            <a:pPr lvl="0"/>
            <a:r>
              <a:rPr lang="en-US" noProof="0"/>
              <a:t>Edit Master text styles</a:t>
            </a:r>
          </a:p>
          <a:p>
            <a:pPr lvl="1"/>
            <a:r>
              <a:rPr lang="en-US" noProof="0"/>
              <a:t>Second level</a:t>
            </a:r>
          </a:p>
        </p:txBody>
      </p:sp>
    </p:spTree>
    <p:extLst>
      <p:ext uri="{BB962C8B-B14F-4D97-AF65-F5344CB8AC3E}">
        <p14:creationId xmlns:p14="http://schemas.microsoft.com/office/powerpoint/2010/main" val="244459532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71144CC-98A7-494C-8C18-4B4DD609498F}"/>
              </a:ext>
            </a:extLst>
          </p:cNvPr>
          <p:cNvSpPr>
            <a:spLocks noGrp="1"/>
          </p:cNvSpPr>
          <p:nvPr>
            <p:ph type="dt" sz="half" idx="10"/>
          </p:nvPr>
        </p:nvSpPr>
        <p:spPr>
          <a:xfrm>
            <a:off x="10265399" y="5810623"/>
            <a:ext cx="1080000" cy="234000"/>
          </a:xfrm>
          <a:prstGeom prst="rect">
            <a:avLst/>
          </a:prstGeom>
        </p:spPr>
        <p:txBody>
          <a:bodyPr anchor="b" anchorCtr="0"/>
          <a:lstStyle/>
          <a:p>
            <a:fld id="{7DBA1D92-B603-484B-ABA5-6050FCF7E9C7}" type="datetimeFigureOut">
              <a:rPr lang="en-IN" smtClean="0"/>
              <a:t>15/05/25</a:t>
            </a:fld>
            <a:endParaRPr lang="en-IN"/>
          </a:p>
        </p:txBody>
      </p:sp>
      <p:sp>
        <p:nvSpPr>
          <p:cNvPr id="5" name="Footer Placeholder 4">
            <a:extLst>
              <a:ext uri="{FF2B5EF4-FFF2-40B4-BE49-F238E27FC236}">
                <a16:creationId xmlns:a16="http://schemas.microsoft.com/office/drawing/2014/main" id="{5287AD20-725D-45E4-8D6A-08EF4C81833B}"/>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F586A1DB-63FF-4850-A872-85EE7C08769C}"/>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
        <p:nvSpPr>
          <p:cNvPr id="8" name="Title 7">
            <a:extLst>
              <a:ext uri="{FF2B5EF4-FFF2-40B4-BE49-F238E27FC236}">
                <a16:creationId xmlns:a16="http://schemas.microsoft.com/office/drawing/2014/main" id="{D0DF9619-89F0-4C89-BF3C-FB75431C0020}"/>
              </a:ext>
            </a:extLst>
          </p:cNvPr>
          <p:cNvSpPr>
            <a:spLocks noGrp="1"/>
          </p:cNvSpPr>
          <p:nvPr>
            <p:ph type="title"/>
          </p:nvPr>
        </p:nvSpPr>
        <p:spPr>
          <a:xfrm>
            <a:off x="2178148" y="622349"/>
            <a:ext cx="7835705" cy="1124611"/>
          </a:xfrm>
        </p:spPr>
        <p:txBody>
          <a:bodyPr/>
          <a:lstStyle>
            <a:lvl1pPr algn="ctr">
              <a:defRPr/>
            </a:lvl1pPr>
          </a:lstStyle>
          <a:p>
            <a:r>
              <a:rPr lang="en-US" noProof="0"/>
              <a:t>Click to edit Master title style</a:t>
            </a:r>
          </a:p>
        </p:txBody>
      </p:sp>
    </p:spTree>
    <p:extLst>
      <p:ext uri="{BB962C8B-B14F-4D97-AF65-F5344CB8AC3E}">
        <p14:creationId xmlns:p14="http://schemas.microsoft.com/office/powerpoint/2010/main" val="2756613760"/>
      </p:ext>
    </p:extLst>
  </p:cSld>
  <p:clrMapOvr>
    <a:masterClrMapping/>
  </p:clrMapOvr>
  <p:extLst>
    <p:ext uri="{DCECCB84-F9BA-43D5-87BE-67443E8EF086}">
      <p15:sldGuideLst xmlns:p15="http://schemas.microsoft.com/office/powerpoint/2012/main">
        <p15:guide id="5"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71144CC-98A7-494C-8C18-4B4DD609498F}"/>
              </a:ext>
            </a:extLst>
          </p:cNvPr>
          <p:cNvSpPr>
            <a:spLocks noGrp="1"/>
          </p:cNvSpPr>
          <p:nvPr>
            <p:ph type="dt" sz="half" idx="10"/>
          </p:nvPr>
        </p:nvSpPr>
        <p:spPr>
          <a:xfrm>
            <a:off x="10265399" y="5810400"/>
            <a:ext cx="1080000" cy="234000"/>
          </a:xfrm>
          <a:prstGeom prst="rect">
            <a:avLst/>
          </a:prstGeom>
        </p:spPr>
        <p:txBody>
          <a:bodyPr anchor="b" anchorCtr="0"/>
          <a:lstStyle>
            <a:lvl1pPr>
              <a:defRPr>
                <a:solidFill>
                  <a:schemeClr val="accent5">
                    <a:lumMod val="50000"/>
                  </a:schemeClr>
                </a:solidFill>
              </a:defRPr>
            </a:lvl1pPr>
          </a:lstStyle>
          <a:p>
            <a:fld id="{7DBA1D92-B603-484B-ABA5-6050FCF7E9C7}" type="datetimeFigureOut">
              <a:rPr lang="en-IN" smtClean="0"/>
              <a:t>15/05/25</a:t>
            </a:fld>
            <a:endParaRPr lang="en-IN"/>
          </a:p>
        </p:txBody>
      </p:sp>
      <p:sp>
        <p:nvSpPr>
          <p:cNvPr id="5" name="Footer Placeholder 4">
            <a:extLst>
              <a:ext uri="{FF2B5EF4-FFF2-40B4-BE49-F238E27FC236}">
                <a16:creationId xmlns:a16="http://schemas.microsoft.com/office/drawing/2014/main" id="{5287AD20-725D-45E4-8D6A-08EF4C81833B}"/>
              </a:ext>
            </a:extLst>
          </p:cNvPr>
          <p:cNvSpPr>
            <a:spLocks noGrp="1"/>
          </p:cNvSpPr>
          <p:nvPr>
            <p:ph type="ftr" sz="quarter" idx="11"/>
          </p:nvPr>
        </p:nvSpPr>
        <p:spPr>
          <a:xfrm>
            <a:off x="7230599" y="6057923"/>
            <a:ext cx="4114800" cy="234000"/>
          </a:xfrm>
          <a:prstGeom prst="rect">
            <a:avLst/>
          </a:prstGeom>
        </p:spPr>
        <p:txBody>
          <a:bodyPr/>
          <a:lstStyle>
            <a:lvl1pPr>
              <a:defRPr>
                <a:solidFill>
                  <a:schemeClr val="accent5">
                    <a:lumMod val="50000"/>
                  </a:schemeClr>
                </a:solidFill>
              </a:defRPr>
            </a:lvl1pPr>
          </a:lstStyle>
          <a:p>
            <a:endParaRPr lang="en-IN"/>
          </a:p>
        </p:txBody>
      </p:sp>
      <p:sp>
        <p:nvSpPr>
          <p:cNvPr id="6" name="Slide Number Placeholder 5">
            <a:extLst>
              <a:ext uri="{FF2B5EF4-FFF2-40B4-BE49-F238E27FC236}">
                <a16:creationId xmlns:a16="http://schemas.microsoft.com/office/drawing/2014/main" id="{F586A1DB-63FF-4850-A872-85EE7C08769C}"/>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Tree>
    <p:extLst>
      <p:ext uri="{BB962C8B-B14F-4D97-AF65-F5344CB8AC3E}">
        <p14:creationId xmlns:p14="http://schemas.microsoft.com/office/powerpoint/2010/main" val="3788345516"/>
      </p:ext>
    </p:extLst>
  </p:cSld>
  <p:clrMapOvr>
    <a:masterClrMapping/>
  </p:clrMapOvr>
  <p:extLst>
    <p:ext uri="{DCECCB84-F9BA-43D5-87BE-67443E8EF086}">
      <p15:sldGuideLst xmlns:p15="http://schemas.microsoft.com/office/powerpoint/2012/main">
        <p15:guide id="1" orient="horz" pos="4042">
          <p15:clr>
            <a:srgbClr val="FBAE40"/>
          </p15:clr>
        </p15:guide>
        <p15:guide id="2" pos="506">
          <p15:clr>
            <a:srgbClr val="FBAE40"/>
          </p15:clr>
        </p15:guide>
        <p15:guide id="3" orient="horz" pos="504">
          <p15:clr>
            <a:srgbClr val="FBAE40"/>
          </p15:clr>
        </p15:guide>
        <p15:guide id="4" pos="7174">
          <p15:clr>
            <a:srgbClr val="FBAE40"/>
          </p15:clr>
        </p15:guide>
        <p15:guide id="5" pos="3840">
          <p15:clr>
            <a:srgbClr val="FBAE40"/>
          </p15:clr>
        </p15:guide>
        <p15:guide id="6" orient="horz" pos="2160">
          <p15:clr>
            <a:srgbClr val="FBAE40"/>
          </p15:clr>
        </p15:guide>
        <p15:guide id="7" pos="740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Content with Caption">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0595AFC1-BF2C-4C83-B474-7121F9C0BC8C}"/>
              </a:ext>
            </a:extLst>
          </p:cNvPr>
          <p:cNvSpPr>
            <a:spLocks noGrp="1"/>
          </p:cNvSpPr>
          <p:nvPr>
            <p:ph idx="1" hasCustomPrompt="1"/>
          </p:nvPr>
        </p:nvSpPr>
        <p:spPr>
          <a:xfrm>
            <a:off x="6096000" y="457199"/>
            <a:ext cx="5653088" cy="5403851"/>
          </a:xfrm>
          <a:noFill/>
        </p:spPr>
        <p:txBody>
          <a:bodyPr>
            <a:normAutofit/>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p:txBody>
      </p:sp>
      <p:sp>
        <p:nvSpPr>
          <p:cNvPr id="2" name="Title 1">
            <a:extLst>
              <a:ext uri="{FF2B5EF4-FFF2-40B4-BE49-F238E27FC236}">
                <a16:creationId xmlns:a16="http://schemas.microsoft.com/office/drawing/2014/main" id="{C6B931B8-6920-4B59-AD28-CB99D1D3F1A4}"/>
              </a:ext>
            </a:extLst>
          </p:cNvPr>
          <p:cNvSpPr>
            <a:spLocks noGrp="1"/>
          </p:cNvSpPr>
          <p:nvPr>
            <p:ph type="title" hasCustomPrompt="1"/>
          </p:nvPr>
        </p:nvSpPr>
        <p:spPr>
          <a:xfrm>
            <a:off x="830127" y="691751"/>
            <a:ext cx="4584212" cy="540001"/>
          </a:xfrm>
        </p:spPr>
        <p:txBody>
          <a:bodyPr lIns="36000" tIns="0" rIns="0" bIns="0" anchor="b">
            <a:normAutofit/>
          </a:bodyPr>
          <a:lstStyle>
            <a:lvl1pPr>
              <a:defRPr sz="3600"/>
            </a:lvl1pPr>
          </a:lstStyle>
          <a:p>
            <a:r>
              <a:rPr lang="en-US" noProof="0"/>
              <a:t>Title Here</a:t>
            </a:r>
          </a:p>
        </p:txBody>
      </p:sp>
      <p:sp>
        <p:nvSpPr>
          <p:cNvPr id="4" name="Date Placeholder 3">
            <a:extLst>
              <a:ext uri="{FF2B5EF4-FFF2-40B4-BE49-F238E27FC236}">
                <a16:creationId xmlns:a16="http://schemas.microsoft.com/office/drawing/2014/main" id="{771144CC-98A7-494C-8C18-4B4DD609498F}"/>
              </a:ext>
            </a:extLst>
          </p:cNvPr>
          <p:cNvSpPr>
            <a:spLocks noGrp="1"/>
          </p:cNvSpPr>
          <p:nvPr>
            <p:ph type="dt" sz="half" idx="10"/>
          </p:nvPr>
        </p:nvSpPr>
        <p:spPr>
          <a:xfrm>
            <a:off x="10265399" y="5810400"/>
            <a:ext cx="1080000" cy="234000"/>
          </a:xfrm>
          <a:prstGeom prst="rect">
            <a:avLst/>
          </a:prstGeom>
        </p:spPr>
        <p:txBody>
          <a:bodyPr anchor="b" anchorCtr="0"/>
          <a:lstStyle>
            <a:lvl1pPr>
              <a:defRPr>
                <a:solidFill>
                  <a:schemeClr val="accent5">
                    <a:lumMod val="50000"/>
                  </a:schemeClr>
                </a:solidFill>
              </a:defRPr>
            </a:lvl1pPr>
          </a:lstStyle>
          <a:p>
            <a:fld id="{7DBA1D92-B603-484B-ABA5-6050FCF7E9C7}" type="datetimeFigureOut">
              <a:rPr lang="en-IN" smtClean="0"/>
              <a:t>15/05/25</a:t>
            </a:fld>
            <a:endParaRPr lang="en-IN"/>
          </a:p>
        </p:txBody>
      </p:sp>
      <p:sp>
        <p:nvSpPr>
          <p:cNvPr id="5" name="Footer Placeholder 4">
            <a:extLst>
              <a:ext uri="{FF2B5EF4-FFF2-40B4-BE49-F238E27FC236}">
                <a16:creationId xmlns:a16="http://schemas.microsoft.com/office/drawing/2014/main" id="{5287AD20-725D-45E4-8D6A-08EF4C81833B}"/>
              </a:ext>
            </a:extLst>
          </p:cNvPr>
          <p:cNvSpPr>
            <a:spLocks noGrp="1"/>
          </p:cNvSpPr>
          <p:nvPr>
            <p:ph type="ftr" sz="quarter" idx="11"/>
          </p:nvPr>
        </p:nvSpPr>
        <p:spPr>
          <a:xfrm>
            <a:off x="7230599" y="6057923"/>
            <a:ext cx="4114800" cy="234000"/>
          </a:xfrm>
          <a:prstGeom prst="rect">
            <a:avLst/>
          </a:prstGeom>
        </p:spPr>
        <p:txBody>
          <a:bodyPr/>
          <a:lstStyle>
            <a:lvl1pPr>
              <a:defRPr>
                <a:solidFill>
                  <a:schemeClr val="accent5">
                    <a:lumMod val="50000"/>
                  </a:schemeClr>
                </a:solidFill>
              </a:defRPr>
            </a:lvl1pPr>
          </a:lstStyle>
          <a:p>
            <a:endParaRPr lang="en-IN"/>
          </a:p>
        </p:txBody>
      </p:sp>
      <p:sp>
        <p:nvSpPr>
          <p:cNvPr id="6" name="Slide Number Placeholder 5">
            <a:extLst>
              <a:ext uri="{FF2B5EF4-FFF2-40B4-BE49-F238E27FC236}">
                <a16:creationId xmlns:a16="http://schemas.microsoft.com/office/drawing/2014/main" id="{F586A1DB-63FF-4850-A872-85EE7C08769C}"/>
              </a:ext>
            </a:extLst>
          </p:cNvPr>
          <p:cNvSpPr>
            <a:spLocks noGrp="1"/>
          </p:cNvSpPr>
          <p:nvPr>
            <p:ph type="sldNum" sz="quarter" idx="12"/>
          </p:nvPr>
        </p:nvSpPr>
        <p:spPr>
          <a:xfrm>
            <a:off x="641478" y="6057923"/>
            <a:ext cx="394063" cy="234000"/>
          </a:xfrm>
          <a:prstGeom prst="rect">
            <a:avLst/>
          </a:prstGeom>
        </p:spPr>
        <p:txBody>
          <a:bodyPr/>
          <a:lstStyle/>
          <a:p>
            <a:fld id="{9E8D58B5-FF32-4D41-9D82-69224CA7B659}" type="slidenum">
              <a:rPr lang="en-IN" smtClean="0"/>
              <a:t>‹#›</a:t>
            </a:fld>
            <a:endParaRPr lang="en-IN"/>
          </a:p>
        </p:txBody>
      </p:sp>
      <p:sp>
        <p:nvSpPr>
          <p:cNvPr id="9" name="Text Placeholder 3">
            <a:extLst>
              <a:ext uri="{FF2B5EF4-FFF2-40B4-BE49-F238E27FC236}">
                <a16:creationId xmlns:a16="http://schemas.microsoft.com/office/drawing/2014/main" id="{8ECAA0F2-C20F-4289-BFB8-9BC2C65A8B9F}"/>
              </a:ext>
            </a:extLst>
          </p:cNvPr>
          <p:cNvSpPr>
            <a:spLocks noGrp="1"/>
          </p:cNvSpPr>
          <p:nvPr>
            <p:ph type="body" sz="half" idx="2" hasCustomPrompt="1"/>
          </p:nvPr>
        </p:nvSpPr>
        <p:spPr>
          <a:xfrm>
            <a:off x="839788" y="1326250"/>
            <a:ext cx="4574551" cy="4484150"/>
          </a:xfrm>
        </p:spPr>
        <p:txBody>
          <a:bodyPr vert="horz" lIns="36000" tIns="0" rIns="0" bIns="0" rtlCol="0">
            <a:normAutofit/>
          </a:bodyPr>
          <a:lstStyle>
            <a:lvl1pPr marL="0" indent="0">
              <a:buNone/>
              <a:defRPr lang="en-US" sz="1800">
                <a:solidFill>
                  <a:schemeClr val="tx2"/>
                </a:solidFill>
              </a:defRPr>
            </a:lvl1pPr>
          </a:lstStyle>
          <a:p>
            <a:pPr marL="228600" lvl="0" indent="-228600"/>
            <a:r>
              <a:rPr lang="en-US" noProof="0"/>
              <a:t>Edit Master text styles</a:t>
            </a:r>
          </a:p>
        </p:txBody>
      </p:sp>
    </p:spTree>
    <p:extLst>
      <p:ext uri="{BB962C8B-B14F-4D97-AF65-F5344CB8AC3E}">
        <p14:creationId xmlns:p14="http://schemas.microsoft.com/office/powerpoint/2010/main" val="86725747"/>
      </p:ext>
    </p:extLst>
  </p:cSld>
  <p:clrMapOvr>
    <a:masterClrMapping/>
  </p:clrMapOvr>
  <p:extLst>
    <p:ext uri="{DCECCB84-F9BA-43D5-87BE-67443E8EF086}">
      <p15:sldGuideLst xmlns:p15="http://schemas.microsoft.com/office/powerpoint/2012/main">
        <p15:guide id="1" orient="horz" pos="4042">
          <p15:clr>
            <a:srgbClr val="FBAE40"/>
          </p15:clr>
        </p15:guide>
        <p15:guide id="2" pos="506">
          <p15:clr>
            <a:srgbClr val="FBAE40"/>
          </p15:clr>
        </p15:guide>
        <p15:guide id="3" orient="horz" pos="528">
          <p15:clr>
            <a:srgbClr val="FBAE40"/>
          </p15:clr>
        </p15:guide>
        <p15:guide id="4" pos="7174">
          <p15:clr>
            <a:srgbClr val="FBAE40"/>
          </p15:clr>
        </p15:guide>
        <p15:guide id="5" pos="3840">
          <p15:clr>
            <a:srgbClr val="FBAE40"/>
          </p15:clr>
        </p15:guide>
        <p15:guide id="6" orient="horz" pos="2160">
          <p15:clr>
            <a:srgbClr val="FBAE40"/>
          </p15:clr>
        </p15:guide>
        <p15:guide id="7" pos="740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Picture with Caption">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71144CC-98A7-494C-8C18-4B4DD609498F}"/>
              </a:ext>
            </a:extLst>
          </p:cNvPr>
          <p:cNvSpPr>
            <a:spLocks noGrp="1"/>
          </p:cNvSpPr>
          <p:nvPr>
            <p:ph type="dt" sz="half" idx="10"/>
          </p:nvPr>
        </p:nvSpPr>
        <p:spPr>
          <a:xfrm>
            <a:off x="10265399" y="5810623"/>
            <a:ext cx="1080000" cy="234000"/>
          </a:xfrm>
          <a:prstGeom prst="rect">
            <a:avLst/>
          </a:prstGeom>
        </p:spPr>
        <p:txBody>
          <a:bodyPr anchor="b" anchorCtr="0"/>
          <a:lstStyle>
            <a:lvl1pPr>
              <a:defRPr>
                <a:solidFill>
                  <a:schemeClr val="bg1"/>
                </a:solidFill>
              </a:defRPr>
            </a:lvl1pPr>
          </a:lstStyle>
          <a:p>
            <a:fld id="{7DBA1D92-B603-484B-ABA5-6050FCF7E9C7}" type="datetimeFigureOut">
              <a:rPr lang="en-IN" smtClean="0"/>
              <a:t>15/05/25</a:t>
            </a:fld>
            <a:endParaRPr lang="en-IN"/>
          </a:p>
        </p:txBody>
      </p:sp>
      <p:sp>
        <p:nvSpPr>
          <p:cNvPr id="5" name="Footer Placeholder 4">
            <a:extLst>
              <a:ext uri="{FF2B5EF4-FFF2-40B4-BE49-F238E27FC236}">
                <a16:creationId xmlns:a16="http://schemas.microsoft.com/office/drawing/2014/main" id="{5287AD20-725D-45E4-8D6A-08EF4C81833B}"/>
              </a:ext>
            </a:extLst>
          </p:cNvPr>
          <p:cNvSpPr>
            <a:spLocks noGrp="1"/>
          </p:cNvSpPr>
          <p:nvPr>
            <p:ph type="ftr" sz="quarter" idx="11"/>
          </p:nvPr>
        </p:nvSpPr>
        <p:spPr>
          <a:xfrm>
            <a:off x="7230599" y="6057923"/>
            <a:ext cx="4114800" cy="234000"/>
          </a:xfrm>
          <a:prstGeom prst="rect">
            <a:avLst/>
          </a:prstGeom>
        </p:spPr>
        <p:txBody>
          <a:bodyPr/>
          <a:lstStyle>
            <a:lvl1pPr>
              <a:defRPr>
                <a:solidFill>
                  <a:schemeClr val="bg1"/>
                </a:solidFill>
              </a:defRPr>
            </a:lvl1pPr>
          </a:lstStyle>
          <a:p>
            <a:endParaRPr lang="en-IN"/>
          </a:p>
        </p:txBody>
      </p:sp>
      <p:sp>
        <p:nvSpPr>
          <p:cNvPr id="6" name="Slide Number Placeholder 5">
            <a:extLst>
              <a:ext uri="{FF2B5EF4-FFF2-40B4-BE49-F238E27FC236}">
                <a16:creationId xmlns:a16="http://schemas.microsoft.com/office/drawing/2014/main" id="{F586A1DB-63FF-4850-A872-85EE7C08769C}"/>
              </a:ext>
            </a:extLst>
          </p:cNvPr>
          <p:cNvSpPr>
            <a:spLocks noGrp="1"/>
          </p:cNvSpPr>
          <p:nvPr>
            <p:ph type="sldNum" sz="quarter" idx="12"/>
          </p:nvPr>
        </p:nvSpPr>
        <p:spPr>
          <a:xfrm>
            <a:off x="641478" y="6057923"/>
            <a:ext cx="394063" cy="234000"/>
          </a:xfrm>
          <a:prstGeom prst="rect">
            <a:avLst/>
          </a:prstGeom>
        </p:spPr>
        <p:txBody>
          <a:bodyPr/>
          <a:lstStyle>
            <a:lvl1pPr>
              <a:defRPr>
                <a:solidFill>
                  <a:schemeClr val="bg1"/>
                </a:solidFill>
              </a:defRPr>
            </a:lvl1pPr>
          </a:lstStyle>
          <a:p>
            <a:fld id="{9E8D58B5-FF32-4D41-9D82-69224CA7B659}" type="slidenum">
              <a:rPr lang="en-IN" smtClean="0"/>
              <a:t>‹#›</a:t>
            </a:fld>
            <a:endParaRPr lang="en-IN"/>
          </a:p>
        </p:txBody>
      </p:sp>
      <p:sp>
        <p:nvSpPr>
          <p:cNvPr id="11" name="Title 1">
            <a:extLst>
              <a:ext uri="{FF2B5EF4-FFF2-40B4-BE49-F238E27FC236}">
                <a16:creationId xmlns:a16="http://schemas.microsoft.com/office/drawing/2014/main" id="{ED46F9B8-64BA-45E5-845E-CA6696C25C5F}"/>
              </a:ext>
            </a:extLst>
          </p:cNvPr>
          <p:cNvSpPr>
            <a:spLocks noGrp="1"/>
          </p:cNvSpPr>
          <p:nvPr>
            <p:ph type="title"/>
          </p:nvPr>
        </p:nvSpPr>
        <p:spPr>
          <a:xfrm>
            <a:off x="2394975" y="742867"/>
            <a:ext cx="7402050" cy="566931"/>
          </a:xfrm>
        </p:spPr>
        <p:txBody>
          <a:bodyPr lIns="36000" tIns="0" rIns="0" bIns="0"/>
          <a:lstStyle>
            <a:lvl1pPr algn="ctr">
              <a:defRPr/>
            </a:lvl1pPr>
          </a:lstStyle>
          <a:p>
            <a:r>
              <a:rPr lang="en-US" noProof="0"/>
              <a:t>Click to edit Master title style</a:t>
            </a:r>
          </a:p>
        </p:txBody>
      </p:sp>
      <p:sp>
        <p:nvSpPr>
          <p:cNvPr id="8" name="Picture Placeholder 2">
            <a:extLst>
              <a:ext uri="{FF2B5EF4-FFF2-40B4-BE49-F238E27FC236}">
                <a16:creationId xmlns:a16="http://schemas.microsoft.com/office/drawing/2014/main" id="{704937D3-320F-475C-B607-8D8AE31FF3A3}"/>
              </a:ext>
            </a:extLst>
          </p:cNvPr>
          <p:cNvSpPr>
            <a:spLocks noGrp="1"/>
          </p:cNvSpPr>
          <p:nvPr>
            <p:ph type="pic" idx="1"/>
          </p:nvPr>
        </p:nvSpPr>
        <p:spPr>
          <a:xfrm>
            <a:off x="458724" y="2277980"/>
            <a:ext cx="11290364" cy="4122820"/>
          </a:xfrm>
        </p:spPr>
        <p:txBody>
          <a:bodyPr anchor="ctr" anchorCtr="0"/>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p>
        </p:txBody>
      </p:sp>
      <p:sp>
        <p:nvSpPr>
          <p:cNvPr id="10" name="Text Placeholder 3">
            <a:extLst>
              <a:ext uri="{FF2B5EF4-FFF2-40B4-BE49-F238E27FC236}">
                <a16:creationId xmlns:a16="http://schemas.microsoft.com/office/drawing/2014/main" id="{68404903-B722-4F8B-94E9-F478DB3A75E2}"/>
              </a:ext>
            </a:extLst>
          </p:cNvPr>
          <p:cNvSpPr>
            <a:spLocks noGrp="1"/>
          </p:cNvSpPr>
          <p:nvPr>
            <p:ph type="body" sz="half" idx="2" hasCustomPrompt="1"/>
          </p:nvPr>
        </p:nvSpPr>
        <p:spPr>
          <a:xfrm>
            <a:off x="2394975" y="1377834"/>
            <a:ext cx="7402050" cy="540000"/>
          </a:xfrm>
        </p:spPr>
        <p:txBody>
          <a:bodyPr vert="horz" lIns="36000" tIns="0" rIns="0" bIns="0" rtlCol="0">
            <a:normAutofit/>
          </a:bodyPr>
          <a:lstStyle>
            <a:lvl1pPr marL="0" indent="0" algn="ctr">
              <a:buNone/>
              <a:defRPr lang="en-US" sz="1800">
                <a:solidFill>
                  <a:schemeClr val="tx2"/>
                </a:solidFill>
              </a:defRPr>
            </a:lvl1pPr>
          </a:lstStyle>
          <a:p>
            <a:pPr marL="228600" lvl="0" indent="-228600" algn="ctr"/>
            <a:r>
              <a:rPr lang="en-US" noProof="0"/>
              <a:t>Edit Master text styles</a:t>
            </a:r>
          </a:p>
        </p:txBody>
      </p:sp>
    </p:spTree>
    <p:extLst>
      <p:ext uri="{BB962C8B-B14F-4D97-AF65-F5344CB8AC3E}">
        <p14:creationId xmlns:p14="http://schemas.microsoft.com/office/powerpoint/2010/main" val="4220935779"/>
      </p:ext>
    </p:extLst>
  </p:cSld>
  <p:clrMapOvr>
    <a:masterClrMapping/>
  </p:clrMapOvr>
  <p:extLst>
    <p:ext uri="{DCECCB84-F9BA-43D5-87BE-67443E8EF086}">
      <p15:sldGuideLst xmlns:p15="http://schemas.microsoft.com/office/powerpoint/2012/main">
        <p15:guide id="5" pos="3840">
          <p15:clr>
            <a:srgbClr val="FBAE40"/>
          </p15:clr>
        </p15:guide>
        <p15:guide id="6" orient="horz" pos="216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Manu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9C1590D-4639-4494-A37B-A15E7114FE5B}"/>
              </a:ext>
            </a:extLst>
          </p:cNvPr>
          <p:cNvSpPr>
            <a:spLocks noGrp="1"/>
          </p:cNvSpPr>
          <p:nvPr>
            <p:ph type="title"/>
          </p:nvPr>
        </p:nvSpPr>
        <p:spPr>
          <a:xfrm>
            <a:off x="838200" y="742867"/>
            <a:ext cx="9037320" cy="566931"/>
          </a:xfrm>
        </p:spPr>
        <p:txBody>
          <a:bodyPr lIns="36000" tIns="0" rIns="0" bIns="0"/>
          <a:lstStyle/>
          <a:p>
            <a:r>
              <a:rPr lang="en-US"/>
              <a:t>Click to edit Master title style</a:t>
            </a:r>
            <a:endParaRPr lang="ru-RU"/>
          </a:p>
        </p:txBody>
      </p:sp>
      <p:sp>
        <p:nvSpPr>
          <p:cNvPr id="7" name="Text Placeholder 3">
            <a:extLst>
              <a:ext uri="{FF2B5EF4-FFF2-40B4-BE49-F238E27FC236}">
                <a16:creationId xmlns:a16="http://schemas.microsoft.com/office/drawing/2014/main" id="{E40C1F5F-4B50-4906-83E6-9A2F1CB1F66E}"/>
              </a:ext>
            </a:extLst>
          </p:cNvPr>
          <p:cNvSpPr>
            <a:spLocks noGrp="1"/>
          </p:cNvSpPr>
          <p:nvPr>
            <p:ph type="body" sz="half" idx="2"/>
          </p:nvPr>
        </p:nvSpPr>
        <p:spPr>
          <a:xfrm>
            <a:off x="898161" y="2982416"/>
            <a:ext cx="1645920" cy="519503"/>
          </a:xfrm>
        </p:spPr>
        <p:txBody>
          <a:bodyPr lIns="0" tIns="0" rIns="0" bIns="0" anchor="t" anchorCtr="0">
            <a:normAutofit/>
          </a:bodyPr>
          <a:lstStyle>
            <a:lvl1pPr marL="0" indent="0">
              <a:lnSpc>
                <a:spcPct val="100000"/>
              </a:lnSpc>
              <a:spcBef>
                <a:spcPts val="0"/>
              </a:spcBef>
              <a:buNone/>
              <a:defRPr lang="en-US" sz="1200" kern="1200" dirty="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Text Placeholder 3">
            <a:extLst>
              <a:ext uri="{FF2B5EF4-FFF2-40B4-BE49-F238E27FC236}">
                <a16:creationId xmlns:a16="http://schemas.microsoft.com/office/drawing/2014/main" id="{172EC0A4-5E0C-44C7-B8BF-100C17934C9D}"/>
              </a:ext>
            </a:extLst>
          </p:cNvPr>
          <p:cNvSpPr>
            <a:spLocks noGrp="1"/>
          </p:cNvSpPr>
          <p:nvPr>
            <p:ph type="body" sz="half" idx="34" hasCustomPrompt="1"/>
          </p:nvPr>
        </p:nvSpPr>
        <p:spPr>
          <a:xfrm>
            <a:off x="1399426" y="1924687"/>
            <a:ext cx="2469965" cy="982274"/>
          </a:xfrm>
        </p:spPr>
        <p:txBody>
          <a:bodyPr lIns="0" rIns="0" bIns="0" anchor="ctr" anchorCtr="0">
            <a:normAutofit/>
          </a:bodyPr>
          <a:lstStyle>
            <a:lvl1pPr marL="0" indent="0">
              <a:spcBef>
                <a:spcPts val="0"/>
              </a:spcBef>
              <a:buNone/>
              <a:defRPr lang="en-US" sz="2200" b="1" kern="1200" dirty="0">
                <a:solidFill>
                  <a:schemeClr val="tx1"/>
                </a:solidFill>
                <a:latin typeface="+mj-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Master text</a:t>
            </a:r>
            <a:br>
              <a:rPr lang="en-US"/>
            </a:br>
            <a:r>
              <a:rPr lang="en-US"/>
              <a:t>styles</a:t>
            </a:r>
          </a:p>
        </p:txBody>
      </p:sp>
      <p:sp>
        <p:nvSpPr>
          <p:cNvPr id="11" name="Text Placeholder 3">
            <a:extLst>
              <a:ext uri="{FF2B5EF4-FFF2-40B4-BE49-F238E27FC236}">
                <a16:creationId xmlns:a16="http://schemas.microsoft.com/office/drawing/2014/main" id="{709E18E3-2E11-4B74-AF2C-001F81DE3F24}"/>
              </a:ext>
            </a:extLst>
          </p:cNvPr>
          <p:cNvSpPr>
            <a:spLocks noGrp="1"/>
          </p:cNvSpPr>
          <p:nvPr>
            <p:ph type="body" sz="half" idx="36"/>
          </p:nvPr>
        </p:nvSpPr>
        <p:spPr>
          <a:xfrm>
            <a:off x="2611286" y="2982416"/>
            <a:ext cx="1389888" cy="519503"/>
          </a:xfrm>
        </p:spPr>
        <p:txBody>
          <a:bodyPr lIns="0" tIns="0" rIns="0" bIns="0" anchor="t" anchorCtr="0">
            <a:normAutofit/>
          </a:bodyPr>
          <a:lstStyle>
            <a:lvl1pPr marL="0" indent="0">
              <a:lnSpc>
                <a:spcPct val="100000"/>
              </a:lnSpc>
              <a:spcBef>
                <a:spcPts val="0"/>
              </a:spcBef>
              <a:buNone/>
              <a:defRPr lang="en-US" sz="1200" kern="1200" dirty="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12" name="Picture Placeholder 12">
            <a:extLst>
              <a:ext uri="{FF2B5EF4-FFF2-40B4-BE49-F238E27FC236}">
                <a16:creationId xmlns:a16="http://schemas.microsoft.com/office/drawing/2014/main" id="{D61E6447-2CC7-47A3-8681-4133CCCB54D6}"/>
              </a:ext>
            </a:extLst>
          </p:cNvPr>
          <p:cNvSpPr>
            <a:spLocks noGrp="1"/>
          </p:cNvSpPr>
          <p:nvPr>
            <p:ph type="pic" sz="quarter" idx="37"/>
          </p:nvPr>
        </p:nvSpPr>
        <p:spPr>
          <a:xfrm>
            <a:off x="890694" y="3605411"/>
            <a:ext cx="1636776" cy="1618488"/>
          </a:xfrm>
        </p:spPr>
        <p:txBody>
          <a:bodyPr anchor="ctr" anchorCtr="0">
            <a:noAutofit/>
          </a:bodyPr>
          <a:lstStyle>
            <a:lvl1pPr marL="0" indent="0" algn="ctr">
              <a:buNone/>
              <a:defRPr sz="1400"/>
            </a:lvl1pPr>
          </a:lstStyle>
          <a:p>
            <a:r>
              <a:rPr lang="en-US"/>
              <a:t>Click icon to add picture</a:t>
            </a:r>
            <a:endParaRPr lang="ru-RU"/>
          </a:p>
        </p:txBody>
      </p:sp>
      <p:sp>
        <p:nvSpPr>
          <p:cNvPr id="13" name="Picture Placeholder 12">
            <a:extLst>
              <a:ext uri="{FF2B5EF4-FFF2-40B4-BE49-F238E27FC236}">
                <a16:creationId xmlns:a16="http://schemas.microsoft.com/office/drawing/2014/main" id="{CAD91B82-5EEF-4712-A699-B8302B6558DD}"/>
              </a:ext>
            </a:extLst>
          </p:cNvPr>
          <p:cNvSpPr>
            <a:spLocks noGrp="1"/>
          </p:cNvSpPr>
          <p:nvPr>
            <p:ph type="pic" sz="quarter" idx="38"/>
          </p:nvPr>
        </p:nvSpPr>
        <p:spPr>
          <a:xfrm>
            <a:off x="2514673" y="3605411"/>
            <a:ext cx="1636776" cy="1618488"/>
          </a:xfrm>
        </p:spPr>
        <p:txBody>
          <a:bodyPr anchor="ctr" anchorCtr="0">
            <a:noAutofit/>
          </a:bodyPr>
          <a:lstStyle>
            <a:lvl1pPr marL="0" indent="0" algn="ctr">
              <a:buNone/>
              <a:defRPr sz="1400"/>
            </a:lvl1pPr>
          </a:lstStyle>
          <a:p>
            <a:r>
              <a:rPr lang="en-US"/>
              <a:t>Click icon to add picture</a:t>
            </a:r>
            <a:endParaRPr lang="ru-RU"/>
          </a:p>
        </p:txBody>
      </p:sp>
      <p:sp>
        <p:nvSpPr>
          <p:cNvPr id="14" name="Text Placeholder 3">
            <a:extLst>
              <a:ext uri="{FF2B5EF4-FFF2-40B4-BE49-F238E27FC236}">
                <a16:creationId xmlns:a16="http://schemas.microsoft.com/office/drawing/2014/main" id="{57FAEB2B-6A01-4C63-ACA3-03B6E2919E8A}"/>
              </a:ext>
            </a:extLst>
          </p:cNvPr>
          <p:cNvSpPr>
            <a:spLocks noGrp="1"/>
          </p:cNvSpPr>
          <p:nvPr>
            <p:ph type="body" sz="half" idx="39"/>
          </p:nvPr>
        </p:nvSpPr>
        <p:spPr>
          <a:xfrm>
            <a:off x="4955269" y="2982416"/>
            <a:ext cx="2113508" cy="519503"/>
          </a:xfrm>
        </p:spPr>
        <p:txBody>
          <a:bodyPr lIns="0" tIns="0" rIns="0" bIns="0" anchor="t" anchorCtr="0">
            <a:normAutofit/>
          </a:bodyPr>
          <a:lstStyle>
            <a:lvl1pPr marL="0" indent="0">
              <a:lnSpc>
                <a:spcPct val="100000"/>
              </a:lnSpc>
              <a:spcBef>
                <a:spcPts val="0"/>
              </a:spcBef>
              <a:buNone/>
              <a:defRPr lang="en-US" sz="12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15" name="Text Placeholder 3">
            <a:extLst>
              <a:ext uri="{FF2B5EF4-FFF2-40B4-BE49-F238E27FC236}">
                <a16:creationId xmlns:a16="http://schemas.microsoft.com/office/drawing/2014/main" id="{89680D39-3D54-40CF-ABCB-BA448F099B30}"/>
              </a:ext>
            </a:extLst>
          </p:cNvPr>
          <p:cNvSpPr>
            <a:spLocks noGrp="1"/>
          </p:cNvSpPr>
          <p:nvPr>
            <p:ph type="body" sz="half" idx="40" hasCustomPrompt="1"/>
          </p:nvPr>
        </p:nvSpPr>
        <p:spPr>
          <a:xfrm>
            <a:off x="5509170" y="1924687"/>
            <a:ext cx="1622417" cy="982274"/>
          </a:xfrm>
        </p:spPr>
        <p:txBody>
          <a:bodyPr lIns="0" rIns="0" bIns="0" anchor="ctr" anchorCtr="0">
            <a:normAutofit/>
          </a:bodyPr>
          <a:lstStyle>
            <a:lvl1pPr marL="0" indent="0">
              <a:spcBef>
                <a:spcPts val="0"/>
              </a:spcBef>
              <a:buNone/>
              <a:defRPr lang="en-US" sz="2200" b="1" kern="1200" dirty="0">
                <a:solidFill>
                  <a:schemeClr val="tx1"/>
                </a:solidFill>
                <a:latin typeface="+mj-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Master text</a:t>
            </a:r>
            <a:br>
              <a:rPr lang="en-US"/>
            </a:br>
            <a:r>
              <a:rPr lang="en-US"/>
              <a:t>styles</a:t>
            </a:r>
          </a:p>
        </p:txBody>
      </p:sp>
      <p:sp>
        <p:nvSpPr>
          <p:cNvPr id="17" name="Picture Placeholder 12">
            <a:extLst>
              <a:ext uri="{FF2B5EF4-FFF2-40B4-BE49-F238E27FC236}">
                <a16:creationId xmlns:a16="http://schemas.microsoft.com/office/drawing/2014/main" id="{E81CA5F1-31CE-4D4C-A27D-2B342ECD994A}"/>
              </a:ext>
            </a:extLst>
          </p:cNvPr>
          <p:cNvSpPr>
            <a:spLocks noGrp="1"/>
          </p:cNvSpPr>
          <p:nvPr>
            <p:ph type="pic" sz="quarter" idx="43"/>
          </p:nvPr>
        </p:nvSpPr>
        <p:spPr>
          <a:xfrm>
            <a:off x="4961249" y="3605411"/>
            <a:ext cx="2048256" cy="896112"/>
          </a:xfrm>
        </p:spPr>
        <p:txBody>
          <a:bodyPr anchor="ctr" anchorCtr="0">
            <a:noAutofit/>
          </a:bodyPr>
          <a:lstStyle>
            <a:lvl1pPr marL="0" indent="0" algn="ctr">
              <a:buNone/>
              <a:defRPr sz="1400"/>
            </a:lvl1pPr>
          </a:lstStyle>
          <a:p>
            <a:r>
              <a:rPr lang="en-US"/>
              <a:t>Click icon to add picture</a:t>
            </a:r>
            <a:endParaRPr lang="ru-RU"/>
          </a:p>
        </p:txBody>
      </p:sp>
      <p:sp>
        <p:nvSpPr>
          <p:cNvPr id="19" name="Text Placeholder 3">
            <a:extLst>
              <a:ext uri="{FF2B5EF4-FFF2-40B4-BE49-F238E27FC236}">
                <a16:creationId xmlns:a16="http://schemas.microsoft.com/office/drawing/2014/main" id="{7C3544C3-FDC7-4C8F-A615-9529597C549D}"/>
              </a:ext>
            </a:extLst>
          </p:cNvPr>
          <p:cNvSpPr>
            <a:spLocks noGrp="1"/>
          </p:cNvSpPr>
          <p:nvPr>
            <p:ph type="body" sz="half" idx="45"/>
          </p:nvPr>
        </p:nvSpPr>
        <p:spPr>
          <a:xfrm>
            <a:off x="7915161" y="2982416"/>
            <a:ext cx="2197045" cy="519503"/>
          </a:xfrm>
        </p:spPr>
        <p:txBody>
          <a:bodyPr lIns="0" tIns="0" rIns="0" bIns="0" anchor="t" anchorCtr="0">
            <a:normAutofit/>
          </a:bodyPr>
          <a:lstStyle>
            <a:lvl1pPr marL="0" indent="0">
              <a:lnSpc>
                <a:spcPct val="100000"/>
              </a:lnSpc>
              <a:spcBef>
                <a:spcPts val="0"/>
              </a:spcBef>
              <a:buNone/>
              <a:defRPr lang="en-US" sz="12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22" name="Text Placeholder 3">
            <a:extLst>
              <a:ext uri="{FF2B5EF4-FFF2-40B4-BE49-F238E27FC236}">
                <a16:creationId xmlns:a16="http://schemas.microsoft.com/office/drawing/2014/main" id="{7691DC2D-3064-4822-9D2D-80D59EA85EBB}"/>
              </a:ext>
            </a:extLst>
          </p:cNvPr>
          <p:cNvSpPr>
            <a:spLocks noGrp="1"/>
          </p:cNvSpPr>
          <p:nvPr>
            <p:ph type="body" sz="half" idx="46" hasCustomPrompt="1"/>
          </p:nvPr>
        </p:nvSpPr>
        <p:spPr>
          <a:xfrm>
            <a:off x="8469062" y="1924687"/>
            <a:ext cx="1622417" cy="982274"/>
          </a:xfrm>
        </p:spPr>
        <p:txBody>
          <a:bodyPr lIns="0" rIns="0" bIns="0" anchor="ctr" anchorCtr="0">
            <a:normAutofit/>
          </a:bodyPr>
          <a:lstStyle>
            <a:lvl1pPr marL="0" indent="0">
              <a:spcBef>
                <a:spcPts val="0"/>
              </a:spcBef>
              <a:buNone/>
              <a:defRPr lang="en-US" sz="2200" b="1" kern="1200" dirty="0">
                <a:solidFill>
                  <a:schemeClr val="tx1"/>
                </a:solidFill>
                <a:latin typeface="+mj-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Master text</a:t>
            </a:r>
            <a:br>
              <a:rPr lang="en-US"/>
            </a:br>
            <a:r>
              <a:rPr lang="en-US"/>
              <a:t>styles</a:t>
            </a:r>
          </a:p>
        </p:txBody>
      </p:sp>
      <p:sp>
        <p:nvSpPr>
          <p:cNvPr id="24" name="Picture Placeholder 12">
            <a:extLst>
              <a:ext uri="{FF2B5EF4-FFF2-40B4-BE49-F238E27FC236}">
                <a16:creationId xmlns:a16="http://schemas.microsoft.com/office/drawing/2014/main" id="{130FD286-B22E-4EEB-8B67-4CE7BF2FBA89}"/>
              </a:ext>
            </a:extLst>
          </p:cNvPr>
          <p:cNvSpPr>
            <a:spLocks noGrp="1"/>
          </p:cNvSpPr>
          <p:nvPr>
            <p:ph type="pic" sz="quarter" idx="48"/>
          </p:nvPr>
        </p:nvSpPr>
        <p:spPr>
          <a:xfrm>
            <a:off x="7921141" y="3605411"/>
            <a:ext cx="1280160" cy="896112"/>
          </a:xfrm>
          <a:ln>
            <a:solidFill>
              <a:schemeClr val="accent5"/>
            </a:solidFill>
          </a:ln>
        </p:spPr>
        <p:txBody>
          <a:bodyPr anchor="ctr" anchorCtr="0">
            <a:noAutofit/>
          </a:bodyPr>
          <a:lstStyle>
            <a:lvl1pPr marL="0" indent="0" algn="ctr">
              <a:buNone/>
              <a:defRPr sz="1400"/>
            </a:lvl1pPr>
          </a:lstStyle>
          <a:p>
            <a:r>
              <a:rPr lang="en-US"/>
              <a:t>Click icon to add picture</a:t>
            </a:r>
            <a:endParaRPr lang="ru-RU"/>
          </a:p>
        </p:txBody>
      </p:sp>
      <p:sp>
        <p:nvSpPr>
          <p:cNvPr id="25" name="Text Placeholder 3">
            <a:extLst>
              <a:ext uri="{FF2B5EF4-FFF2-40B4-BE49-F238E27FC236}">
                <a16:creationId xmlns:a16="http://schemas.microsoft.com/office/drawing/2014/main" id="{EDCAE751-A04A-4A9B-8EE4-3E1B64E955F3}"/>
              </a:ext>
            </a:extLst>
          </p:cNvPr>
          <p:cNvSpPr>
            <a:spLocks noGrp="1"/>
          </p:cNvSpPr>
          <p:nvPr>
            <p:ph type="body" sz="half" idx="49"/>
          </p:nvPr>
        </p:nvSpPr>
        <p:spPr>
          <a:xfrm>
            <a:off x="7888266" y="4704396"/>
            <a:ext cx="2223939" cy="519503"/>
          </a:xfrm>
        </p:spPr>
        <p:txBody>
          <a:bodyPr lIns="0" tIns="0" rIns="0" bIns="0" anchor="t" anchorCtr="0">
            <a:normAutofit/>
          </a:bodyPr>
          <a:lstStyle>
            <a:lvl1pPr marL="0" indent="0">
              <a:lnSpc>
                <a:spcPct val="100000"/>
              </a:lnSpc>
              <a:spcBef>
                <a:spcPts val="0"/>
              </a:spcBef>
              <a:buNone/>
              <a:defRPr lang="en-US" sz="12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26" name="Text Placeholder 3">
            <a:extLst>
              <a:ext uri="{FF2B5EF4-FFF2-40B4-BE49-F238E27FC236}">
                <a16:creationId xmlns:a16="http://schemas.microsoft.com/office/drawing/2014/main" id="{21FD07BB-52C2-4F52-A969-6778D844E8D4}"/>
              </a:ext>
            </a:extLst>
          </p:cNvPr>
          <p:cNvSpPr>
            <a:spLocks noGrp="1"/>
          </p:cNvSpPr>
          <p:nvPr>
            <p:ph type="body" sz="half" idx="50"/>
          </p:nvPr>
        </p:nvSpPr>
        <p:spPr>
          <a:xfrm>
            <a:off x="874713" y="5838788"/>
            <a:ext cx="8993089" cy="365122"/>
          </a:xfrm>
        </p:spPr>
        <p:txBody>
          <a:bodyPr lIns="0" tIns="0" rIns="0" bIns="0" anchor="t" anchorCtr="0">
            <a:normAutofit/>
          </a:bodyPr>
          <a:lstStyle>
            <a:lvl1pPr marL="0" indent="0" algn="l">
              <a:lnSpc>
                <a:spcPct val="100000"/>
              </a:lnSpc>
              <a:spcBef>
                <a:spcPts val="0"/>
              </a:spcBef>
              <a:buNone/>
              <a:defRPr lang="en-US" sz="12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2E1D5C74-7DD8-44F1-8142-1961D0C932B3}"/>
              </a:ext>
            </a:extLst>
          </p:cNvPr>
          <p:cNvSpPr>
            <a:spLocks noGrp="1"/>
          </p:cNvSpPr>
          <p:nvPr>
            <p:ph type="body" sz="half" idx="51"/>
          </p:nvPr>
        </p:nvSpPr>
        <p:spPr>
          <a:xfrm>
            <a:off x="4955269" y="4704395"/>
            <a:ext cx="2048256" cy="519503"/>
          </a:xfrm>
        </p:spPr>
        <p:txBody>
          <a:bodyPr lIns="0" tIns="0" rIns="0" bIns="0" anchor="t" anchorCtr="0">
            <a:normAutofit/>
          </a:bodyPr>
          <a:lstStyle>
            <a:lvl1pPr marL="0" indent="0">
              <a:lnSpc>
                <a:spcPct val="100000"/>
              </a:lnSpc>
              <a:spcBef>
                <a:spcPts val="0"/>
              </a:spcBef>
              <a:buNone/>
              <a:defRPr lang="en-US" sz="12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28" name="Text Placeholder 7">
            <a:extLst>
              <a:ext uri="{FF2B5EF4-FFF2-40B4-BE49-F238E27FC236}">
                <a16:creationId xmlns:a16="http://schemas.microsoft.com/office/drawing/2014/main" id="{9A6D3509-A776-4654-B6B2-F528C9FE78EA}"/>
              </a:ext>
            </a:extLst>
          </p:cNvPr>
          <p:cNvSpPr>
            <a:spLocks noGrp="1"/>
          </p:cNvSpPr>
          <p:nvPr>
            <p:ph type="body" sz="quarter" idx="25" hasCustomPrompt="1"/>
          </p:nvPr>
        </p:nvSpPr>
        <p:spPr>
          <a:xfrm>
            <a:off x="838200" y="1951635"/>
            <a:ext cx="558402" cy="896112"/>
          </a:xfrm>
        </p:spPr>
        <p:txBody>
          <a:bodyPr lIns="0" tIns="0" rIns="0" bIns="0">
            <a:noAutofit/>
          </a:bodyPr>
          <a:lstStyle>
            <a:lvl1pPr marL="0" indent="0" algn="l">
              <a:buNone/>
              <a:defRPr sz="7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a:t>1</a:t>
            </a:r>
            <a:endParaRPr lang="ru-RU"/>
          </a:p>
        </p:txBody>
      </p:sp>
      <p:sp>
        <p:nvSpPr>
          <p:cNvPr id="29" name="Text Placeholder 7">
            <a:extLst>
              <a:ext uri="{FF2B5EF4-FFF2-40B4-BE49-F238E27FC236}">
                <a16:creationId xmlns:a16="http://schemas.microsoft.com/office/drawing/2014/main" id="{BCA4A1CD-2E82-40FA-88EC-3D9F238493C2}"/>
              </a:ext>
            </a:extLst>
          </p:cNvPr>
          <p:cNvSpPr>
            <a:spLocks noGrp="1"/>
          </p:cNvSpPr>
          <p:nvPr>
            <p:ph type="body" sz="quarter" idx="52" hasCustomPrompt="1"/>
          </p:nvPr>
        </p:nvSpPr>
        <p:spPr>
          <a:xfrm>
            <a:off x="4927665" y="1927715"/>
            <a:ext cx="558402" cy="896112"/>
          </a:xfrm>
        </p:spPr>
        <p:txBody>
          <a:bodyPr lIns="0" tIns="0" rIns="0" bIns="0">
            <a:noAutofit/>
          </a:bodyPr>
          <a:lstStyle>
            <a:lvl1pPr marL="0" indent="0" algn="l">
              <a:buNone/>
              <a:defRPr sz="7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a:t>1</a:t>
            </a:r>
            <a:endParaRPr lang="ru-RU"/>
          </a:p>
        </p:txBody>
      </p:sp>
      <p:sp>
        <p:nvSpPr>
          <p:cNvPr id="30" name="Text Placeholder 7">
            <a:extLst>
              <a:ext uri="{FF2B5EF4-FFF2-40B4-BE49-F238E27FC236}">
                <a16:creationId xmlns:a16="http://schemas.microsoft.com/office/drawing/2014/main" id="{476CA787-1443-453E-A0C1-A9391E1B647D}"/>
              </a:ext>
            </a:extLst>
          </p:cNvPr>
          <p:cNvSpPr>
            <a:spLocks noGrp="1"/>
          </p:cNvSpPr>
          <p:nvPr>
            <p:ph type="body" sz="quarter" idx="53" hasCustomPrompt="1"/>
          </p:nvPr>
        </p:nvSpPr>
        <p:spPr>
          <a:xfrm>
            <a:off x="7888266" y="1931188"/>
            <a:ext cx="558402" cy="896112"/>
          </a:xfrm>
        </p:spPr>
        <p:txBody>
          <a:bodyPr lIns="0" tIns="0" rIns="0" bIns="0">
            <a:noAutofit/>
          </a:bodyPr>
          <a:lstStyle>
            <a:lvl1pPr marL="0" indent="0" algn="l">
              <a:buNone/>
              <a:defRPr sz="7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a:t>1</a:t>
            </a:r>
            <a:endParaRPr lang="ru-RU"/>
          </a:p>
        </p:txBody>
      </p:sp>
    </p:spTree>
    <p:extLst>
      <p:ext uri="{BB962C8B-B14F-4D97-AF65-F5344CB8AC3E}">
        <p14:creationId xmlns:p14="http://schemas.microsoft.com/office/powerpoint/2010/main" val="1533749101"/>
      </p:ext>
    </p:extLst>
  </p:cSld>
  <p:clrMapOvr>
    <a:masterClrMapping/>
  </p:clrMapOvr>
  <p:extLst>
    <p:ext uri="{DCECCB84-F9BA-43D5-87BE-67443E8EF086}">
      <p15:sldGuideLst xmlns:p15="http://schemas.microsoft.com/office/powerpoint/2012/main">
        <p15:guide id="4" orient="horz" pos="55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p:cNvSpPr>
            <a:spLocks noGrp="1"/>
          </p:cNvSpPr>
          <p:nvPr>
            <p:ph type="body" sz="quarter" idx="10" hasCustomPrompt="1"/>
          </p:nvPr>
        </p:nvSpPr>
        <p:spPr>
          <a:xfrm>
            <a:off x="10433047" y="6478543"/>
            <a:ext cx="1729317" cy="292100"/>
          </a:xfrm>
        </p:spPr>
        <p:txBody>
          <a:bodyPr>
            <a:noAutofit/>
          </a:bodyPr>
          <a:lstStyle>
            <a:lvl1pPr algn="r">
              <a:defRPr sz="1467" b="1">
                <a:solidFill>
                  <a:schemeClr val="bg1"/>
                </a:solidFill>
              </a:defRPr>
            </a:lvl1pPr>
          </a:lstStyle>
          <a:p>
            <a:pPr lvl="0"/>
            <a:r>
              <a:rPr lang="en-US" b="1"/>
              <a:t>Slide </a:t>
            </a:r>
            <a:fld id="{2CAE1220-FC50-45F3-B397-DF1F6903AA5F}" type="slidenum">
              <a:rPr lang="en-US" b="1" smtClean="0"/>
              <a:t>‹#›</a:t>
            </a:fld>
            <a:r>
              <a:rPr lang="en-US" b="1"/>
              <a:t> of 20</a:t>
            </a:r>
            <a:endParaRPr lang="en-GB"/>
          </a:p>
        </p:txBody>
      </p:sp>
    </p:spTree>
    <p:extLst>
      <p:ext uri="{BB962C8B-B14F-4D97-AF65-F5344CB8AC3E}">
        <p14:creationId xmlns:p14="http://schemas.microsoft.com/office/powerpoint/2010/main" val="15239245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7DBA1D92-B603-484B-ABA5-6050FCF7E9C7}" type="datetimeFigureOut">
              <a:rPr lang="en-IN" smtClean="0"/>
              <a:t>15/05/25</a:t>
            </a:fld>
            <a:endParaRPr lang="en-IN"/>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11601904" y="6485956"/>
            <a:ext cx="519306" cy="341448"/>
          </a:xfrm>
          <a:prstGeom prst="rect">
            <a:avLst/>
          </a:prstGeom>
        </p:spPr>
        <p:txBody>
          <a:bodyPr/>
          <a:lstStyle/>
          <a:p>
            <a:fld id="{9E8D58B5-FF32-4D41-9D82-69224CA7B659}" type="slidenum">
              <a:rPr lang="en-IN" smtClean="0"/>
              <a:t>‹#›</a:t>
            </a:fld>
            <a:endParaRPr lang="en-IN"/>
          </a:p>
        </p:txBody>
      </p:sp>
      <p:sp>
        <p:nvSpPr>
          <p:cNvPr id="5" name="Title 1">
            <a:extLst>
              <a:ext uri="{FF2B5EF4-FFF2-40B4-BE49-F238E27FC236}">
                <a16:creationId xmlns:a16="http://schemas.microsoft.com/office/drawing/2014/main" id="{1FB14537-4F15-4BEA-BA18-3656B19538E4}"/>
              </a:ext>
            </a:extLst>
          </p:cNvPr>
          <p:cNvSpPr>
            <a:spLocks noGrp="1"/>
          </p:cNvSpPr>
          <p:nvPr>
            <p:ph type="title"/>
          </p:nvPr>
        </p:nvSpPr>
        <p:spPr>
          <a:xfrm>
            <a:off x="838200" y="517525"/>
            <a:ext cx="10515600" cy="473075"/>
          </a:xfrm>
        </p:spPr>
        <p:txBody>
          <a:bodyPr/>
          <a:lstStyle/>
          <a:p>
            <a:r>
              <a:rPr lang="en-US"/>
              <a:t>Click to edit Master title style</a:t>
            </a:r>
          </a:p>
        </p:txBody>
      </p:sp>
    </p:spTree>
    <p:extLst>
      <p:ext uri="{BB962C8B-B14F-4D97-AF65-F5344CB8AC3E}">
        <p14:creationId xmlns:p14="http://schemas.microsoft.com/office/powerpoint/2010/main" val="29959030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Laptop 01">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5930086"/>
      </p:ext>
    </p:extLst>
  </p:cSld>
  <p:clrMapOvr>
    <a:masterClrMapping/>
  </p:clrMapOvr>
  <p:transition spd="slow">
    <p:cover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5_Пользовательский макет">
    <p:spTree>
      <p:nvGrpSpPr>
        <p:cNvPr id="1" name=""/>
        <p:cNvGrpSpPr/>
        <p:nvPr/>
      </p:nvGrpSpPr>
      <p:grpSpPr>
        <a:xfrm>
          <a:off x="0" y="0"/>
          <a:ext cx="0" cy="0"/>
          <a:chOff x="0" y="0"/>
          <a:chExt cx="0" cy="0"/>
        </a:xfrm>
      </p:grpSpPr>
      <p:sp>
        <p:nvSpPr>
          <p:cNvPr id="11" name="Рисунок 10"/>
          <p:cNvSpPr>
            <a:spLocks noGrp="1"/>
          </p:cNvSpPr>
          <p:nvPr>
            <p:ph type="pic" sz="quarter" idx="11"/>
          </p:nvPr>
        </p:nvSpPr>
        <p:spPr>
          <a:xfrm>
            <a:off x="6096000" y="586522"/>
            <a:ext cx="5261811" cy="5508538"/>
          </a:xfrm>
          <a:prstGeom prst="rect">
            <a:avLst/>
          </a:prstGeom>
        </p:spPr>
        <p:txBody>
          <a:bodyPr/>
          <a:lstStyle/>
          <a:p>
            <a:r>
              <a:rPr lang="en-US"/>
              <a:t>Click icon to add picture</a:t>
            </a:r>
            <a:endParaRPr lang="ru-RU"/>
          </a:p>
        </p:txBody>
      </p:sp>
    </p:spTree>
    <p:extLst>
      <p:ext uri="{BB962C8B-B14F-4D97-AF65-F5344CB8AC3E}">
        <p14:creationId xmlns:p14="http://schemas.microsoft.com/office/powerpoint/2010/main" val="2149092195"/>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24_Title and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6E300A-A4B6-4B37-A2ED-C1829D9411FF}"/>
              </a:ext>
            </a:extLst>
          </p:cNvPr>
          <p:cNvSpPr/>
          <p:nvPr/>
        </p:nvSpPr>
        <p:spPr>
          <a:xfrm>
            <a:off x="0" y="0"/>
            <a:ext cx="12192000" cy="1136068"/>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838200" y="226575"/>
            <a:ext cx="10515600" cy="909493"/>
          </a:xfrm>
        </p:spPr>
        <p:txBody>
          <a:bodyPr>
            <a:normAutofit/>
          </a:bodyPr>
          <a:lstStyle>
            <a:lvl1pPr>
              <a:defRPr sz="2400">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634836"/>
            <a:ext cx="10515600" cy="45421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IN"/>
          </a:p>
        </p:txBody>
      </p:sp>
      <p:sp>
        <p:nvSpPr>
          <p:cNvPr id="9" name="Oval 8">
            <a:extLst>
              <a:ext uri="{FF2B5EF4-FFF2-40B4-BE49-F238E27FC236}">
                <a16:creationId xmlns:a16="http://schemas.microsoft.com/office/drawing/2014/main" id="{24A24FF5-EE98-49E1-AC81-103394A3FCCA}"/>
              </a:ext>
            </a:extLst>
          </p:cNvPr>
          <p:cNvSpPr/>
          <p:nvPr/>
        </p:nvSpPr>
        <p:spPr>
          <a:xfrm>
            <a:off x="81777" y="6420260"/>
            <a:ext cx="367146" cy="36714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Slide Number Placeholder 5">
            <a:extLst>
              <a:ext uri="{FF2B5EF4-FFF2-40B4-BE49-F238E27FC236}">
                <a16:creationId xmlns:a16="http://schemas.microsoft.com/office/drawing/2014/main" id="{627F4717-D9ED-4680-8D20-2EFB38DCF087}"/>
              </a:ext>
            </a:extLst>
          </p:cNvPr>
          <p:cNvSpPr>
            <a:spLocks noGrp="1"/>
          </p:cNvSpPr>
          <p:nvPr>
            <p:ph type="sldNum" sz="quarter" idx="12"/>
          </p:nvPr>
        </p:nvSpPr>
        <p:spPr>
          <a:xfrm>
            <a:off x="26395" y="6470843"/>
            <a:ext cx="477910" cy="265980"/>
          </a:xfrm>
        </p:spPr>
        <p:txBody>
          <a:bodyPr/>
          <a:lstStyle>
            <a:lvl1pPr algn="ctr">
              <a:defRPr sz="1200" b="1">
                <a:solidFill>
                  <a:schemeClr val="bg1"/>
                </a:solidFill>
              </a:defRPr>
            </a:lvl1pPr>
          </a:lstStyle>
          <a:p>
            <a:fld id="{9E8D58B5-FF32-4D41-9D82-69224CA7B659}" type="slidenum">
              <a:rPr lang="en-IN" smtClean="0"/>
              <a:t>‹#›</a:t>
            </a:fld>
            <a:endParaRPr lang="en-IN"/>
          </a:p>
        </p:txBody>
      </p:sp>
      <p:pic>
        <p:nvPicPr>
          <p:cNvPr id="10" name="Picture 9" descr="Icon&#10;&#10;Description automatically generated">
            <a:extLst>
              <a:ext uri="{FF2B5EF4-FFF2-40B4-BE49-F238E27FC236}">
                <a16:creationId xmlns:a16="http://schemas.microsoft.com/office/drawing/2014/main" id="{784E0077-E697-441D-A929-A03C9949C7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6803" y="253655"/>
            <a:ext cx="1009788" cy="302936"/>
          </a:xfrm>
          <a:prstGeom prst="rect">
            <a:avLst/>
          </a:prstGeom>
        </p:spPr>
      </p:pic>
    </p:spTree>
    <p:extLst>
      <p:ext uri="{BB962C8B-B14F-4D97-AF65-F5344CB8AC3E}">
        <p14:creationId xmlns:p14="http://schemas.microsoft.com/office/powerpoint/2010/main" val="32949860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2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26575"/>
            <a:ext cx="10515600" cy="909493"/>
          </a:xfrm>
        </p:spPr>
        <p:txBody>
          <a:bodyPr>
            <a:normAutofit/>
          </a:bodyPr>
          <a:lstStyle>
            <a:lvl1pPr>
              <a:defRPr sz="2400">
                <a:solidFill>
                  <a:schemeClr val="tx2"/>
                </a:solidFill>
              </a:defRPr>
            </a:lvl1pPr>
          </a:lstStyle>
          <a:p>
            <a:r>
              <a:rPr lang="en-US"/>
              <a:t>Click to edit Master title style</a:t>
            </a:r>
          </a:p>
        </p:txBody>
      </p:sp>
      <p:sp>
        <p:nvSpPr>
          <p:cNvPr id="3" name="Content Placeholder 2"/>
          <p:cNvSpPr>
            <a:spLocks noGrp="1"/>
          </p:cNvSpPr>
          <p:nvPr>
            <p:ph idx="1"/>
          </p:nvPr>
        </p:nvSpPr>
        <p:spPr>
          <a:xfrm>
            <a:off x="838200" y="1634836"/>
            <a:ext cx="10515600" cy="45421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IN"/>
          </a:p>
        </p:txBody>
      </p:sp>
      <p:cxnSp>
        <p:nvCxnSpPr>
          <p:cNvPr id="10" name="Straight Connector 9">
            <a:extLst>
              <a:ext uri="{FF2B5EF4-FFF2-40B4-BE49-F238E27FC236}">
                <a16:creationId xmlns:a16="http://schemas.microsoft.com/office/drawing/2014/main" id="{E85A8071-A1C5-44E0-B969-B0E907022B8A}"/>
              </a:ext>
            </a:extLst>
          </p:cNvPr>
          <p:cNvCxnSpPr/>
          <p:nvPr/>
        </p:nvCxnSpPr>
        <p:spPr>
          <a:xfrm>
            <a:off x="838200" y="1066793"/>
            <a:ext cx="1051560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24A24FF5-EE98-49E1-AC81-103394A3FCCA}"/>
              </a:ext>
            </a:extLst>
          </p:cNvPr>
          <p:cNvSpPr/>
          <p:nvPr/>
        </p:nvSpPr>
        <p:spPr>
          <a:xfrm>
            <a:off x="81777" y="6420260"/>
            <a:ext cx="367146" cy="36714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710795D8-FB3B-4A52-829A-90B59B59CA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00705" y="127563"/>
            <a:ext cx="379616" cy="379332"/>
          </a:xfrm>
          <a:prstGeom prst="rect">
            <a:avLst/>
          </a:prstGeom>
        </p:spPr>
      </p:pic>
      <p:sp>
        <p:nvSpPr>
          <p:cNvPr id="11" name="Slide Number Placeholder 5">
            <a:extLst>
              <a:ext uri="{FF2B5EF4-FFF2-40B4-BE49-F238E27FC236}">
                <a16:creationId xmlns:a16="http://schemas.microsoft.com/office/drawing/2014/main" id="{627F4717-D9ED-4680-8D20-2EFB38DCF087}"/>
              </a:ext>
            </a:extLst>
          </p:cNvPr>
          <p:cNvSpPr>
            <a:spLocks noGrp="1"/>
          </p:cNvSpPr>
          <p:nvPr>
            <p:ph type="sldNum" sz="quarter" idx="12"/>
          </p:nvPr>
        </p:nvSpPr>
        <p:spPr>
          <a:xfrm>
            <a:off x="26395" y="6470843"/>
            <a:ext cx="477910" cy="265980"/>
          </a:xfrm>
        </p:spPr>
        <p:txBody>
          <a:bodyPr/>
          <a:lstStyle>
            <a:lvl1pPr algn="ctr">
              <a:defRPr sz="1200" b="1">
                <a:solidFill>
                  <a:schemeClr val="bg1"/>
                </a:solidFill>
              </a:defRPr>
            </a:lvl1pPr>
          </a:lstStyle>
          <a:p>
            <a:fld id="{9E8D58B5-FF32-4D41-9D82-69224CA7B659}" type="slidenum">
              <a:rPr lang="en-IN" smtClean="0"/>
              <a:t>‹#›</a:t>
            </a:fld>
            <a:endParaRPr lang="en-IN"/>
          </a:p>
        </p:txBody>
      </p:sp>
    </p:spTree>
    <p:extLst>
      <p:ext uri="{BB962C8B-B14F-4D97-AF65-F5344CB8AC3E}">
        <p14:creationId xmlns:p14="http://schemas.microsoft.com/office/powerpoint/2010/main" val="24200389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620982"/>
            <a:ext cx="5181600" cy="45559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620982"/>
            <a:ext cx="5181600" cy="45559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CFCB8B8C-1A1F-47F4-A370-4E1FFF075A4D}"/>
              </a:ext>
            </a:extLst>
          </p:cNvPr>
          <p:cNvSpPr>
            <a:spLocks noGrp="1"/>
          </p:cNvSpPr>
          <p:nvPr>
            <p:ph type="ftr" sz="quarter" idx="11"/>
          </p:nvPr>
        </p:nvSpPr>
        <p:spPr>
          <a:xfrm>
            <a:off x="4038600" y="6356350"/>
            <a:ext cx="4114800" cy="365125"/>
          </a:xfrm>
        </p:spPr>
        <p:txBody>
          <a:bodyPr/>
          <a:lstStyle/>
          <a:p>
            <a:endParaRPr lang="en-IN"/>
          </a:p>
        </p:txBody>
      </p:sp>
      <p:pic>
        <p:nvPicPr>
          <p:cNvPr id="12" name="Picture 11">
            <a:extLst>
              <a:ext uri="{FF2B5EF4-FFF2-40B4-BE49-F238E27FC236}">
                <a16:creationId xmlns:a16="http://schemas.microsoft.com/office/drawing/2014/main" id="{55A98BB9-C316-43D0-8A7C-52388A5232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13623" y="6123275"/>
            <a:ext cx="674470" cy="673964"/>
          </a:xfrm>
          <a:prstGeom prst="rect">
            <a:avLst/>
          </a:prstGeom>
        </p:spPr>
      </p:pic>
      <p:sp>
        <p:nvSpPr>
          <p:cNvPr id="19" name="Title 1">
            <a:extLst>
              <a:ext uri="{FF2B5EF4-FFF2-40B4-BE49-F238E27FC236}">
                <a16:creationId xmlns:a16="http://schemas.microsoft.com/office/drawing/2014/main" id="{41F51BCC-C89F-43D6-9488-9E5246055D0F}"/>
              </a:ext>
            </a:extLst>
          </p:cNvPr>
          <p:cNvSpPr>
            <a:spLocks noGrp="1"/>
          </p:cNvSpPr>
          <p:nvPr>
            <p:ph type="title"/>
          </p:nvPr>
        </p:nvSpPr>
        <p:spPr>
          <a:xfrm>
            <a:off x="838200" y="226575"/>
            <a:ext cx="10515600" cy="909493"/>
          </a:xfrm>
        </p:spPr>
        <p:txBody>
          <a:bodyPr>
            <a:normAutofit/>
          </a:bodyPr>
          <a:lstStyle>
            <a:lvl1pPr>
              <a:defRPr sz="2400">
                <a:solidFill>
                  <a:schemeClr val="tx2"/>
                </a:solidFill>
              </a:defRPr>
            </a:lvl1pPr>
          </a:lstStyle>
          <a:p>
            <a:r>
              <a:rPr lang="en-US"/>
              <a:t>Click to edit Master title style</a:t>
            </a:r>
          </a:p>
        </p:txBody>
      </p:sp>
      <p:cxnSp>
        <p:nvCxnSpPr>
          <p:cNvPr id="20" name="Straight Connector 19">
            <a:extLst>
              <a:ext uri="{FF2B5EF4-FFF2-40B4-BE49-F238E27FC236}">
                <a16:creationId xmlns:a16="http://schemas.microsoft.com/office/drawing/2014/main" id="{A6EB25E3-1389-41BF-8EF7-D78116335AA0}"/>
              </a:ext>
            </a:extLst>
          </p:cNvPr>
          <p:cNvCxnSpPr/>
          <p:nvPr/>
        </p:nvCxnSpPr>
        <p:spPr>
          <a:xfrm>
            <a:off x="838200" y="1066793"/>
            <a:ext cx="1051560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40588A4-FDE3-4CF6-A96A-30D9E9C2C4CB}"/>
              </a:ext>
            </a:extLst>
          </p:cNvPr>
          <p:cNvSpPr/>
          <p:nvPr/>
        </p:nvSpPr>
        <p:spPr>
          <a:xfrm>
            <a:off x="81777" y="6420260"/>
            <a:ext cx="367146" cy="36714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Slide Number Placeholder 5">
            <a:extLst>
              <a:ext uri="{FF2B5EF4-FFF2-40B4-BE49-F238E27FC236}">
                <a16:creationId xmlns:a16="http://schemas.microsoft.com/office/drawing/2014/main" id="{16D16175-653F-4F3E-A3A6-430B7CDE7C04}"/>
              </a:ext>
            </a:extLst>
          </p:cNvPr>
          <p:cNvSpPr>
            <a:spLocks noGrp="1"/>
          </p:cNvSpPr>
          <p:nvPr>
            <p:ph type="sldNum" sz="quarter" idx="12"/>
          </p:nvPr>
        </p:nvSpPr>
        <p:spPr>
          <a:xfrm>
            <a:off x="26395" y="6470843"/>
            <a:ext cx="477910" cy="265980"/>
          </a:xfrm>
        </p:spPr>
        <p:txBody>
          <a:bodyPr/>
          <a:lstStyle>
            <a:lvl1pPr algn="ctr">
              <a:defRPr sz="1200" b="1">
                <a:solidFill>
                  <a:schemeClr val="bg1"/>
                </a:solidFill>
              </a:defRPr>
            </a:lvl1pPr>
          </a:lstStyle>
          <a:p>
            <a:fld id="{9E8D58B5-FF32-4D41-9D82-69224CA7B659}" type="slidenum">
              <a:rPr lang="en-IN" smtClean="0"/>
              <a:t>‹#›</a:t>
            </a:fld>
            <a:endParaRPr lang="en-IN"/>
          </a:p>
        </p:txBody>
      </p:sp>
    </p:spTree>
    <p:extLst>
      <p:ext uri="{BB962C8B-B14F-4D97-AF65-F5344CB8AC3E}">
        <p14:creationId xmlns:p14="http://schemas.microsoft.com/office/powerpoint/2010/main" val="30848230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0EB92C0F-8873-45C7-959A-7278C73F502F}"/>
              </a:ext>
            </a:extLst>
          </p:cNvPr>
          <p:cNvSpPr>
            <a:spLocks noGrp="1"/>
          </p:cNvSpPr>
          <p:nvPr>
            <p:ph type="ftr" sz="quarter" idx="11"/>
          </p:nvPr>
        </p:nvSpPr>
        <p:spPr>
          <a:xfrm>
            <a:off x="4038600" y="6356350"/>
            <a:ext cx="4114800" cy="365125"/>
          </a:xfrm>
        </p:spPr>
        <p:txBody>
          <a:bodyPr/>
          <a:lstStyle/>
          <a:p>
            <a:endParaRPr lang="en-IN"/>
          </a:p>
        </p:txBody>
      </p:sp>
      <p:sp>
        <p:nvSpPr>
          <p:cNvPr id="18" name="Title 1">
            <a:extLst>
              <a:ext uri="{FF2B5EF4-FFF2-40B4-BE49-F238E27FC236}">
                <a16:creationId xmlns:a16="http://schemas.microsoft.com/office/drawing/2014/main" id="{9FA2A3CF-F0AD-48E7-B1D9-CF50E717159D}"/>
              </a:ext>
            </a:extLst>
          </p:cNvPr>
          <p:cNvSpPr>
            <a:spLocks noGrp="1"/>
          </p:cNvSpPr>
          <p:nvPr>
            <p:ph type="title"/>
          </p:nvPr>
        </p:nvSpPr>
        <p:spPr>
          <a:xfrm>
            <a:off x="838200" y="226575"/>
            <a:ext cx="10515600" cy="909493"/>
          </a:xfrm>
        </p:spPr>
        <p:txBody>
          <a:bodyPr>
            <a:normAutofit/>
          </a:bodyPr>
          <a:lstStyle>
            <a:lvl1pPr>
              <a:defRPr sz="2400">
                <a:solidFill>
                  <a:schemeClr val="tx2"/>
                </a:solidFill>
              </a:defRPr>
            </a:lvl1pPr>
          </a:lstStyle>
          <a:p>
            <a:r>
              <a:rPr lang="en-US"/>
              <a:t>Click to edit Master title style</a:t>
            </a:r>
          </a:p>
        </p:txBody>
      </p:sp>
      <p:cxnSp>
        <p:nvCxnSpPr>
          <p:cNvPr id="19" name="Straight Connector 18">
            <a:extLst>
              <a:ext uri="{FF2B5EF4-FFF2-40B4-BE49-F238E27FC236}">
                <a16:creationId xmlns:a16="http://schemas.microsoft.com/office/drawing/2014/main" id="{F320B10E-1355-4010-A930-71020D18F13E}"/>
              </a:ext>
            </a:extLst>
          </p:cNvPr>
          <p:cNvCxnSpPr/>
          <p:nvPr/>
        </p:nvCxnSpPr>
        <p:spPr>
          <a:xfrm>
            <a:off x="838200" y="1066793"/>
            <a:ext cx="1051560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98E1C566-84F3-4B56-9318-061CD452C898}"/>
              </a:ext>
            </a:extLst>
          </p:cNvPr>
          <p:cNvSpPr/>
          <p:nvPr/>
        </p:nvSpPr>
        <p:spPr>
          <a:xfrm>
            <a:off x="81777" y="6420260"/>
            <a:ext cx="367146" cy="36714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Slide Number Placeholder 5">
            <a:extLst>
              <a:ext uri="{FF2B5EF4-FFF2-40B4-BE49-F238E27FC236}">
                <a16:creationId xmlns:a16="http://schemas.microsoft.com/office/drawing/2014/main" id="{07396035-774A-42E0-89D8-4409507B1B05}"/>
              </a:ext>
            </a:extLst>
          </p:cNvPr>
          <p:cNvSpPr>
            <a:spLocks noGrp="1"/>
          </p:cNvSpPr>
          <p:nvPr>
            <p:ph type="sldNum" sz="quarter" idx="12"/>
          </p:nvPr>
        </p:nvSpPr>
        <p:spPr>
          <a:xfrm>
            <a:off x="26395" y="6470843"/>
            <a:ext cx="477910" cy="265980"/>
          </a:xfrm>
        </p:spPr>
        <p:txBody>
          <a:bodyPr/>
          <a:lstStyle>
            <a:lvl1pPr algn="ctr">
              <a:defRPr sz="1200" b="1">
                <a:solidFill>
                  <a:schemeClr val="bg1"/>
                </a:solidFill>
              </a:defRPr>
            </a:lvl1pPr>
          </a:lstStyle>
          <a:p>
            <a:fld id="{9E8D58B5-FF32-4D41-9D82-69224CA7B659}" type="slidenum">
              <a:rPr lang="en-IN" smtClean="0"/>
              <a:t>‹#›</a:t>
            </a:fld>
            <a:endParaRPr lang="en-IN"/>
          </a:p>
        </p:txBody>
      </p:sp>
      <p:pic>
        <p:nvPicPr>
          <p:cNvPr id="2" name="Picture 1" descr="A black and orange logo&#10;&#10;Description automatically generated">
            <a:extLst>
              <a:ext uri="{FF2B5EF4-FFF2-40B4-BE49-F238E27FC236}">
                <a16:creationId xmlns:a16="http://schemas.microsoft.com/office/drawing/2014/main" id="{C5DE2BED-553D-3297-E64F-5526A407D3E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61871" y="6235191"/>
            <a:ext cx="1383857" cy="553543"/>
          </a:xfrm>
          <a:prstGeom prst="rect">
            <a:avLst/>
          </a:prstGeom>
        </p:spPr>
      </p:pic>
      <p:pic>
        <p:nvPicPr>
          <p:cNvPr id="3" name="Picture 2">
            <a:extLst>
              <a:ext uri="{FF2B5EF4-FFF2-40B4-BE49-F238E27FC236}">
                <a16:creationId xmlns:a16="http://schemas.microsoft.com/office/drawing/2014/main" id="{B98D8E97-845E-3D90-6E2B-4D60D3478B2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51094" y="-68827"/>
            <a:ext cx="13308036" cy="262271"/>
          </a:xfrm>
          <a:prstGeom prst="rect">
            <a:avLst/>
          </a:prstGeom>
        </p:spPr>
      </p:pic>
    </p:spTree>
    <p:extLst>
      <p:ext uri="{BB962C8B-B14F-4D97-AF65-F5344CB8AC3E}">
        <p14:creationId xmlns:p14="http://schemas.microsoft.com/office/powerpoint/2010/main" val="416645675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4751532" cy="2852737"/>
          </a:xfrm>
        </p:spPr>
        <p:txBody>
          <a:bodyPr anchor="b">
            <a:normAutofit/>
          </a:bodyPr>
          <a:lstStyle>
            <a:lvl1pPr>
              <a:defRPr sz="4800">
                <a:solidFill>
                  <a:schemeClr val="tx2"/>
                </a:solidFill>
              </a:defRPr>
            </a:lvl1pPr>
          </a:lstStyle>
          <a:p>
            <a:r>
              <a:rPr lang="en-US"/>
              <a:t>Click to edit Master title style</a:t>
            </a:r>
          </a:p>
        </p:txBody>
      </p:sp>
      <p:sp>
        <p:nvSpPr>
          <p:cNvPr id="3" name="Text Placeholder 2"/>
          <p:cNvSpPr>
            <a:spLocks noGrp="1"/>
          </p:cNvSpPr>
          <p:nvPr>
            <p:ph type="body" idx="1"/>
          </p:nvPr>
        </p:nvSpPr>
        <p:spPr>
          <a:xfrm>
            <a:off x="831850" y="4589463"/>
            <a:ext cx="4751532"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a:extLst>
              <a:ext uri="{FF2B5EF4-FFF2-40B4-BE49-F238E27FC236}">
                <a16:creationId xmlns:a16="http://schemas.microsoft.com/office/drawing/2014/main" id="{8DA910CF-56FD-4F61-95B6-FE9C48D8042E}"/>
              </a:ext>
            </a:extLst>
          </p:cNvPr>
          <p:cNvGrpSpPr/>
          <p:nvPr/>
        </p:nvGrpSpPr>
        <p:grpSpPr>
          <a:xfrm>
            <a:off x="6935880" y="579268"/>
            <a:ext cx="4424270" cy="5699464"/>
            <a:chOff x="6935880" y="579268"/>
            <a:chExt cx="4424270" cy="5699464"/>
          </a:xfrm>
        </p:grpSpPr>
        <p:grpSp>
          <p:nvGrpSpPr>
            <p:cNvPr id="8" name="Group 7">
              <a:extLst>
                <a:ext uri="{FF2B5EF4-FFF2-40B4-BE49-F238E27FC236}">
                  <a16:creationId xmlns:a16="http://schemas.microsoft.com/office/drawing/2014/main" id="{55EC84E1-4167-4410-A26B-446DB894E949}"/>
                </a:ext>
              </a:extLst>
            </p:cNvPr>
            <p:cNvGrpSpPr>
              <a:grpSpLocks/>
            </p:cNvGrpSpPr>
            <p:nvPr/>
          </p:nvGrpSpPr>
          <p:grpSpPr bwMode="auto">
            <a:xfrm>
              <a:off x="8553460" y="4098108"/>
              <a:ext cx="1223495" cy="1114212"/>
              <a:chOff x="2135188" y="3590925"/>
              <a:chExt cx="1635125" cy="1489075"/>
            </a:xfrm>
            <a:solidFill>
              <a:schemeClr val="accent5"/>
            </a:solidFill>
          </p:grpSpPr>
          <p:sp>
            <p:nvSpPr>
              <p:cNvPr id="62" name="Freeform 4">
                <a:extLst>
                  <a:ext uri="{FF2B5EF4-FFF2-40B4-BE49-F238E27FC236}">
                    <a16:creationId xmlns:a16="http://schemas.microsoft.com/office/drawing/2014/main" id="{5310D578-DAA2-49A7-9321-FA2D1204CF25}"/>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3" name="Freeform 5">
                <a:extLst>
                  <a:ext uri="{FF2B5EF4-FFF2-40B4-BE49-F238E27FC236}">
                    <a16:creationId xmlns:a16="http://schemas.microsoft.com/office/drawing/2014/main" id="{F4C8CA09-7902-4820-A51D-8E77E8BDC970}"/>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4" name="Freeform 6">
                <a:extLst>
                  <a:ext uri="{FF2B5EF4-FFF2-40B4-BE49-F238E27FC236}">
                    <a16:creationId xmlns:a16="http://schemas.microsoft.com/office/drawing/2014/main" id="{880CAE14-4C99-46B9-A546-A36B277D80B4}"/>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5" name="Freeform 7">
                <a:extLst>
                  <a:ext uri="{FF2B5EF4-FFF2-40B4-BE49-F238E27FC236}">
                    <a16:creationId xmlns:a16="http://schemas.microsoft.com/office/drawing/2014/main" id="{498B1F2F-6697-4EE1-BC37-A0170A8ACEF6}"/>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6" name="Freeform 8">
                <a:extLst>
                  <a:ext uri="{FF2B5EF4-FFF2-40B4-BE49-F238E27FC236}">
                    <a16:creationId xmlns:a16="http://schemas.microsoft.com/office/drawing/2014/main" id="{5C8E7CD6-867A-4D35-815A-DF35A39C199A}"/>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7" name="Freeform 9">
                <a:extLst>
                  <a:ext uri="{FF2B5EF4-FFF2-40B4-BE49-F238E27FC236}">
                    <a16:creationId xmlns:a16="http://schemas.microsoft.com/office/drawing/2014/main" id="{CE5431CC-83F1-40C8-AB4A-6587F880A121}"/>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8" name="Freeform 10">
                <a:extLst>
                  <a:ext uri="{FF2B5EF4-FFF2-40B4-BE49-F238E27FC236}">
                    <a16:creationId xmlns:a16="http://schemas.microsoft.com/office/drawing/2014/main" id="{01D302F5-8AAE-4695-B8FD-4209765F2C98}"/>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9" name="Freeform 11">
                <a:extLst>
                  <a:ext uri="{FF2B5EF4-FFF2-40B4-BE49-F238E27FC236}">
                    <a16:creationId xmlns:a16="http://schemas.microsoft.com/office/drawing/2014/main" id="{63570ADA-36D8-4B9F-B78D-EFC73615A5AA}"/>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0" name="Freeform 12">
                <a:extLst>
                  <a:ext uri="{FF2B5EF4-FFF2-40B4-BE49-F238E27FC236}">
                    <a16:creationId xmlns:a16="http://schemas.microsoft.com/office/drawing/2014/main" id="{D4355B6C-2FF9-482A-97EC-9B13FA97559A}"/>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1" name="Freeform 13">
                <a:extLst>
                  <a:ext uri="{FF2B5EF4-FFF2-40B4-BE49-F238E27FC236}">
                    <a16:creationId xmlns:a16="http://schemas.microsoft.com/office/drawing/2014/main" id="{DB318778-393B-450D-BBEA-3AE63DA1AA0C}"/>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2" name="Freeform 14">
                <a:extLst>
                  <a:ext uri="{FF2B5EF4-FFF2-40B4-BE49-F238E27FC236}">
                    <a16:creationId xmlns:a16="http://schemas.microsoft.com/office/drawing/2014/main" id="{7B3537D0-0AA0-4D02-BD84-3E069EB03693}"/>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9" name="Group 4">
              <a:extLst>
                <a:ext uri="{FF2B5EF4-FFF2-40B4-BE49-F238E27FC236}">
                  <a16:creationId xmlns:a16="http://schemas.microsoft.com/office/drawing/2014/main" id="{9CA2018D-F472-4F3B-8A1F-DBF0A9FE63F9}"/>
                </a:ext>
              </a:extLst>
            </p:cNvPr>
            <p:cNvGrpSpPr>
              <a:grpSpLocks/>
            </p:cNvGrpSpPr>
            <p:nvPr/>
          </p:nvGrpSpPr>
          <p:grpSpPr bwMode="auto">
            <a:xfrm>
              <a:off x="9503527" y="5254798"/>
              <a:ext cx="1856623" cy="1023934"/>
              <a:chOff x="5265738" y="5084763"/>
              <a:chExt cx="2481262" cy="1368425"/>
            </a:xfrm>
            <a:solidFill>
              <a:schemeClr val="accent4"/>
            </a:solidFill>
          </p:grpSpPr>
          <p:sp>
            <p:nvSpPr>
              <p:cNvPr id="49" name="Freeform 20">
                <a:extLst>
                  <a:ext uri="{FF2B5EF4-FFF2-40B4-BE49-F238E27FC236}">
                    <a16:creationId xmlns:a16="http://schemas.microsoft.com/office/drawing/2014/main" id="{155BF90C-FB11-4A0A-8595-FA2C4A6BB071}"/>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0" name="Freeform 25">
                <a:extLst>
                  <a:ext uri="{FF2B5EF4-FFF2-40B4-BE49-F238E27FC236}">
                    <a16:creationId xmlns:a16="http://schemas.microsoft.com/office/drawing/2014/main" id="{8D43D3A5-8415-41DC-B1BB-5E2EF5BA94FB}"/>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 name="Freeform 26">
                <a:extLst>
                  <a:ext uri="{FF2B5EF4-FFF2-40B4-BE49-F238E27FC236}">
                    <a16:creationId xmlns:a16="http://schemas.microsoft.com/office/drawing/2014/main" id="{79ABEE84-E92B-4B5F-A316-0C6EEE61C942}"/>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2" name="Freeform 27">
                <a:extLst>
                  <a:ext uri="{FF2B5EF4-FFF2-40B4-BE49-F238E27FC236}">
                    <a16:creationId xmlns:a16="http://schemas.microsoft.com/office/drawing/2014/main" id="{841BBDA4-0A3D-423C-9CB0-36F9A68F2A31}"/>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3" name="Freeform 15">
                <a:extLst>
                  <a:ext uri="{FF2B5EF4-FFF2-40B4-BE49-F238E27FC236}">
                    <a16:creationId xmlns:a16="http://schemas.microsoft.com/office/drawing/2014/main" id="{15763C3E-D561-416C-8E4A-E445A10B15F6}"/>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4" name="Freeform 16">
                <a:extLst>
                  <a:ext uri="{FF2B5EF4-FFF2-40B4-BE49-F238E27FC236}">
                    <a16:creationId xmlns:a16="http://schemas.microsoft.com/office/drawing/2014/main" id="{E8432EDF-992C-4B15-A370-C65BFB6EC68E}"/>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5" name="Freeform 17">
                <a:extLst>
                  <a:ext uri="{FF2B5EF4-FFF2-40B4-BE49-F238E27FC236}">
                    <a16:creationId xmlns:a16="http://schemas.microsoft.com/office/drawing/2014/main" id="{8EA0B2E8-67F0-4921-B6C4-F1729C9899B3}"/>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6" name="Freeform 18">
                <a:extLst>
                  <a:ext uri="{FF2B5EF4-FFF2-40B4-BE49-F238E27FC236}">
                    <a16:creationId xmlns:a16="http://schemas.microsoft.com/office/drawing/2014/main" id="{CC6F07A8-0E46-4B81-90B3-D4255507DAB7}"/>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7" name="Freeform 19">
                <a:extLst>
                  <a:ext uri="{FF2B5EF4-FFF2-40B4-BE49-F238E27FC236}">
                    <a16:creationId xmlns:a16="http://schemas.microsoft.com/office/drawing/2014/main" id="{D9075F48-87FB-4969-B2DA-3B9EBC6A5D74}"/>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8" name="Freeform 21">
                <a:extLst>
                  <a:ext uri="{FF2B5EF4-FFF2-40B4-BE49-F238E27FC236}">
                    <a16:creationId xmlns:a16="http://schemas.microsoft.com/office/drawing/2014/main" id="{08919D09-40A3-437E-80FC-5936464AA054}"/>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9" name="Freeform 22">
                <a:extLst>
                  <a:ext uri="{FF2B5EF4-FFF2-40B4-BE49-F238E27FC236}">
                    <a16:creationId xmlns:a16="http://schemas.microsoft.com/office/drawing/2014/main" id="{CAAFC981-F24C-4916-BA91-EE53615B07CF}"/>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0" name="Freeform 24">
                <a:extLst>
                  <a:ext uri="{FF2B5EF4-FFF2-40B4-BE49-F238E27FC236}">
                    <a16:creationId xmlns:a16="http://schemas.microsoft.com/office/drawing/2014/main" id="{B1A997D4-5A09-420D-8A6B-9B9C7FB2870A}"/>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1" name="Freeform 28">
                <a:extLst>
                  <a:ext uri="{FF2B5EF4-FFF2-40B4-BE49-F238E27FC236}">
                    <a16:creationId xmlns:a16="http://schemas.microsoft.com/office/drawing/2014/main" id="{60FD0E82-24D6-416E-93FF-A051770669C8}"/>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0" name="Freeform 29">
              <a:extLst>
                <a:ext uri="{FF2B5EF4-FFF2-40B4-BE49-F238E27FC236}">
                  <a16:creationId xmlns:a16="http://schemas.microsoft.com/office/drawing/2014/main" id="{7BD017E5-7513-4FCD-8386-D3955234D706}"/>
                </a:ext>
              </a:extLst>
            </p:cNvPr>
            <p:cNvSpPr>
              <a:spLocks noChangeArrowheads="1"/>
            </p:cNvSpPr>
            <p:nvPr/>
          </p:nvSpPr>
          <p:spPr bwMode="auto">
            <a:xfrm>
              <a:off x="9737360" y="4350908"/>
              <a:ext cx="819622" cy="829126"/>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11" name="Freeform 30">
              <a:extLst>
                <a:ext uri="{FF2B5EF4-FFF2-40B4-BE49-F238E27FC236}">
                  <a16:creationId xmlns:a16="http://schemas.microsoft.com/office/drawing/2014/main" id="{E70710F1-3E63-4EB3-BBE7-0B9365BF792D}"/>
                </a:ext>
              </a:extLst>
            </p:cNvPr>
            <p:cNvSpPr>
              <a:spLocks noChangeArrowheads="1"/>
            </p:cNvSpPr>
            <p:nvPr/>
          </p:nvSpPr>
          <p:spPr bwMode="auto">
            <a:xfrm>
              <a:off x="8066865" y="4868743"/>
              <a:ext cx="1444436" cy="1409989"/>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12" name="Group 6">
              <a:extLst>
                <a:ext uri="{FF2B5EF4-FFF2-40B4-BE49-F238E27FC236}">
                  <a16:creationId xmlns:a16="http://schemas.microsoft.com/office/drawing/2014/main" id="{B39DC46F-713B-4630-89C4-7A6B8084711E}"/>
                </a:ext>
              </a:extLst>
            </p:cNvPr>
            <p:cNvGrpSpPr>
              <a:grpSpLocks/>
            </p:cNvGrpSpPr>
            <p:nvPr/>
          </p:nvGrpSpPr>
          <p:grpSpPr bwMode="auto">
            <a:xfrm rot="19964076">
              <a:off x="6935880" y="1901724"/>
              <a:ext cx="1374352" cy="1774661"/>
              <a:chOff x="3309938" y="4121150"/>
              <a:chExt cx="1836737" cy="2371725"/>
            </a:xfrm>
            <a:solidFill>
              <a:schemeClr val="accent6"/>
            </a:solidFill>
          </p:grpSpPr>
          <p:sp>
            <p:nvSpPr>
              <p:cNvPr id="45" name="Freeform 1">
                <a:extLst>
                  <a:ext uri="{FF2B5EF4-FFF2-40B4-BE49-F238E27FC236}">
                    <a16:creationId xmlns:a16="http://schemas.microsoft.com/office/drawing/2014/main" id="{FEE005E0-FBF4-4B3A-B51A-09017F24E595}"/>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 name="Freeform 31">
                <a:extLst>
                  <a:ext uri="{FF2B5EF4-FFF2-40B4-BE49-F238E27FC236}">
                    <a16:creationId xmlns:a16="http://schemas.microsoft.com/office/drawing/2014/main" id="{ACDFE316-ABBE-4BE7-A4A2-372E6B3B8472}"/>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7" name="Freeform 32">
                <a:extLst>
                  <a:ext uri="{FF2B5EF4-FFF2-40B4-BE49-F238E27FC236}">
                    <a16:creationId xmlns:a16="http://schemas.microsoft.com/office/drawing/2014/main" id="{56A254C6-4EDE-45B8-AB23-C102AECB4DE1}"/>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 name="Freeform 33">
                <a:extLst>
                  <a:ext uri="{FF2B5EF4-FFF2-40B4-BE49-F238E27FC236}">
                    <a16:creationId xmlns:a16="http://schemas.microsoft.com/office/drawing/2014/main" id="{FCD1CA0D-04A4-4EBF-8EB6-8C2CBCDC6A43}"/>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3" name="Group 9">
              <a:extLst>
                <a:ext uri="{FF2B5EF4-FFF2-40B4-BE49-F238E27FC236}">
                  <a16:creationId xmlns:a16="http://schemas.microsoft.com/office/drawing/2014/main" id="{9D40AF2D-AE30-4BB2-AB0F-B97C7B0BBB1E}"/>
                </a:ext>
              </a:extLst>
            </p:cNvPr>
            <p:cNvGrpSpPr>
              <a:grpSpLocks/>
            </p:cNvGrpSpPr>
            <p:nvPr/>
          </p:nvGrpSpPr>
          <p:grpSpPr bwMode="auto">
            <a:xfrm>
              <a:off x="9219952" y="2110419"/>
              <a:ext cx="1394547" cy="797054"/>
              <a:chOff x="5507038" y="1647825"/>
              <a:chExt cx="1863725" cy="1065213"/>
            </a:xfrm>
            <a:solidFill>
              <a:schemeClr val="accent2">
                <a:lumMod val="75000"/>
              </a:schemeClr>
            </a:solidFill>
          </p:grpSpPr>
          <p:sp>
            <p:nvSpPr>
              <p:cNvPr id="43" name="Freeform 34">
                <a:extLst>
                  <a:ext uri="{FF2B5EF4-FFF2-40B4-BE49-F238E27FC236}">
                    <a16:creationId xmlns:a16="http://schemas.microsoft.com/office/drawing/2014/main" id="{5E4E4786-FBC5-4314-8347-2968FE5ACCE6}"/>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4" name="Freeform 35">
                <a:extLst>
                  <a:ext uri="{FF2B5EF4-FFF2-40B4-BE49-F238E27FC236}">
                    <a16:creationId xmlns:a16="http://schemas.microsoft.com/office/drawing/2014/main" id="{C39B4327-2A07-4AD9-98F5-982DF657A00A}"/>
                  </a:ext>
                </a:extLst>
              </p:cNvPr>
              <p:cNvSpPr>
                <a:spLocks noChangeArrowheads="1"/>
              </p:cNvSpPr>
              <p:nvPr/>
            </p:nvSpPr>
            <p:spPr bwMode="auto">
              <a:xfrm>
                <a:off x="5507038"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4" name="Group 5">
              <a:extLst>
                <a:ext uri="{FF2B5EF4-FFF2-40B4-BE49-F238E27FC236}">
                  <a16:creationId xmlns:a16="http://schemas.microsoft.com/office/drawing/2014/main" id="{ABFE67FB-D290-4B22-8BD0-F864EBD12A9B}"/>
                </a:ext>
              </a:extLst>
            </p:cNvPr>
            <p:cNvGrpSpPr>
              <a:grpSpLocks/>
            </p:cNvGrpSpPr>
            <p:nvPr/>
          </p:nvGrpSpPr>
          <p:grpSpPr bwMode="auto">
            <a:xfrm>
              <a:off x="9015521" y="2992306"/>
              <a:ext cx="1216368" cy="1118963"/>
              <a:chOff x="4892675" y="3322638"/>
              <a:chExt cx="1625600" cy="1495425"/>
            </a:xfrm>
            <a:solidFill>
              <a:schemeClr val="accent1"/>
            </a:solidFill>
          </p:grpSpPr>
          <p:sp>
            <p:nvSpPr>
              <p:cNvPr id="40" name="Freeform 2">
                <a:extLst>
                  <a:ext uri="{FF2B5EF4-FFF2-40B4-BE49-F238E27FC236}">
                    <a16:creationId xmlns:a16="http://schemas.microsoft.com/office/drawing/2014/main" id="{48A39658-A005-493F-B66E-FE37C2B785A2}"/>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1" name="Freeform 36">
                <a:extLst>
                  <a:ext uri="{FF2B5EF4-FFF2-40B4-BE49-F238E27FC236}">
                    <a16:creationId xmlns:a16="http://schemas.microsoft.com/office/drawing/2014/main" id="{834735F1-1F2A-4D1F-98DC-095BF2585266}"/>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2" name="Freeform 37">
                <a:extLst>
                  <a:ext uri="{FF2B5EF4-FFF2-40B4-BE49-F238E27FC236}">
                    <a16:creationId xmlns:a16="http://schemas.microsoft.com/office/drawing/2014/main" id="{34361F84-4E61-4BD3-AF62-2C949CC40E88}"/>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5" name="Group 11">
              <a:extLst>
                <a:ext uri="{FF2B5EF4-FFF2-40B4-BE49-F238E27FC236}">
                  <a16:creationId xmlns:a16="http://schemas.microsoft.com/office/drawing/2014/main" id="{DBEC735E-2708-4DD9-811B-2D64217F1D8F}"/>
                </a:ext>
              </a:extLst>
            </p:cNvPr>
            <p:cNvGrpSpPr>
              <a:grpSpLocks/>
            </p:cNvGrpSpPr>
            <p:nvPr/>
          </p:nvGrpSpPr>
          <p:grpSpPr bwMode="auto">
            <a:xfrm>
              <a:off x="8066865" y="1409779"/>
              <a:ext cx="1456315" cy="1368413"/>
              <a:chOff x="3332163" y="2060575"/>
              <a:chExt cx="1946275" cy="1828800"/>
            </a:xfrm>
            <a:solidFill>
              <a:schemeClr val="accent3"/>
            </a:solidFill>
          </p:grpSpPr>
          <p:sp>
            <p:nvSpPr>
              <p:cNvPr id="33" name="Freeform 43">
                <a:extLst>
                  <a:ext uri="{FF2B5EF4-FFF2-40B4-BE49-F238E27FC236}">
                    <a16:creationId xmlns:a16="http://schemas.microsoft.com/office/drawing/2014/main" id="{126F54AF-1E39-465C-90BA-E2B9FFBB8D8A}"/>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4" name="Freeform 38">
                <a:extLst>
                  <a:ext uri="{FF2B5EF4-FFF2-40B4-BE49-F238E27FC236}">
                    <a16:creationId xmlns:a16="http://schemas.microsoft.com/office/drawing/2014/main" id="{D4398F79-8669-4D4D-86D6-E2B41BF951BF}"/>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5" name="Freeform 39">
                <a:extLst>
                  <a:ext uri="{FF2B5EF4-FFF2-40B4-BE49-F238E27FC236}">
                    <a16:creationId xmlns:a16="http://schemas.microsoft.com/office/drawing/2014/main" id="{2C2EFADC-4BF6-46C3-A50C-08E7618F0E6C}"/>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6" name="Freeform 40">
                <a:extLst>
                  <a:ext uri="{FF2B5EF4-FFF2-40B4-BE49-F238E27FC236}">
                    <a16:creationId xmlns:a16="http://schemas.microsoft.com/office/drawing/2014/main" id="{AA4D2FE9-4831-4A53-88BB-D37225DD27EC}"/>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7" name="Freeform 41">
                <a:extLst>
                  <a:ext uri="{FF2B5EF4-FFF2-40B4-BE49-F238E27FC236}">
                    <a16:creationId xmlns:a16="http://schemas.microsoft.com/office/drawing/2014/main" id="{9A07B16E-A933-49DD-895E-666E7831B84C}"/>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8" name="Freeform 42">
                <a:extLst>
                  <a:ext uri="{FF2B5EF4-FFF2-40B4-BE49-F238E27FC236}">
                    <a16:creationId xmlns:a16="http://schemas.microsoft.com/office/drawing/2014/main" id="{2BF55214-2641-47CC-8EC4-549A4BD09CCC}"/>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9" name="Freeform 44">
                <a:extLst>
                  <a:ext uri="{FF2B5EF4-FFF2-40B4-BE49-F238E27FC236}">
                    <a16:creationId xmlns:a16="http://schemas.microsoft.com/office/drawing/2014/main" id="{37BB6F6C-78AB-4DCE-8D68-25F0D405D634}"/>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6" name="Group 13">
              <a:extLst>
                <a:ext uri="{FF2B5EF4-FFF2-40B4-BE49-F238E27FC236}">
                  <a16:creationId xmlns:a16="http://schemas.microsoft.com/office/drawing/2014/main" id="{863849FC-33DC-4669-9B38-501A96D724EE}"/>
                </a:ext>
              </a:extLst>
            </p:cNvPr>
            <p:cNvGrpSpPr>
              <a:grpSpLocks/>
            </p:cNvGrpSpPr>
            <p:nvPr/>
          </p:nvGrpSpPr>
          <p:grpSpPr bwMode="auto">
            <a:xfrm>
              <a:off x="9263532" y="1260636"/>
              <a:ext cx="1325651" cy="667577"/>
              <a:chOff x="5826125" y="2760663"/>
              <a:chExt cx="1771650" cy="892175"/>
            </a:xfrm>
            <a:solidFill>
              <a:schemeClr val="accent5"/>
            </a:solidFill>
          </p:grpSpPr>
          <p:sp>
            <p:nvSpPr>
              <p:cNvPr id="27" name="Freeform 45">
                <a:extLst>
                  <a:ext uri="{FF2B5EF4-FFF2-40B4-BE49-F238E27FC236}">
                    <a16:creationId xmlns:a16="http://schemas.microsoft.com/office/drawing/2014/main" id="{125FB991-CEC5-4D18-936B-040FB1DFD853}"/>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8" name="Freeform 46">
                <a:extLst>
                  <a:ext uri="{FF2B5EF4-FFF2-40B4-BE49-F238E27FC236}">
                    <a16:creationId xmlns:a16="http://schemas.microsoft.com/office/drawing/2014/main" id="{A9A6C856-AA5A-445C-9677-2338EC88C5A5}"/>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9" name="Freeform 47">
                <a:extLst>
                  <a:ext uri="{FF2B5EF4-FFF2-40B4-BE49-F238E27FC236}">
                    <a16:creationId xmlns:a16="http://schemas.microsoft.com/office/drawing/2014/main" id="{A1A3ED48-589F-4D20-AE9C-A016A61B5241}"/>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0" name="Freeform 48">
                <a:extLst>
                  <a:ext uri="{FF2B5EF4-FFF2-40B4-BE49-F238E27FC236}">
                    <a16:creationId xmlns:a16="http://schemas.microsoft.com/office/drawing/2014/main" id="{2DDF00DA-366F-4876-9FE6-E35434E26A09}"/>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1" name="Freeform 49">
                <a:extLst>
                  <a:ext uri="{FF2B5EF4-FFF2-40B4-BE49-F238E27FC236}">
                    <a16:creationId xmlns:a16="http://schemas.microsoft.com/office/drawing/2014/main" id="{EC2F643F-6AAE-435F-A33F-26E35C63ADA1}"/>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2" name="Freeform 50">
                <a:extLst>
                  <a:ext uri="{FF2B5EF4-FFF2-40B4-BE49-F238E27FC236}">
                    <a16:creationId xmlns:a16="http://schemas.microsoft.com/office/drawing/2014/main" id="{D808C080-5FD5-487B-8650-C28C893AEB0F}"/>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7" name="Freeform 52">
              <a:extLst>
                <a:ext uri="{FF2B5EF4-FFF2-40B4-BE49-F238E27FC236}">
                  <a16:creationId xmlns:a16="http://schemas.microsoft.com/office/drawing/2014/main" id="{E0F21DDD-CD5C-4894-AB91-E2797229919C}"/>
                </a:ext>
              </a:extLst>
            </p:cNvPr>
            <p:cNvSpPr>
              <a:spLocks noChangeArrowheads="1"/>
            </p:cNvSpPr>
            <p:nvPr/>
          </p:nvSpPr>
          <p:spPr bwMode="auto">
            <a:xfrm rot="18231819">
              <a:off x="7895711" y="3561567"/>
              <a:ext cx="1103521" cy="970481"/>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3"/>
            </a:solidFill>
            <a:ln>
              <a:noFill/>
            </a:ln>
            <a:effectLst/>
          </p:spPr>
          <p:txBody>
            <a:bodyPr wrap="none" anchor="ctr"/>
            <a:lstStyle/>
            <a:p>
              <a:endParaRPr lang="es-ES_tradnl" sz="1633"/>
            </a:p>
          </p:txBody>
        </p:sp>
        <p:grpSp>
          <p:nvGrpSpPr>
            <p:cNvPr id="18" name="Group 12">
              <a:extLst>
                <a:ext uri="{FF2B5EF4-FFF2-40B4-BE49-F238E27FC236}">
                  <a16:creationId xmlns:a16="http://schemas.microsoft.com/office/drawing/2014/main" id="{6D522A25-4294-44A7-A80D-75FFD00B6C97}"/>
                </a:ext>
              </a:extLst>
            </p:cNvPr>
            <p:cNvGrpSpPr>
              <a:grpSpLocks/>
            </p:cNvGrpSpPr>
            <p:nvPr/>
          </p:nvGrpSpPr>
          <p:grpSpPr bwMode="auto">
            <a:xfrm>
              <a:off x="7845552" y="579268"/>
              <a:ext cx="1280512" cy="991862"/>
              <a:chOff x="3065463" y="1036638"/>
              <a:chExt cx="1711325" cy="1325562"/>
            </a:xfrm>
            <a:solidFill>
              <a:schemeClr val="accent4"/>
            </a:solidFill>
          </p:grpSpPr>
          <p:sp>
            <p:nvSpPr>
              <p:cNvPr id="19" name="Freeform 3">
                <a:extLst>
                  <a:ext uri="{FF2B5EF4-FFF2-40B4-BE49-F238E27FC236}">
                    <a16:creationId xmlns:a16="http://schemas.microsoft.com/office/drawing/2014/main" id="{C260E46F-037E-41B1-AD17-7049ED465991}"/>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0" name="Freeform 51">
                <a:extLst>
                  <a:ext uri="{FF2B5EF4-FFF2-40B4-BE49-F238E27FC236}">
                    <a16:creationId xmlns:a16="http://schemas.microsoft.com/office/drawing/2014/main" id="{F87CF4D1-E6F2-41AD-B356-B6F6C55958AD}"/>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1" name="Freeform 53">
                <a:extLst>
                  <a:ext uri="{FF2B5EF4-FFF2-40B4-BE49-F238E27FC236}">
                    <a16:creationId xmlns:a16="http://schemas.microsoft.com/office/drawing/2014/main" id="{9A9763CF-C89B-4D3E-93FB-BB1F3A5B3E77}"/>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2" name="Freeform 54">
                <a:extLst>
                  <a:ext uri="{FF2B5EF4-FFF2-40B4-BE49-F238E27FC236}">
                    <a16:creationId xmlns:a16="http://schemas.microsoft.com/office/drawing/2014/main" id="{EA6271CB-C296-4BE7-A44D-3F47BDE67664}"/>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3" name="Freeform 55">
                <a:extLst>
                  <a:ext uri="{FF2B5EF4-FFF2-40B4-BE49-F238E27FC236}">
                    <a16:creationId xmlns:a16="http://schemas.microsoft.com/office/drawing/2014/main" id="{D0438DDA-17CD-4AB2-8771-C692F8DB7726}"/>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4" name="Freeform 56">
                <a:extLst>
                  <a:ext uri="{FF2B5EF4-FFF2-40B4-BE49-F238E27FC236}">
                    <a16:creationId xmlns:a16="http://schemas.microsoft.com/office/drawing/2014/main" id="{D4E26D8B-6053-433B-9BDB-A7692C729322}"/>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5" name="Freeform 57">
                <a:extLst>
                  <a:ext uri="{FF2B5EF4-FFF2-40B4-BE49-F238E27FC236}">
                    <a16:creationId xmlns:a16="http://schemas.microsoft.com/office/drawing/2014/main" id="{6EA1BF82-AD5E-4808-B614-B86560D64D3F}"/>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6" name="Freeform 58">
                <a:extLst>
                  <a:ext uri="{FF2B5EF4-FFF2-40B4-BE49-F238E27FC236}">
                    <a16:creationId xmlns:a16="http://schemas.microsoft.com/office/drawing/2014/main" id="{E2CFB48A-85BB-4A3D-8CF5-ADE311EB776A}"/>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pic>
        <p:nvPicPr>
          <p:cNvPr id="6" name="Picture 5" descr="A black and orange logo&#10;&#10;Description automatically generated">
            <a:extLst>
              <a:ext uri="{FF2B5EF4-FFF2-40B4-BE49-F238E27FC236}">
                <a16:creationId xmlns:a16="http://schemas.microsoft.com/office/drawing/2014/main" id="{8474C210-07AB-B950-6848-3076EA8C0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0359" y="146544"/>
            <a:ext cx="2221947" cy="888779"/>
          </a:xfrm>
          <a:prstGeom prst="rect">
            <a:avLst/>
          </a:prstGeom>
        </p:spPr>
      </p:pic>
    </p:spTree>
    <p:extLst>
      <p:ext uri="{BB962C8B-B14F-4D97-AF65-F5344CB8AC3E}">
        <p14:creationId xmlns:p14="http://schemas.microsoft.com/office/powerpoint/2010/main" val="489809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6_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4751532" cy="2852737"/>
          </a:xfrm>
        </p:spPr>
        <p:txBody>
          <a:bodyPr anchor="b">
            <a:normAutofit/>
          </a:bodyPr>
          <a:lstStyle>
            <a:lvl1pPr>
              <a:defRPr sz="4800">
                <a:solidFill>
                  <a:schemeClr val="tx2"/>
                </a:solidFill>
              </a:defRPr>
            </a:lvl1pPr>
          </a:lstStyle>
          <a:p>
            <a:r>
              <a:rPr lang="en-US"/>
              <a:t>Click to edit Master title style</a:t>
            </a:r>
          </a:p>
        </p:txBody>
      </p:sp>
      <p:sp>
        <p:nvSpPr>
          <p:cNvPr id="3" name="Text Placeholder 2"/>
          <p:cNvSpPr>
            <a:spLocks noGrp="1"/>
          </p:cNvSpPr>
          <p:nvPr>
            <p:ph type="body" idx="1"/>
          </p:nvPr>
        </p:nvSpPr>
        <p:spPr>
          <a:xfrm>
            <a:off x="831850" y="4589463"/>
            <a:ext cx="4751532"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a:extLst>
              <a:ext uri="{FF2B5EF4-FFF2-40B4-BE49-F238E27FC236}">
                <a16:creationId xmlns:a16="http://schemas.microsoft.com/office/drawing/2014/main" id="{8DA910CF-56FD-4F61-95B6-FE9C48D8042E}"/>
              </a:ext>
            </a:extLst>
          </p:cNvPr>
          <p:cNvGrpSpPr/>
          <p:nvPr/>
        </p:nvGrpSpPr>
        <p:grpSpPr>
          <a:xfrm>
            <a:off x="6935880" y="579268"/>
            <a:ext cx="4424270" cy="5699464"/>
            <a:chOff x="6935880" y="579268"/>
            <a:chExt cx="4424270" cy="5699464"/>
          </a:xfrm>
        </p:grpSpPr>
        <p:grpSp>
          <p:nvGrpSpPr>
            <p:cNvPr id="8" name="Group 7">
              <a:extLst>
                <a:ext uri="{FF2B5EF4-FFF2-40B4-BE49-F238E27FC236}">
                  <a16:creationId xmlns:a16="http://schemas.microsoft.com/office/drawing/2014/main" id="{55EC84E1-4167-4410-A26B-446DB894E949}"/>
                </a:ext>
              </a:extLst>
            </p:cNvPr>
            <p:cNvGrpSpPr>
              <a:grpSpLocks/>
            </p:cNvGrpSpPr>
            <p:nvPr/>
          </p:nvGrpSpPr>
          <p:grpSpPr bwMode="auto">
            <a:xfrm>
              <a:off x="8553460" y="4098108"/>
              <a:ext cx="1223495" cy="1114212"/>
              <a:chOff x="2135188" y="3590925"/>
              <a:chExt cx="1635125" cy="1489075"/>
            </a:xfrm>
            <a:solidFill>
              <a:schemeClr val="accent5"/>
            </a:solidFill>
          </p:grpSpPr>
          <p:sp>
            <p:nvSpPr>
              <p:cNvPr id="62" name="Freeform 4">
                <a:extLst>
                  <a:ext uri="{FF2B5EF4-FFF2-40B4-BE49-F238E27FC236}">
                    <a16:creationId xmlns:a16="http://schemas.microsoft.com/office/drawing/2014/main" id="{5310D578-DAA2-49A7-9321-FA2D1204CF25}"/>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3" name="Freeform 5">
                <a:extLst>
                  <a:ext uri="{FF2B5EF4-FFF2-40B4-BE49-F238E27FC236}">
                    <a16:creationId xmlns:a16="http://schemas.microsoft.com/office/drawing/2014/main" id="{F4C8CA09-7902-4820-A51D-8E77E8BDC970}"/>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4" name="Freeform 6">
                <a:extLst>
                  <a:ext uri="{FF2B5EF4-FFF2-40B4-BE49-F238E27FC236}">
                    <a16:creationId xmlns:a16="http://schemas.microsoft.com/office/drawing/2014/main" id="{880CAE14-4C99-46B9-A546-A36B277D80B4}"/>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5" name="Freeform 7">
                <a:extLst>
                  <a:ext uri="{FF2B5EF4-FFF2-40B4-BE49-F238E27FC236}">
                    <a16:creationId xmlns:a16="http://schemas.microsoft.com/office/drawing/2014/main" id="{498B1F2F-6697-4EE1-BC37-A0170A8ACEF6}"/>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6" name="Freeform 8">
                <a:extLst>
                  <a:ext uri="{FF2B5EF4-FFF2-40B4-BE49-F238E27FC236}">
                    <a16:creationId xmlns:a16="http://schemas.microsoft.com/office/drawing/2014/main" id="{5C8E7CD6-867A-4D35-815A-DF35A39C199A}"/>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7" name="Freeform 9">
                <a:extLst>
                  <a:ext uri="{FF2B5EF4-FFF2-40B4-BE49-F238E27FC236}">
                    <a16:creationId xmlns:a16="http://schemas.microsoft.com/office/drawing/2014/main" id="{CE5431CC-83F1-40C8-AB4A-6587F880A121}"/>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8" name="Freeform 10">
                <a:extLst>
                  <a:ext uri="{FF2B5EF4-FFF2-40B4-BE49-F238E27FC236}">
                    <a16:creationId xmlns:a16="http://schemas.microsoft.com/office/drawing/2014/main" id="{01D302F5-8AAE-4695-B8FD-4209765F2C98}"/>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9" name="Freeform 11">
                <a:extLst>
                  <a:ext uri="{FF2B5EF4-FFF2-40B4-BE49-F238E27FC236}">
                    <a16:creationId xmlns:a16="http://schemas.microsoft.com/office/drawing/2014/main" id="{63570ADA-36D8-4B9F-B78D-EFC73615A5AA}"/>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0" name="Freeform 12">
                <a:extLst>
                  <a:ext uri="{FF2B5EF4-FFF2-40B4-BE49-F238E27FC236}">
                    <a16:creationId xmlns:a16="http://schemas.microsoft.com/office/drawing/2014/main" id="{D4355B6C-2FF9-482A-97EC-9B13FA97559A}"/>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1" name="Freeform 13">
                <a:extLst>
                  <a:ext uri="{FF2B5EF4-FFF2-40B4-BE49-F238E27FC236}">
                    <a16:creationId xmlns:a16="http://schemas.microsoft.com/office/drawing/2014/main" id="{DB318778-393B-450D-BBEA-3AE63DA1AA0C}"/>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2" name="Freeform 14">
                <a:extLst>
                  <a:ext uri="{FF2B5EF4-FFF2-40B4-BE49-F238E27FC236}">
                    <a16:creationId xmlns:a16="http://schemas.microsoft.com/office/drawing/2014/main" id="{7B3537D0-0AA0-4D02-BD84-3E069EB03693}"/>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9" name="Group 4">
              <a:extLst>
                <a:ext uri="{FF2B5EF4-FFF2-40B4-BE49-F238E27FC236}">
                  <a16:creationId xmlns:a16="http://schemas.microsoft.com/office/drawing/2014/main" id="{9CA2018D-F472-4F3B-8A1F-DBF0A9FE63F9}"/>
                </a:ext>
              </a:extLst>
            </p:cNvPr>
            <p:cNvGrpSpPr>
              <a:grpSpLocks/>
            </p:cNvGrpSpPr>
            <p:nvPr/>
          </p:nvGrpSpPr>
          <p:grpSpPr bwMode="auto">
            <a:xfrm>
              <a:off x="9503527" y="5254798"/>
              <a:ext cx="1856623" cy="1023934"/>
              <a:chOff x="5265738" y="5084763"/>
              <a:chExt cx="2481262" cy="1368425"/>
            </a:xfrm>
            <a:solidFill>
              <a:schemeClr val="accent4"/>
            </a:solidFill>
          </p:grpSpPr>
          <p:sp>
            <p:nvSpPr>
              <p:cNvPr id="49" name="Freeform 20">
                <a:extLst>
                  <a:ext uri="{FF2B5EF4-FFF2-40B4-BE49-F238E27FC236}">
                    <a16:creationId xmlns:a16="http://schemas.microsoft.com/office/drawing/2014/main" id="{155BF90C-FB11-4A0A-8595-FA2C4A6BB071}"/>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0" name="Freeform 25">
                <a:extLst>
                  <a:ext uri="{FF2B5EF4-FFF2-40B4-BE49-F238E27FC236}">
                    <a16:creationId xmlns:a16="http://schemas.microsoft.com/office/drawing/2014/main" id="{8D43D3A5-8415-41DC-B1BB-5E2EF5BA94FB}"/>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 name="Freeform 26">
                <a:extLst>
                  <a:ext uri="{FF2B5EF4-FFF2-40B4-BE49-F238E27FC236}">
                    <a16:creationId xmlns:a16="http://schemas.microsoft.com/office/drawing/2014/main" id="{79ABEE84-E92B-4B5F-A316-0C6EEE61C942}"/>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2" name="Freeform 27">
                <a:extLst>
                  <a:ext uri="{FF2B5EF4-FFF2-40B4-BE49-F238E27FC236}">
                    <a16:creationId xmlns:a16="http://schemas.microsoft.com/office/drawing/2014/main" id="{841BBDA4-0A3D-423C-9CB0-36F9A68F2A31}"/>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3" name="Freeform 15">
                <a:extLst>
                  <a:ext uri="{FF2B5EF4-FFF2-40B4-BE49-F238E27FC236}">
                    <a16:creationId xmlns:a16="http://schemas.microsoft.com/office/drawing/2014/main" id="{15763C3E-D561-416C-8E4A-E445A10B15F6}"/>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4" name="Freeform 16">
                <a:extLst>
                  <a:ext uri="{FF2B5EF4-FFF2-40B4-BE49-F238E27FC236}">
                    <a16:creationId xmlns:a16="http://schemas.microsoft.com/office/drawing/2014/main" id="{E8432EDF-992C-4B15-A370-C65BFB6EC68E}"/>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5" name="Freeform 17">
                <a:extLst>
                  <a:ext uri="{FF2B5EF4-FFF2-40B4-BE49-F238E27FC236}">
                    <a16:creationId xmlns:a16="http://schemas.microsoft.com/office/drawing/2014/main" id="{8EA0B2E8-67F0-4921-B6C4-F1729C9899B3}"/>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6" name="Freeform 18">
                <a:extLst>
                  <a:ext uri="{FF2B5EF4-FFF2-40B4-BE49-F238E27FC236}">
                    <a16:creationId xmlns:a16="http://schemas.microsoft.com/office/drawing/2014/main" id="{CC6F07A8-0E46-4B81-90B3-D4255507DAB7}"/>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7" name="Freeform 19">
                <a:extLst>
                  <a:ext uri="{FF2B5EF4-FFF2-40B4-BE49-F238E27FC236}">
                    <a16:creationId xmlns:a16="http://schemas.microsoft.com/office/drawing/2014/main" id="{D9075F48-87FB-4969-B2DA-3B9EBC6A5D74}"/>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8" name="Freeform 21">
                <a:extLst>
                  <a:ext uri="{FF2B5EF4-FFF2-40B4-BE49-F238E27FC236}">
                    <a16:creationId xmlns:a16="http://schemas.microsoft.com/office/drawing/2014/main" id="{08919D09-40A3-437E-80FC-5936464AA054}"/>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9" name="Freeform 22">
                <a:extLst>
                  <a:ext uri="{FF2B5EF4-FFF2-40B4-BE49-F238E27FC236}">
                    <a16:creationId xmlns:a16="http://schemas.microsoft.com/office/drawing/2014/main" id="{CAAFC981-F24C-4916-BA91-EE53615B07CF}"/>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0" name="Freeform 24">
                <a:extLst>
                  <a:ext uri="{FF2B5EF4-FFF2-40B4-BE49-F238E27FC236}">
                    <a16:creationId xmlns:a16="http://schemas.microsoft.com/office/drawing/2014/main" id="{B1A997D4-5A09-420D-8A6B-9B9C7FB2870A}"/>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1" name="Freeform 28">
                <a:extLst>
                  <a:ext uri="{FF2B5EF4-FFF2-40B4-BE49-F238E27FC236}">
                    <a16:creationId xmlns:a16="http://schemas.microsoft.com/office/drawing/2014/main" id="{60FD0E82-24D6-416E-93FF-A051770669C8}"/>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0" name="Freeform 29">
              <a:extLst>
                <a:ext uri="{FF2B5EF4-FFF2-40B4-BE49-F238E27FC236}">
                  <a16:creationId xmlns:a16="http://schemas.microsoft.com/office/drawing/2014/main" id="{7BD017E5-7513-4FCD-8386-D3955234D706}"/>
                </a:ext>
              </a:extLst>
            </p:cNvPr>
            <p:cNvSpPr>
              <a:spLocks noChangeArrowheads="1"/>
            </p:cNvSpPr>
            <p:nvPr/>
          </p:nvSpPr>
          <p:spPr bwMode="auto">
            <a:xfrm>
              <a:off x="9737360" y="4350908"/>
              <a:ext cx="819622" cy="829126"/>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11" name="Freeform 30">
              <a:extLst>
                <a:ext uri="{FF2B5EF4-FFF2-40B4-BE49-F238E27FC236}">
                  <a16:creationId xmlns:a16="http://schemas.microsoft.com/office/drawing/2014/main" id="{E70710F1-3E63-4EB3-BBE7-0B9365BF792D}"/>
                </a:ext>
              </a:extLst>
            </p:cNvPr>
            <p:cNvSpPr>
              <a:spLocks noChangeArrowheads="1"/>
            </p:cNvSpPr>
            <p:nvPr/>
          </p:nvSpPr>
          <p:spPr bwMode="auto">
            <a:xfrm>
              <a:off x="8066865" y="4868743"/>
              <a:ext cx="1444436" cy="1409989"/>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12" name="Group 6">
              <a:extLst>
                <a:ext uri="{FF2B5EF4-FFF2-40B4-BE49-F238E27FC236}">
                  <a16:creationId xmlns:a16="http://schemas.microsoft.com/office/drawing/2014/main" id="{B39DC46F-713B-4630-89C4-7A6B8084711E}"/>
                </a:ext>
              </a:extLst>
            </p:cNvPr>
            <p:cNvGrpSpPr>
              <a:grpSpLocks/>
            </p:cNvGrpSpPr>
            <p:nvPr/>
          </p:nvGrpSpPr>
          <p:grpSpPr bwMode="auto">
            <a:xfrm rot="19964076">
              <a:off x="6935880" y="1901724"/>
              <a:ext cx="1374352" cy="1774661"/>
              <a:chOff x="3309938" y="4121150"/>
              <a:chExt cx="1836737" cy="2371725"/>
            </a:xfrm>
            <a:solidFill>
              <a:schemeClr val="accent6"/>
            </a:solidFill>
          </p:grpSpPr>
          <p:sp>
            <p:nvSpPr>
              <p:cNvPr id="45" name="Freeform 1">
                <a:extLst>
                  <a:ext uri="{FF2B5EF4-FFF2-40B4-BE49-F238E27FC236}">
                    <a16:creationId xmlns:a16="http://schemas.microsoft.com/office/drawing/2014/main" id="{FEE005E0-FBF4-4B3A-B51A-09017F24E595}"/>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 name="Freeform 31">
                <a:extLst>
                  <a:ext uri="{FF2B5EF4-FFF2-40B4-BE49-F238E27FC236}">
                    <a16:creationId xmlns:a16="http://schemas.microsoft.com/office/drawing/2014/main" id="{ACDFE316-ABBE-4BE7-A4A2-372E6B3B8472}"/>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7" name="Freeform 32">
                <a:extLst>
                  <a:ext uri="{FF2B5EF4-FFF2-40B4-BE49-F238E27FC236}">
                    <a16:creationId xmlns:a16="http://schemas.microsoft.com/office/drawing/2014/main" id="{56A254C6-4EDE-45B8-AB23-C102AECB4DE1}"/>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 name="Freeform 33">
                <a:extLst>
                  <a:ext uri="{FF2B5EF4-FFF2-40B4-BE49-F238E27FC236}">
                    <a16:creationId xmlns:a16="http://schemas.microsoft.com/office/drawing/2014/main" id="{FCD1CA0D-04A4-4EBF-8EB6-8C2CBCDC6A43}"/>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3" name="Group 9">
              <a:extLst>
                <a:ext uri="{FF2B5EF4-FFF2-40B4-BE49-F238E27FC236}">
                  <a16:creationId xmlns:a16="http://schemas.microsoft.com/office/drawing/2014/main" id="{9D40AF2D-AE30-4BB2-AB0F-B97C7B0BBB1E}"/>
                </a:ext>
              </a:extLst>
            </p:cNvPr>
            <p:cNvGrpSpPr>
              <a:grpSpLocks/>
            </p:cNvGrpSpPr>
            <p:nvPr/>
          </p:nvGrpSpPr>
          <p:grpSpPr bwMode="auto">
            <a:xfrm>
              <a:off x="9219952" y="2110419"/>
              <a:ext cx="1394547" cy="797054"/>
              <a:chOff x="5507038" y="1647825"/>
              <a:chExt cx="1863725" cy="1065213"/>
            </a:xfrm>
            <a:solidFill>
              <a:schemeClr val="accent2">
                <a:lumMod val="75000"/>
              </a:schemeClr>
            </a:solidFill>
          </p:grpSpPr>
          <p:sp>
            <p:nvSpPr>
              <p:cNvPr id="43" name="Freeform 34">
                <a:extLst>
                  <a:ext uri="{FF2B5EF4-FFF2-40B4-BE49-F238E27FC236}">
                    <a16:creationId xmlns:a16="http://schemas.microsoft.com/office/drawing/2014/main" id="{5E4E4786-FBC5-4314-8347-2968FE5ACCE6}"/>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4" name="Freeform 35">
                <a:extLst>
                  <a:ext uri="{FF2B5EF4-FFF2-40B4-BE49-F238E27FC236}">
                    <a16:creationId xmlns:a16="http://schemas.microsoft.com/office/drawing/2014/main" id="{C39B4327-2A07-4AD9-98F5-982DF657A00A}"/>
                  </a:ext>
                </a:extLst>
              </p:cNvPr>
              <p:cNvSpPr>
                <a:spLocks noChangeArrowheads="1"/>
              </p:cNvSpPr>
              <p:nvPr/>
            </p:nvSpPr>
            <p:spPr bwMode="auto">
              <a:xfrm>
                <a:off x="5507038"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4" name="Group 5">
              <a:extLst>
                <a:ext uri="{FF2B5EF4-FFF2-40B4-BE49-F238E27FC236}">
                  <a16:creationId xmlns:a16="http://schemas.microsoft.com/office/drawing/2014/main" id="{ABFE67FB-D290-4B22-8BD0-F864EBD12A9B}"/>
                </a:ext>
              </a:extLst>
            </p:cNvPr>
            <p:cNvGrpSpPr>
              <a:grpSpLocks/>
            </p:cNvGrpSpPr>
            <p:nvPr/>
          </p:nvGrpSpPr>
          <p:grpSpPr bwMode="auto">
            <a:xfrm>
              <a:off x="9015521" y="2992306"/>
              <a:ext cx="1216368" cy="1118963"/>
              <a:chOff x="4892675" y="3322638"/>
              <a:chExt cx="1625600" cy="1495425"/>
            </a:xfrm>
            <a:solidFill>
              <a:schemeClr val="accent1"/>
            </a:solidFill>
          </p:grpSpPr>
          <p:sp>
            <p:nvSpPr>
              <p:cNvPr id="40" name="Freeform 2">
                <a:extLst>
                  <a:ext uri="{FF2B5EF4-FFF2-40B4-BE49-F238E27FC236}">
                    <a16:creationId xmlns:a16="http://schemas.microsoft.com/office/drawing/2014/main" id="{48A39658-A005-493F-B66E-FE37C2B785A2}"/>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1" name="Freeform 36">
                <a:extLst>
                  <a:ext uri="{FF2B5EF4-FFF2-40B4-BE49-F238E27FC236}">
                    <a16:creationId xmlns:a16="http://schemas.microsoft.com/office/drawing/2014/main" id="{834735F1-1F2A-4D1F-98DC-095BF2585266}"/>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2" name="Freeform 37">
                <a:extLst>
                  <a:ext uri="{FF2B5EF4-FFF2-40B4-BE49-F238E27FC236}">
                    <a16:creationId xmlns:a16="http://schemas.microsoft.com/office/drawing/2014/main" id="{34361F84-4E61-4BD3-AF62-2C949CC40E88}"/>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5" name="Group 11">
              <a:extLst>
                <a:ext uri="{FF2B5EF4-FFF2-40B4-BE49-F238E27FC236}">
                  <a16:creationId xmlns:a16="http://schemas.microsoft.com/office/drawing/2014/main" id="{DBEC735E-2708-4DD9-811B-2D64217F1D8F}"/>
                </a:ext>
              </a:extLst>
            </p:cNvPr>
            <p:cNvGrpSpPr>
              <a:grpSpLocks/>
            </p:cNvGrpSpPr>
            <p:nvPr/>
          </p:nvGrpSpPr>
          <p:grpSpPr bwMode="auto">
            <a:xfrm>
              <a:off x="8066865" y="1409779"/>
              <a:ext cx="1456315" cy="1368413"/>
              <a:chOff x="3332163" y="2060575"/>
              <a:chExt cx="1946275" cy="1828800"/>
            </a:xfrm>
            <a:solidFill>
              <a:schemeClr val="accent3"/>
            </a:solidFill>
          </p:grpSpPr>
          <p:sp>
            <p:nvSpPr>
              <p:cNvPr id="33" name="Freeform 43">
                <a:extLst>
                  <a:ext uri="{FF2B5EF4-FFF2-40B4-BE49-F238E27FC236}">
                    <a16:creationId xmlns:a16="http://schemas.microsoft.com/office/drawing/2014/main" id="{126F54AF-1E39-465C-90BA-E2B9FFBB8D8A}"/>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4" name="Freeform 38">
                <a:extLst>
                  <a:ext uri="{FF2B5EF4-FFF2-40B4-BE49-F238E27FC236}">
                    <a16:creationId xmlns:a16="http://schemas.microsoft.com/office/drawing/2014/main" id="{D4398F79-8669-4D4D-86D6-E2B41BF951BF}"/>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5" name="Freeform 39">
                <a:extLst>
                  <a:ext uri="{FF2B5EF4-FFF2-40B4-BE49-F238E27FC236}">
                    <a16:creationId xmlns:a16="http://schemas.microsoft.com/office/drawing/2014/main" id="{2C2EFADC-4BF6-46C3-A50C-08E7618F0E6C}"/>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6" name="Freeform 40">
                <a:extLst>
                  <a:ext uri="{FF2B5EF4-FFF2-40B4-BE49-F238E27FC236}">
                    <a16:creationId xmlns:a16="http://schemas.microsoft.com/office/drawing/2014/main" id="{AA4D2FE9-4831-4A53-88BB-D37225DD27EC}"/>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7" name="Freeform 41">
                <a:extLst>
                  <a:ext uri="{FF2B5EF4-FFF2-40B4-BE49-F238E27FC236}">
                    <a16:creationId xmlns:a16="http://schemas.microsoft.com/office/drawing/2014/main" id="{9A07B16E-A933-49DD-895E-666E7831B84C}"/>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8" name="Freeform 42">
                <a:extLst>
                  <a:ext uri="{FF2B5EF4-FFF2-40B4-BE49-F238E27FC236}">
                    <a16:creationId xmlns:a16="http://schemas.microsoft.com/office/drawing/2014/main" id="{2BF55214-2641-47CC-8EC4-549A4BD09CCC}"/>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9" name="Freeform 44">
                <a:extLst>
                  <a:ext uri="{FF2B5EF4-FFF2-40B4-BE49-F238E27FC236}">
                    <a16:creationId xmlns:a16="http://schemas.microsoft.com/office/drawing/2014/main" id="{37BB6F6C-78AB-4DCE-8D68-25F0D405D634}"/>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6" name="Group 13">
              <a:extLst>
                <a:ext uri="{FF2B5EF4-FFF2-40B4-BE49-F238E27FC236}">
                  <a16:creationId xmlns:a16="http://schemas.microsoft.com/office/drawing/2014/main" id="{863849FC-33DC-4669-9B38-501A96D724EE}"/>
                </a:ext>
              </a:extLst>
            </p:cNvPr>
            <p:cNvGrpSpPr>
              <a:grpSpLocks/>
            </p:cNvGrpSpPr>
            <p:nvPr/>
          </p:nvGrpSpPr>
          <p:grpSpPr bwMode="auto">
            <a:xfrm>
              <a:off x="9263532" y="1260636"/>
              <a:ext cx="1325651" cy="667577"/>
              <a:chOff x="5826125" y="2760663"/>
              <a:chExt cx="1771650" cy="892175"/>
            </a:xfrm>
            <a:solidFill>
              <a:schemeClr val="accent5"/>
            </a:solidFill>
          </p:grpSpPr>
          <p:sp>
            <p:nvSpPr>
              <p:cNvPr id="27" name="Freeform 45">
                <a:extLst>
                  <a:ext uri="{FF2B5EF4-FFF2-40B4-BE49-F238E27FC236}">
                    <a16:creationId xmlns:a16="http://schemas.microsoft.com/office/drawing/2014/main" id="{125FB991-CEC5-4D18-936B-040FB1DFD853}"/>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8" name="Freeform 46">
                <a:extLst>
                  <a:ext uri="{FF2B5EF4-FFF2-40B4-BE49-F238E27FC236}">
                    <a16:creationId xmlns:a16="http://schemas.microsoft.com/office/drawing/2014/main" id="{A9A6C856-AA5A-445C-9677-2338EC88C5A5}"/>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9" name="Freeform 47">
                <a:extLst>
                  <a:ext uri="{FF2B5EF4-FFF2-40B4-BE49-F238E27FC236}">
                    <a16:creationId xmlns:a16="http://schemas.microsoft.com/office/drawing/2014/main" id="{A1A3ED48-589F-4D20-AE9C-A016A61B5241}"/>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0" name="Freeform 48">
                <a:extLst>
                  <a:ext uri="{FF2B5EF4-FFF2-40B4-BE49-F238E27FC236}">
                    <a16:creationId xmlns:a16="http://schemas.microsoft.com/office/drawing/2014/main" id="{2DDF00DA-366F-4876-9FE6-E35434E26A09}"/>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1" name="Freeform 49">
                <a:extLst>
                  <a:ext uri="{FF2B5EF4-FFF2-40B4-BE49-F238E27FC236}">
                    <a16:creationId xmlns:a16="http://schemas.microsoft.com/office/drawing/2014/main" id="{EC2F643F-6AAE-435F-A33F-26E35C63ADA1}"/>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2" name="Freeform 50">
                <a:extLst>
                  <a:ext uri="{FF2B5EF4-FFF2-40B4-BE49-F238E27FC236}">
                    <a16:creationId xmlns:a16="http://schemas.microsoft.com/office/drawing/2014/main" id="{D808C080-5FD5-487B-8650-C28C893AEB0F}"/>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7" name="Freeform 52">
              <a:extLst>
                <a:ext uri="{FF2B5EF4-FFF2-40B4-BE49-F238E27FC236}">
                  <a16:creationId xmlns:a16="http://schemas.microsoft.com/office/drawing/2014/main" id="{E0F21DDD-CD5C-4894-AB91-E2797229919C}"/>
                </a:ext>
              </a:extLst>
            </p:cNvPr>
            <p:cNvSpPr>
              <a:spLocks noChangeArrowheads="1"/>
            </p:cNvSpPr>
            <p:nvPr/>
          </p:nvSpPr>
          <p:spPr bwMode="auto">
            <a:xfrm rot="18231819">
              <a:off x="7895711" y="3561567"/>
              <a:ext cx="1103521" cy="970481"/>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3"/>
            </a:solidFill>
            <a:ln>
              <a:noFill/>
            </a:ln>
            <a:effectLst/>
          </p:spPr>
          <p:txBody>
            <a:bodyPr wrap="none" anchor="ctr"/>
            <a:lstStyle/>
            <a:p>
              <a:endParaRPr lang="es-ES_tradnl" sz="1633"/>
            </a:p>
          </p:txBody>
        </p:sp>
        <p:grpSp>
          <p:nvGrpSpPr>
            <p:cNvPr id="18" name="Group 12">
              <a:extLst>
                <a:ext uri="{FF2B5EF4-FFF2-40B4-BE49-F238E27FC236}">
                  <a16:creationId xmlns:a16="http://schemas.microsoft.com/office/drawing/2014/main" id="{6D522A25-4294-44A7-A80D-75FFD00B6C97}"/>
                </a:ext>
              </a:extLst>
            </p:cNvPr>
            <p:cNvGrpSpPr>
              <a:grpSpLocks/>
            </p:cNvGrpSpPr>
            <p:nvPr/>
          </p:nvGrpSpPr>
          <p:grpSpPr bwMode="auto">
            <a:xfrm>
              <a:off x="7845552" y="579268"/>
              <a:ext cx="1280512" cy="991862"/>
              <a:chOff x="3065463" y="1036638"/>
              <a:chExt cx="1711325" cy="1325562"/>
            </a:xfrm>
            <a:solidFill>
              <a:schemeClr val="accent4"/>
            </a:solidFill>
          </p:grpSpPr>
          <p:sp>
            <p:nvSpPr>
              <p:cNvPr id="19" name="Freeform 3">
                <a:extLst>
                  <a:ext uri="{FF2B5EF4-FFF2-40B4-BE49-F238E27FC236}">
                    <a16:creationId xmlns:a16="http://schemas.microsoft.com/office/drawing/2014/main" id="{C260E46F-037E-41B1-AD17-7049ED465991}"/>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0" name="Freeform 51">
                <a:extLst>
                  <a:ext uri="{FF2B5EF4-FFF2-40B4-BE49-F238E27FC236}">
                    <a16:creationId xmlns:a16="http://schemas.microsoft.com/office/drawing/2014/main" id="{F87CF4D1-E6F2-41AD-B356-B6F6C55958AD}"/>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1" name="Freeform 53">
                <a:extLst>
                  <a:ext uri="{FF2B5EF4-FFF2-40B4-BE49-F238E27FC236}">
                    <a16:creationId xmlns:a16="http://schemas.microsoft.com/office/drawing/2014/main" id="{9A9763CF-C89B-4D3E-93FB-BB1F3A5B3E77}"/>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2" name="Freeform 54">
                <a:extLst>
                  <a:ext uri="{FF2B5EF4-FFF2-40B4-BE49-F238E27FC236}">
                    <a16:creationId xmlns:a16="http://schemas.microsoft.com/office/drawing/2014/main" id="{EA6271CB-C296-4BE7-A44D-3F47BDE67664}"/>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3" name="Freeform 55">
                <a:extLst>
                  <a:ext uri="{FF2B5EF4-FFF2-40B4-BE49-F238E27FC236}">
                    <a16:creationId xmlns:a16="http://schemas.microsoft.com/office/drawing/2014/main" id="{D0438DDA-17CD-4AB2-8771-C692F8DB7726}"/>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4" name="Freeform 56">
                <a:extLst>
                  <a:ext uri="{FF2B5EF4-FFF2-40B4-BE49-F238E27FC236}">
                    <a16:creationId xmlns:a16="http://schemas.microsoft.com/office/drawing/2014/main" id="{D4E26D8B-6053-433B-9BDB-A7692C729322}"/>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5" name="Freeform 57">
                <a:extLst>
                  <a:ext uri="{FF2B5EF4-FFF2-40B4-BE49-F238E27FC236}">
                    <a16:creationId xmlns:a16="http://schemas.microsoft.com/office/drawing/2014/main" id="{6EA1BF82-AD5E-4808-B614-B86560D64D3F}"/>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6" name="Freeform 58">
                <a:extLst>
                  <a:ext uri="{FF2B5EF4-FFF2-40B4-BE49-F238E27FC236}">
                    <a16:creationId xmlns:a16="http://schemas.microsoft.com/office/drawing/2014/main" id="{E2CFB48A-85BB-4A3D-8CF5-ADE311EB776A}"/>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pic>
        <p:nvPicPr>
          <p:cNvPr id="6" name="Picture 5" descr="A black and orange logo&#10;&#10;Description automatically generated">
            <a:extLst>
              <a:ext uri="{FF2B5EF4-FFF2-40B4-BE49-F238E27FC236}">
                <a16:creationId xmlns:a16="http://schemas.microsoft.com/office/drawing/2014/main" id="{8474C210-07AB-B950-6848-3076EA8C0C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20359" y="146544"/>
            <a:ext cx="2221947" cy="888779"/>
          </a:xfrm>
          <a:prstGeom prst="rect">
            <a:avLst/>
          </a:prstGeom>
        </p:spPr>
      </p:pic>
    </p:spTree>
    <p:extLst>
      <p:ext uri="{BB962C8B-B14F-4D97-AF65-F5344CB8AC3E}">
        <p14:creationId xmlns:p14="http://schemas.microsoft.com/office/powerpoint/2010/main" val="11563123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3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26575"/>
            <a:ext cx="10515600" cy="909493"/>
          </a:xfrm>
        </p:spPr>
        <p:txBody>
          <a:bodyPr>
            <a:normAutofit/>
          </a:bodyPr>
          <a:lstStyle>
            <a:lvl1pPr>
              <a:defRPr sz="2400">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634836"/>
            <a:ext cx="10515600" cy="45421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IN"/>
          </a:p>
        </p:txBody>
      </p:sp>
      <p:sp>
        <p:nvSpPr>
          <p:cNvPr id="9" name="Oval 8">
            <a:extLst>
              <a:ext uri="{FF2B5EF4-FFF2-40B4-BE49-F238E27FC236}">
                <a16:creationId xmlns:a16="http://schemas.microsoft.com/office/drawing/2014/main" id="{24A24FF5-EE98-49E1-AC81-103394A3FCCA}"/>
              </a:ext>
            </a:extLst>
          </p:cNvPr>
          <p:cNvSpPr/>
          <p:nvPr/>
        </p:nvSpPr>
        <p:spPr>
          <a:xfrm>
            <a:off x="81777" y="6420260"/>
            <a:ext cx="367146" cy="36714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Slide Number Placeholder 5">
            <a:extLst>
              <a:ext uri="{FF2B5EF4-FFF2-40B4-BE49-F238E27FC236}">
                <a16:creationId xmlns:a16="http://schemas.microsoft.com/office/drawing/2014/main" id="{627F4717-D9ED-4680-8D20-2EFB38DCF087}"/>
              </a:ext>
            </a:extLst>
          </p:cNvPr>
          <p:cNvSpPr>
            <a:spLocks noGrp="1"/>
          </p:cNvSpPr>
          <p:nvPr>
            <p:ph type="sldNum" sz="quarter" idx="12"/>
          </p:nvPr>
        </p:nvSpPr>
        <p:spPr>
          <a:xfrm>
            <a:off x="26395" y="6470843"/>
            <a:ext cx="477910" cy="265980"/>
          </a:xfrm>
        </p:spPr>
        <p:txBody>
          <a:bodyPr/>
          <a:lstStyle>
            <a:lvl1pPr algn="ctr">
              <a:defRPr sz="1200" b="1">
                <a:solidFill>
                  <a:schemeClr val="bg1"/>
                </a:solidFill>
              </a:defRPr>
            </a:lvl1pPr>
          </a:lstStyle>
          <a:p>
            <a:fld id="{9E8D58B5-FF32-4D41-9D82-69224CA7B659}" type="slidenum">
              <a:rPr lang="en-IN" smtClean="0"/>
              <a:t>‹#›</a:t>
            </a:fld>
            <a:endParaRPr lang="en-IN"/>
          </a:p>
        </p:txBody>
      </p:sp>
      <p:pic>
        <p:nvPicPr>
          <p:cNvPr id="4" name="Picture 3">
            <a:extLst>
              <a:ext uri="{FF2B5EF4-FFF2-40B4-BE49-F238E27FC236}">
                <a16:creationId xmlns:a16="http://schemas.microsoft.com/office/drawing/2014/main" id="{88839D35-882D-9181-2B45-8608CABBFC6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51094" y="-68827"/>
            <a:ext cx="13308036" cy="262271"/>
          </a:xfrm>
          <a:prstGeom prst="rect">
            <a:avLst/>
          </a:prstGeom>
        </p:spPr>
      </p:pic>
      <p:pic>
        <p:nvPicPr>
          <p:cNvPr id="7" name="Google Shape;21;p14">
            <a:extLst>
              <a:ext uri="{FF2B5EF4-FFF2-40B4-BE49-F238E27FC236}">
                <a16:creationId xmlns:a16="http://schemas.microsoft.com/office/drawing/2014/main" id="{3340D315-745B-D849-9A86-D32CEF44079A}"/>
              </a:ext>
            </a:extLst>
          </p:cNvPr>
          <p:cNvPicPr preferRelativeResize="0"/>
          <p:nvPr userDrawn="1"/>
        </p:nvPicPr>
        <p:blipFill rotWithShape="1">
          <a:blip r:embed="rId3">
            <a:alphaModFix/>
          </a:blip>
          <a:srcRect/>
          <a:stretch/>
        </p:blipFill>
        <p:spPr>
          <a:xfrm>
            <a:off x="10761273" y="6300445"/>
            <a:ext cx="1356299" cy="497889"/>
          </a:xfrm>
          <a:prstGeom prst="rect">
            <a:avLst/>
          </a:prstGeom>
          <a:noFill/>
          <a:ln>
            <a:noFill/>
          </a:ln>
        </p:spPr>
      </p:pic>
    </p:spTree>
    <p:extLst>
      <p:ext uri="{BB962C8B-B14F-4D97-AF65-F5344CB8AC3E}">
        <p14:creationId xmlns:p14="http://schemas.microsoft.com/office/powerpoint/2010/main" val="200110314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1_Title Only">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2D45BFD-9CDA-1F66-F963-C95279D14938}"/>
              </a:ext>
            </a:extLst>
          </p:cNvPr>
          <p:cNvSpPr>
            <a:spLocks noGrp="1"/>
          </p:cNvSpPr>
          <p:nvPr>
            <p:ph type="sldNum" sz="quarter" idx="12"/>
          </p:nvPr>
        </p:nvSpPr>
        <p:spPr>
          <a:xfrm>
            <a:off x="164804" y="6317951"/>
            <a:ext cx="505046" cy="380652"/>
          </a:xfrm>
        </p:spPr>
        <p:txBody>
          <a:bodyPr/>
          <a:lstStyle/>
          <a:p>
            <a:fld id="{8429C1A7-5F76-4CD5-9970-45AC98FC491B}" type="slidenum">
              <a:rPr lang="en-IN" smtClean="0"/>
              <a:t>‹#›</a:t>
            </a:fld>
            <a:endParaRPr lang="en-IN"/>
          </a:p>
        </p:txBody>
      </p:sp>
      <p:sp>
        <p:nvSpPr>
          <p:cNvPr id="9" name="Title 8">
            <a:extLst>
              <a:ext uri="{FF2B5EF4-FFF2-40B4-BE49-F238E27FC236}">
                <a16:creationId xmlns:a16="http://schemas.microsoft.com/office/drawing/2014/main" id="{BEFD5224-947A-78D9-7D26-554C252CDE60}"/>
              </a:ext>
            </a:extLst>
          </p:cNvPr>
          <p:cNvSpPr>
            <a:spLocks noGrp="1"/>
          </p:cNvSpPr>
          <p:nvPr>
            <p:ph type="title"/>
          </p:nvPr>
        </p:nvSpPr>
        <p:spPr>
          <a:xfrm>
            <a:off x="329609" y="123819"/>
            <a:ext cx="11431772" cy="474847"/>
          </a:xfrm>
        </p:spPr>
        <p:txBody>
          <a:bodyPr/>
          <a:lstStyle/>
          <a:p>
            <a:r>
              <a:rPr lang="en-US"/>
              <a:t>Click to edit Master title style</a:t>
            </a:r>
            <a:endParaRPr lang="en-IN"/>
          </a:p>
        </p:txBody>
      </p:sp>
      <p:pic>
        <p:nvPicPr>
          <p:cNvPr id="2" name="Picture 1">
            <a:extLst>
              <a:ext uri="{FF2B5EF4-FFF2-40B4-BE49-F238E27FC236}">
                <a16:creationId xmlns:a16="http://schemas.microsoft.com/office/drawing/2014/main" id="{8884CB26-6422-4A83-C748-E98EC0AE8B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194126" y="-76533"/>
            <a:ext cx="13051791" cy="257213"/>
          </a:xfrm>
          <a:prstGeom prst="rect">
            <a:avLst/>
          </a:prstGeom>
        </p:spPr>
      </p:pic>
    </p:spTree>
    <p:extLst>
      <p:ext uri="{BB962C8B-B14F-4D97-AF65-F5344CB8AC3E}">
        <p14:creationId xmlns:p14="http://schemas.microsoft.com/office/powerpoint/2010/main" val="296771105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8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876342C-821D-C732-ADC9-C59100D672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194126" y="-76533"/>
            <a:ext cx="13051791" cy="257213"/>
          </a:xfrm>
          <a:prstGeom prst="rect">
            <a:avLst/>
          </a:prstGeom>
        </p:spPr>
      </p:pic>
    </p:spTree>
    <p:extLst>
      <p:ext uri="{BB962C8B-B14F-4D97-AF65-F5344CB8AC3E}">
        <p14:creationId xmlns:p14="http://schemas.microsoft.com/office/powerpoint/2010/main" val="347130414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9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5056CB5-FA84-472F-88A3-A64291B5557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74" y="0"/>
            <a:ext cx="12188054" cy="6858000"/>
          </a:xfrm>
          <a:prstGeom prst="rect">
            <a:avLst/>
          </a:prstGeom>
        </p:spPr>
      </p:pic>
      <p:pic>
        <p:nvPicPr>
          <p:cNvPr id="7" name="Picture 6">
            <a:extLst>
              <a:ext uri="{FF2B5EF4-FFF2-40B4-BE49-F238E27FC236}">
                <a16:creationId xmlns:a16="http://schemas.microsoft.com/office/drawing/2014/main" id="{112D51B6-6CF6-4B42-976D-E975F00707A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471" y="161083"/>
            <a:ext cx="12135512" cy="1110763"/>
          </a:xfrm>
          <a:prstGeom prst="rect">
            <a:avLst/>
          </a:prstGeom>
        </p:spPr>
      </p:pic>
      <p:sp>
        <p:nvSpPr>
          <p:cNvPr id="2" name="Title 1"/>
          <p:cNvSpPr>
            <a:spLocks noGrp="1"/>
          </p:cNvSpPr>
          <p:nvPr>
            <p:ph type="title" hasCustomPrompt="1"/>
          </p:nvPr>
        </p:nvSpPr>
        <p:spPr>
          <a:xfrm>
            <a:off x="1022928" y="423354"/>
            <a:ext cx="9857508" cy="586220"/>
          </a:xfrm>
        </p:spPr>
        <p:txBody>
          <a:bodyPr>
            <a:normAutofit/>
          </a:bodyPr>
          <a:lstStyle>
            <a:lvl1pPr>
              <a:defRPr sz="2800" b="0">
                <a:solidFill>
                  <a:schemeClr val="bg1"/>
                </a:solidFill>
                <a:latin typeface="Avenir Next" panose="020B0503020202020204"/>
              </a:defRPr>
            </a:lvl1pPr>
          </a:lstStyle>
          <a:p>
            <a:r>
              <a:rPr lang="en-US"/>
              <a:t>CLICK TO EDIT MASTER TITLE STYLE</a:t>
            </a:r>
          </a:p>
        </p:txBody>
      </p:sp>
      <p:sp>
        <p:nvSpPr>
          <p:cNvPr id="9" name="Content Placeholder 2">
            <a:extLst>
              <a:ext uri="{FF2B5EF4-FFF2-40B4-BE49-F238E27FC236}">
                <a16:creationId xmlns:a16="http://schemas.microsoft.com/office/drawing/2014/main" id="{ADE22E33-730E-4C64-B74E-B7205FA944C0}"/>
              </a:ext>
            </a:extLst>
          </p:cNvPr>
          <p:cNvSpPr>
            <a:spLocks noGrp="1"/>
          </p:cNvSpPr>
          <p:nvPr>
            <p:ph idx="1"/>
          </p:nvPr>
        </p:nvSpPr>
        <p:spPr>
          <a:xfrm>
            <a:off x="838200" y="1534117"/>
            <a:ext cx="10515600" cy="4351338"/>
          </a:xfrm>
        </p:spPr>
        <p:txBody>
          <a:bodyPr>
            <a:normAutofit/>
          </a:bodyPr>
          <a:lstStyle>
            <a:lvl1pPr>
              <a:defRPr sz="2400"/>
            </a:lvl1pPr>
            <a:lvl2pPr>
              <a:defRPr sz="2000"/>
            </a:lvl2pPr>
            <a:lvl3pPr>
              <a:defRPr sz="18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683647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9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0218" y="1122363"/>
            <a:ext cx="5389418" cy="2387600"/>
          </a:xfrm>
        </p:spPr>
        <p:txBody>
          <a:bodyPr anchor="b">
            <a:normAutofit/>
          </a:bodyPr>
          <a:lstStyle>
            <a:lvl1pPr algn="ctr">
              <a:defRPr sz="4800">
                <a:solidFill>
                  <a:schemeClr val="tx2"/>
                </a:solidFill>
              </a:defRPr>
            </a:lvl1pPr>
          </a:lstStyle>
          <a:p>
            <a:r>
              <a:rPr lang="en-US"/>
              <a:t>Click to edit Master title style</a:t>
            </a:r>
          </a:p>
        </p:txBody>
      </p:sp>
      <p:sp>
        <p:nvSpPr>
          <p:cNvPr id="76" name="Rectangle 75">
            <a:extLst>
              <a:ext uri="{FF2B5EF4-FFF2-40B4-BE49-F238E27FC236}">
                <a16:creationId xmlns:a16="http://schemas.microsoft.com/office/drawing/2014/main" id="{1BF356A6-7E31-4CA5-9C0A-73B01D2C4D0A}"/>
              </a:ext>
            </a:extLst>
          </p:cNvPr>
          <p:cNvSpPr/>
          <p:nvPr/>
        </p:nvSpPr>
        <p:spPr>
          <a:xfrm>
            <a:off x="6096000" y="0"/>
            <a:ext cx="6096000" cy="6858000"/>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ubtitle 2"/>
          <p:cNvSpPr>
            <a:spLocks noGrp="1"/>
          </p:cNvSpPr>
          <p:nvPr>
            <p:ph type="subTitle" idx="1"/>
          </p:nvPr>
        </p:nvSpPr>
        <p:spPr>
          <a:xfrm>
            <a:off x="360218" y="3602038"/>
            <a:ext cx="538941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1683327" y="5441949"/>
            <a:ext cx="2743200" cy="365125"/>
          </a:xfrm>
        </p:spPr>
        <p:txBody>
          <a:bodyPr/>
          <a:lstStyle>
            <a:lvl1pPr algn="ctr">
              <a:defRPr sz="1800">
                <a:solidFill>
                  <a:schemeClr val="bg2"/>
                </a:solidFill>
              </a:defRPr>
            </a:lvl1pPr>
          </a:lstStyle>
          <a:p>
            <a:fld id="{7DBA1D92-B603-484B-ABA5-6050FCF7E9C7}" type="datetimeFigureOut">
              <a:rPr lang="en-IN" smtClean="0"/>
              <a:t>15/05/25</a:t>
            </a:fld>
            <a:endParaRPr lang="en-IN"/>
          </a:p>
        </p:txBody>
      </p:sp>
      <p:pic>
        <p:nvPicPr>
          <p:cNvPr id="8" name="Picture 7">
            <a:extLst>
              <a:ext uri="{FF2B5EF4-FFF2-40B4-BE49-F238E27FC236}">
                <a16:creationId xmlns:a16="http://schemas.microsoft.com/office/drawing/2014/main" id="{77AE2F2B-4C73-4104-8BA3-44F6809CB0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298" y="5735785"/>
            <a:ext cx="1007231" cy="1066800"/>
          </a:xfrm>
          <a:prstGeom prst="rect">
            <a:avLst/>
          </a:prstGeom>
        </p:spPr>
      </p:pic>
      <p:grpSp>
        <p:nvGrpSpPr>
          <p:cNvPr id="10" name="Group 7">
            <a:extLst>
              <a:ext uri="{FF2B5EF4-FFF2-40B4-BE49-F238E27FC236}">
                <a16:creationId xmlns:a16="http://schemas.microsoft.com/office/drawing/2014/main" id="{F8592CC6-C8CA-4DBA-9FA0-CABBAF213837}"/>
              </a:ext>
            </a:extLst>
          </p:cNvPr>
          <p:cNvGrpSpPr>
            <a:grpSpLocks/>
          </p:cNvGrpSpPr>
          <p:nvPr/>
        </p:nvGrpSpPr>
        <p:grpSpPr bwMode="auto">
          <a:xfrm>
            <a:off x="7080609" y="3167676"/>
            <a:ext cx="1281456" cy="1166996"/>
            <a:chOff x="2135188" y="3590925"/>
            <a:chExt cx="1635125" cy="1489075"/>
          </a:xfrm>
          <a:solidFill>
            <a:schemeClr val="accent4"/>
          </a:solidFill>
        </p:grpSpPr>
        <p:sp>
          <p:nvSpPr>
            <p:cNvPr id="64" name="Freeform 4">
              <a:extLst>
                <a:ext uri="{FF2B5EF4-FFF2-40B4-BE49-F238E27FC236}">
                  <a16:creationId xmlns:a16="http://schemas.microsoft.com/office/drawing/2014/main" id="{9FE9C860-46A3-4443-99D0-B9D386A35927}"/>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5" name="Freeform 5">
              <a:extLst>
                <a:ext uri="{FF2B5EF4-FFF2-40B4-BE49-F238E27FC236}">
                  <a16:creationId xmlns:a16="http://schemas.microsoft.com/office/drawing/2014/main" id="{D125E97B-3BCB-416E-8862-96D2A59EC26C}"/>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6" name="Freeform 6">
              <a:extLst>
                <a:ext uri="{FF2B5EF4-FFF2-40B4-BE49-F238E27FC236}">
                  <a16:creationId xmlns:a16="http://schemas.microsoft.com/office/drawing/2014/main" id="{F6737218-C826-432F-A836-AA28CC7A01C6}"/>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7" name="Freeform 7">
              <a:extLst>
                <a:ext uri="{FF2B5EF4-FFF2-40B4-BE49-F238E27FC236}">
                  <a16:creationId xmlns:a16="http://schemas.microsoft.com/office/drawing/2014/main" id="{A937DBEA-0236-42D5-B03A-521244B9855F}"/>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8" name="Freeform 8">
              <a:extLst>
                <a:ext uri="{FF2B5EF4-FFF2-40B4-BE49-F238E27FC236}">
                  <a16:creationId xmlns:a16="http://schemas.microsoft.com/office/drawing/2014/main" id="{1AC97B91-C7FD-4283-8E95-46242EDE1562}"/>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9" name="Freeform 9">
              <a:extLst>
                <a:ext uri="{FF2B5EF4-FFF2-40B4-BE49-F238E27FC236}">
                  <a16:creationId xmlns:a16="http://schemas.microsoft.com/office/drawing/2014/main" id="{A777F360-55B6-4424-B4DE-D55D9D68656C}"/>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0" name="Freeform 10">
              <a:extLst>
                <a:ext uri="{FF2B5EF4-FFF2-40B4-BE49-F238E27FC236}">
                  <a16:creationId xmlns:a16="http://schemas.microsoft.com/office/drawing/2014/main" id="{538E7B35-C3B6-4D53-B522-7EF870C6255A}"/>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1" name="Freeform 11">
              <a:extLst>
                <a:ext uri="{FF2B5EF4-FFF2-40B4-BE49-F238E27FC236}">
                  <a16:creationId xmlns:a16="http://schemas.microsoft.com/office/drawing/2014/main" id="{0BE220E6-4B6A-4E8B-BF4C-5961CE497172}"/>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2" name="Freeform 12">
              <a:extLst>
                <a:ext uri="{FF2B5EF4-FFF2-40B4-BE49-F238E27FC236}">
                  <a16:creationId xmlns:a16="http://schemas.microsoft.com/office/drawing/2014/main" id="{3829027F-6612-469E-B966-05BAB6DC592F}"/>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3" name="Freeform 13">
              <a:extLst>
                <a:ext uri="{FF2B5EF4-FFF2-40B4-BE49-F238E27FC236}">
                  <a16:creationId xmlns:a16="http://schemas.microsoft.com/office/drawing/2014/main" id="{D90A107E-9340-41D1-8EF2-83077C154465}"/>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4" name="Freeform 14">
              <a:extLst>
                <a:ext uri="{FF2B5EF4-FFF2-40B4-BE49-F238E27FC236}">
                  <a16:creationId xmlns:a16="http://schemas.microsoft.com/office/drawing/2014/main" id="{F7D963A2-7103-4B46-AFEB-AD5A79CD0A65}"/>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1" name="Group 4">
            <a:extLst>
              <a:ext uri="{FF2B5EF4-FFF2-40B4-BE49-F238E27FC236}">
                <a16:creationId xmlns:a16="http://schemas.microsoft.com/office/drawing/2014/main" id="{61BEC702-25A1-40C1-9846-BFD97D17ABFC}"/>
              </a:ext>
            </a:extLst>
          </p:cNvPr>
          <p:cNvGrpSpPr>
            <a:grpSpLocks/>
          </p:cNvGrpSpPr>
          <p:nvPr/>
        </p:nvGrpSpPr>
        <p:grpSpPr bwMode="auto">
          <a:xfrm>
            <a:off x="9534035" y="4338405"/>
            <a:ext cx="1944577" cy="1072442"/>
            <a:chOff x="5265738" y="5084763"/>
            <a:chExt cx="2481262" cy="1368425"/>
          </a:xfrm>
          <a:solidFill>
            <a:schemeClr val="accent3"/>
          </a:solidFill>
        </p:grpSpPr>
        <p:sp>
          <p:nvSpPr>
            <p:cNvPr id="51" name="Freeform 20">
              <a:extLst>
                <a:ext uri="{FF2B5EF4-FFF2-40B4-BE49-F238E27FC236}">
                  <a16:creationId xmlns:a16="http://schemas.microsoft.com/office/drawing/2014/main" id="{7CD540F0-15A4-4AC6-812F-A1D5659E73E4}"/>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2" name="Freeform 25">
              <a:extLst>
                <a:ext uri="{FF2B5EF4-FFF2-40B4-BE49-F238E27FC236}">
                  <a16:creationId xmlns:a16="http://schemas.microsoft.com/office/drawing/2014/main" id="{0550246A-13E2-4D11-A378-4C8DEC85D712}"/>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3" name="Freeform 26">
              <a:extLst>
                <a:ext uri="{FF2B5EF4-FFF2-40B4-BE49-F238E27FC236}">
                  <a16:creationId xmlns:a16="http://schemas.microsoft.com/office/drawing/2014/main" id="{FCEC6437-DC09-4DE4-9124-15C044F9DE7F}"/>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4" name="Freeform 27">
              <a:extLst>
                <a:ext uri="{FF2B5EF4-FFF2-40B4-BE49-F238E27FC236}">
                  <a16:creationId xmlns:a16="http://schemas.microsoft.com/office/drawing/2014/main" id="{02633C03-6D48-4BAD-BE45-414675572D87}"/>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5" name="Freeform 15">
              <a:extLst>
                <a:ext uri="{FF2B5EF4-FFF2-40B4-BE49-F238E27FC236}">
                  <a16:creationId xmlns:a16="http://schemas.microsoft.com/office/drawing/2014/main" id="{B4D986A5-B2E3-4A02-AC94-48E6127F3CBE}"/>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6" name="Freeform 16">
              <a:extLst>
                <a:ext uri="{FF2B5EF4-FFF2-40B4-BE49-F238E27FC236}">
                  <a16:creationId xmlns:a16="http://schemas.microsoft.com/office/drawing/2014/main" id="{4A59E388-135F-4AC5-8D96-0905C62A78A8}"/>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7" name="Freeform 17">
              <a:extLst>
                <a:ext uri="{FF2B5EF4-FFF2-40B4-BE49-F238E27FC236}">
                  <a16:creationId xmlns:a16="http://schemas.microsoft.com/office/drawing/2014/main" id="{E7240B46-E81B-439E-BA53-D474B6FEFD53}"/>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8" name="Freeform 18">
              <a:extLst>
                <a:ext uri="{FF2B5EF4-FFF2-40B4-BE49-F238E27FC236}">
                  <a16:creationId xmlns:a16="http://schemas.microsoft.com/office/drawing/2014/main" id="{9DC4805B-29DF-44FC-99BC-2DCB43D28819}"/>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9" name="Freeform 19">
              <a:extLst>
                <a:ext uri="{FF2B5EF4-FFF2-40B4-BE49-F238E27FC236}">
                  <a16:creationId xmlns:a16="http://schemas.microsoft.com/office/drawing/2014/main" id="{5DBA1DEB-69D5-43F0-A14E-D41756B981D2}"/>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0" name="Freeform 21">
              <a:extLst>
                <a:ext uri="{FF2B5EF4-FFF2-40B4-BE49-F238E27FC236}">
                  <a16:creationId xmlns:a16="http://schemas.microsoft.com/office/drawing/2014/main" id="{824BE5B1-F14D-4FFD-BC6D-0757F5B2A565}"/>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1" name="Freeform 22">
              <a:extLst>
                <a:ext uri="{FF2B5EF4-FFF2-40B4-BE49-F238E27FC236}">
                  <a16:creationId xmlns:a16="http://schemas.microsoft.com/office/drawing/2014/main" id="{65E3DAA1-342F-4CD3-BF0A-4AF249B9EE4F}"/>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2" name="Freeform 24">
              <a:extLst>
                <a:ext uri="{FF2B5EF4-FFF2-40B4-BE49-F238E27FC236}">
                  <a16:creationId xmlns:a16="http://schemas.microsoft.com/office/drawing/2014/main" id="{1A2BAD26-5C5D-4CCE-8FEE-28722A3396A8}"/>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3" name="Freeform 28">
              <a:extLst>
                <a:ext uri="{FF2B5EF4-FFF2-40B4-BE49-F238E27FC236}">
                  <a16:creationId xmlns:a16="http://schemas.microsoft.com/office/drawing/2014/main" id="{9441AE14-2F5E-44FB-8479-7BED99656D77}"/>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2" name="Freeform 29">
            <a:extLst>
              <a:ext uri="{FF2B5EF4-FFF2-40B4-BE49-F238E27FC236}">
                <a16:creationId xmlns:a16="http://schemas.microsoft.com/office/drawing/2014/main" id="{DA68B2B5-13D4-4B50-86C6-1BCBD327D1F7}"/>
              </a:ext>
            </a:extLst>
          </p:cNvPr>
          <p:cNvSpPr>
            <a:spLocks noChangeArrowheads="1"/>
          </p:cNvSpPr>
          <p:nvPr/>
        </p:nvSpPr>
        <p:spPr bwMode="auto">
          <a:xfrm>
            <a:off x="7063191" y="2217158"/>
            <a:ext cx="858450" cy="868405"/>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13" name="Freeform 30">
            <a:extLst>
              <a:ext uri="{FF2B5EF4-FFF2-40B4-BE49-F238E27FC236}">
                <a16:creationId xmlns:a16="http://schemas.microsoft.com/office/drawing/2014/main" id="{BD76943E-A93C-40A9-BB75-01CF24045144}"/>
              </a:ext>
            </a:extLst>
          </p:cNvPr>
          <p:cNvSpPr>
            <a:spLocks noChangeArrowheads="1"/>
          </p:cNvSpPr>
          <p:nvPr/>
        </p:nvSpPr>
        <p:spPr bwMode="auto">
          <a:xfrm>
            <a:off x="6584199" y="3951479"/>
            <a:ext cx="1512864" cy="1476785"/>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14" name="Group 6">
            <a:extLst>
              <a:ext uri="{FF2B5EF4-FFF2-40B4-BE49-F238E27FC236}">
                <a16:creationId xmlns:a16="http://schemas.microsoft.com/office/drawing/2014/main" id="{2CF32005-A7F7-45B0-AF86-D15004E712EF}"/>
              </a:ext>
            </a:extLst>
          </p:cNvPr>
          <p:cNvGrpSpPr>
            <a:grpSpLocks/>
          </p:cNvGrpSpPr>
          <p:nvPr/>
        </p:nvGrpSpPr>
        <p:grpSpPr bwMode="auto">
          <a:xfrm>
            <a:off x="8001266" y="3583215"/>
            <a:ext cx="1439459" cy="1858734"/>
            <a:chOff x="3309938" y="4121150"/>
            <a:chExt cx="1836737" cy="2371725"/>
          </a:xfrm>
          <a:solidFill>
            <a:schemeClr val="accent5"/>
          </a:solidFill>
        </p:grpSpPr>
        <p:sp>
          <p:nvSpPr>
            <p:cNvPr id="47" name="Freeform 1">
              <a:extLst>
                <a:ext uri="{FF2B5EF4-FFF2-40B4-BE49-F238E27FC236}">
                  <a16:creationId xmlns:a16="http://schemas.microsoft.com/office/drawing/2014/main" id="{6330C150-2BB7-435F-8CC6-005B97BE8BFF}"/>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 name="Freeform 31">
              <a:extLst>
                <a:ext uri="{FF2B5EF4-FFF2-40B4-BE49-F238E27FC236}">
                  <a16:creationId xmlns:a16="http://schemas.microsoft.com/office/drawing/2014/main" id="{F330E319-2B76-42F3-8367-847DBD256503}"/>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 name="Freeform 32">
              <a:extLst>
                <a:ext uri="{FF2B5EF4-FFF2-40B4-BE49-F238E27FC236}">
                  <a16:creationId xmlns:a16="http://schemas.microsoft.com/office/drawing/2014/main" id="{13EC0FBD-EA56-412D-BC64-B787E943F071}"/>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0" name="Freeform 33">
              <a:extLst>
                <a:ext uri="{FF2B5EF4-FFF2-40B4-BE49-F238E27FC236}">
                  <a16:creationId xmlns:a16="http://schemas.microsoft.com/office/drawing/2014/main" id="{05022116-20A8-4CF5-B782-D057BEE78C3E}"/>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5" name="Group 9">
            <a:extLst>
              <a:ext uri="{FF2B5EF4-FFF2-40B4-BE49-F238E27FC236}">
                <a16:creationId xmlns:a16="http://schemas.microsoft.com/office/drawing/2014/main" id="{FCE66866-019A-4A6C-8D34-667CF3EA8B98}"/>
              </a:ext>
            </a:extLst>
          </p:cNvPr>
          <p:cNvGrpSpPr>
            <a:grpSpLocks/>
          </p:cNvGrpSpPr>
          <p:nvPr/>
        </p:nvGrpSpPr>
        <p:grpSpPr bwMode="auto">
          <a:xfrm>
            <a:off x="9723143" y="1644858"/>
            <a:ext cx="1460613" cy="834813"/>
            <a:chOff x="5507036" y="1647825"/>
            <a:chExt cx="1863727" cy="1065213"/>
          </a:xfrm>
          <a:solidFill>
            <a:schemeClr val="accent5"/>
          </a:solidFill>
        </p:grpSpPr>
        <p:sp>
          <p:nvSpPr>
            <p:cNvPr id="45" name="Freeform 34">
              <a:extLst>
                <a:ext uri="{FF2B5EF4-FFF2-40B4-BE49-F238E27FC236}">
                  <a16:creationId xmlns:a16="http://schemas.microsoft.com/office/drawing/2014/main" id="{06B90922-0F7D-407E-A601-1D27C4331A07}"/>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 name="Freeform 35">
              <a:extLst>
                <a:ext uri="{FF2B5EF4-FFF2-40B4-BE49-F238E27FC236}">
                  <a16:creationId xmlns:a16="http://schemas.microsoft.com/office/drawing/2014/main" id="{2243BAEC-9787-4B1D-AAF1-83432D23254E}"/>
                </a:ext>
              </a:extLst>
            </p:cNvPr>
            <p:cNvSpPr>
              <a:spLocks noChangeArrowheads="1"/>
            </p:cNvSpPr>
            <p:nvPr/>
          </p:nvSpPr>
          <p:spPr bwMode="auto">
            <a:xfrm>
              <a:off x="5507036"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6" name="Group 5">
            <a:extLst>
              <a:ext uri="{FF2B5EF4-FFF2-40B4-BE49-F238E27FC236}">
                <a16:creationId xmlns:a16="http://schemas.microsoft.com/office/drawing/2014/main" id="{88893968-93D6-439F-9CCE-5AE6FBB903F8}"/>
              </a:ext>
            </a:extLst>
          </p:cNvPr>
          <p:cNvGrpSpPr>
            <a:grpSpLocks/>
          </p:cNvGrpSpPr>
          <p:nvPr/>
        </p:nvGrpSpPr>
        <p:grpSpPr bwMode="auto">
          <a:xfrm>
            <a:off x="9241664" y="2957418"/>
            <a:ext cx="1273991" cy="1171972"/>
            <a:chOff x="4892675" y="3322638"/>
            <a:chExt cx="1625600" cy="1495425"/>
          </a:xfrm>
          <a:solidFill>
            <a:schemeClr val="accent1">
              <a:lumMod val="75000"/>
            </a:schemeClr>
          </a:solidFill>
        </p:grpSpPr>
        <p:sp>
          <p:nvSpPr>
            <p:cNvPr id="42" name="Freeform 2">
              <a:extLst>
                <a:ext uri="{FF2B5EF4-FFF2-40B4-BE49-F238E27FC236}">
                  <a16:creationId xmlns:a16="http://schemas.microsoft.com/office/drawing/2014/main" id="{D572D298-267E-466C-9B47-BBDEDFAA1881}"/>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3" name="Freeform 36">
              <a:extLst>
                <a:ext uri="{FF2B5EF4-FFF2-40B4-BE49-F238E27FC236}">
                  <a16:creationId xmlns:a16="http://schemas.microsoft.com/office/drawing/2014/main" id="{B7544561-0ED2-4940-8C4F-19FF7A9687C7}"/>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4" name="Freeform 37">
              <a:extLst>
                <a:ext uri="{FF2B5EF4-FFF2-40B4-BE49-F238E27FC236}">
                  <a16:creationId xmlns:a16="http://schemas.microsoft.com/office/drawing/2014/main" id="{72DB8181-E77E-4FAD-9B8F-613ECCE090DC}"/>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7" name="Group 11">
            <a:extLst>
              <a:ext uri="{FF2B5EF4-FFF2-40B4-BE49-F238E27FC236}">
                <a16:creationId xmlns:a16="http://schemas.microsoft.com/office/drawing/2014/main" id="{D08E2392-DA02-41CC-9BED-BFDAC9769D7D}"/>
              </a:ext>
            </a:extLst>
          </p:cNvPr>
          <p:cNvGrpSpPr>
            <a:grpSpLocks/>
          </p:cNvGrpSpPr>
          <p:nvPr/>
        </p:nvGrpSpPr>
        <p:grpSpPr bwMode="auto">
          <a:xfrm>
            <a:off x="8018684" y="1968332"/>
            <a:ext cx="1525305" cy="1433240"/>
            <a:chOff x="3332163" y="2060575"/>
            <a:chExt cx="1946275" cy="1828800"/>
          </a:xfrm>
          <a:solidFill>
            <a:schemeClr val="accent3">
              <a:lumMod val="75000"/>
            </a:schemeClr>
          </a:solidFill>
        </p:grpSpPr>
        <p:sp>
          <p:nvSpPr>
            <p:cNvPr id="35" name="Freeform 43">
              <a:extLst>
                <a:ext uri="{FF2B5EF4-FFF2-40B4-BE49-F238E27FC236}">
                  <a16:creationId xmlns:a16="http://schemas.microsoft.com/office/drawing/2014/main" id="{548B5A6E-2379-434C-8AA9-A171140DBE19}"/>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6" name="Freeform 38">
              <a:extLst>
                <a:ext uri="{FF2B5EF4-FFF2-40B4-BE49-F238E27FC236}">
                  <a16:creationId xmlns:a16="http://schemas.microsoft.com/office/drawing/2014/main" id="{90BCA7C3-8365-4ABF-A295-E718C0D6161B}"/>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7" name="Freeform 39">
              <a:extLst>
                <a:ext uri="{FF2B5EF4-FFF2-40B4-BE49-F238E27FC236}">
                  <a16:creationId xmlns:a16="http://schemas.microsoft.com/office/drawing/2014/main" id="{C95673EA-D913-4EAF-85E6-4485697E4D2C}"/>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8" name="Freeform 40">
              <a:extLst>
                <a:ext uri="{FF2B5EF4-FFF2-40B4-BE49-F238E27FC236}">
                  <a16:creationId xmlns:a16="http://schemas.microsoft.com/office/drawing/2014/main" id="{4BA022CA-7C37-45CA-B35E-36B73A8BF33C}"/>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9" name="Freeform 41">
              <a:extLst>
                <a:ext uri="{FF2B5EF4-FFF2-40B4-BE49-F238E27FC236}">
                  <a16:creationId xmlns:a16="http://schemas.microsoft.com/office/drawing/2014/main" id="{5CA6DDF4-B6C5-45E5-BEFA-4C05DA242C6C}"/>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0" name="Freeform 42">
              <a:extLst>
                <a:ext uri="{FF2B5EF4-FFF2-40B4-BE49-F238E27FC236}">
                  <a16:creationId xmlns:a16="http://schemas.microsoft.com/office/drawing/2014/main" id="{B2F03B6A-50EB-4628-9726-F8C244083C18}"/>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1" name="Freeform 44">
              <a:extLst>
                <a:ext uri="{FF2B5EF4-FFF2-40B4-BE49-F238E27FC236}">
                  <a16:creationId xmlns:a16="http://schemas.microsoft.com/office/drawing/2014/main" id="{84D011F3-607E-432B-BD23-56A56FB66FE9}"/>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8" name="Group 13">
            <a:extLst>
              <a:ext uri="{FF2B5EF4-FFF2-40B4-BE49-F238E27FC236}">
                <a16:creationId xmlns:a16="http://schemas.microsoft.com/office/drawing/2014/main" id="{4512BE66-2D9E-4D9E-ABD3-CB3720555B0D}"/>
              </a:ext>
            </a:extLst>
          </p:cNvPr>
          <p:cNvGrpSpPr>
            <a:grpSpLocks/>
          </p:cNvGrpSpPr>
          <p:nvPr/>
        </p:nvGrpSpPr>
        <p:grpSpPr bwMode="auto">
          <a:xfrm>
            <a:off x="9973213" y="2516994"/>
            <a:ext cx="1388451" cy="699202"/>
            <a:chOff x="5826125" y="2760663"/>
            <a:chExt cx="1771650" cy="892175"/>
          </a:xfrm>
          <a:solidFill>
            <a:schemeClr val="accent4"/>
          </a:solidFill>
        </p:grpSpPr>
        <p:sp>
          <p:nvSpPr>
            <p:cNvPr id="29" name="Freeform 45">
              <a:extLst>
                <a:ext uri="{FF2B5EF4-FFF2-40B4-BE49-F238E27FC236}">
                  <a16:creationId xmlns:a16="http://schemas.microsoft.com/office/drawing/2014/main" id="{0F75759C-570C-4271-8777-0D386D7BB387}"/>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0" name="Freeform 46">
              <a:extLst>
                <a:ext uri="{FF2B5EF4-FFF2-40B4-BE49-F238E27FC236}">
                  <a16:creationId xmlns:a16="http://schemas.microsoft.com/office/drawing/2014/main" id="{922A8ACC-591E-4742-B072-8BF3E0F65BED}"/>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1" name="Freeform 47">
              <a:extLst>
                <a:ext uri="{FF2B5EF4-FFF2-40B4-BE49-F238E27FC236}">
                  <a16:creationId xmlns:a16="http://schemas.microsoft.com/office/drawing/2014/main" id="{039B8F68-5014-481A-9265-CEAE5D4EDA16}"/>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2" name="Freeform 48">
              <a:extLst>
                <a:ext uri="{FF2B5EF4-FFF2-40B4-BE49-F238E27FC236}">
                  <a16:creationId xmlns:a16="http://schemas.microsoft.com/office/drawing/2014/main" id="{A8A63000-4DF5-46EC-A385-2F9EB5DC8FDB}"/>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3" name="Freeform 49">
              <a:extLst>
                <a:ext uri="{FF2B5EF4-FFF2-40B4-BE49-F238E27FC236}">
                  <a16:creationId xmlns:a16="http://schemas.microsoft.com/office/drawing/2014/main" id="{B7206D10-ACC8-4D14-B49F-D72AC127D939}"/>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4" name="Freeform 50">
              <a:extLst>
                <a:ext uri="{FF2B5EF4-FFF2-40B4-BE49-F238E27FC236}">
                  <a16:creationId xmlns:a16="http://schemas.microsoft.com/office/drawing/2014/main" id="{E490910A-BD4A-4573-9B5E-B0561C4145EB}"/>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9" name="Freeform 52">
            <a:extLst>
              <a:ext uri="{FF2B5EF4-FFF2-40B4-BE49-F238E27FC236}">
                <a16:creationId xmlns:a16="http://schemas.microsoft.com/office/drawing/2014/main" id="{6E1C3AF9-1FE7-4004-BFB9-AD9799A661B1}"/>
              </a:ext>
            </a:extLst>
          </p:cNvPr>
          <p:cNvSpPr>
            <a:spLocks noChangeArrowheads="1"/>
          </p:cNvSpPr>
          <p:nvPr/>
        </p:nvSpPr>
        <p:spPr bwMode="auto">
          <a:xfrm>
            <a:off x="10548002" y="3414013"/>
            <a:ext cx="1155799" cy="1016456"/>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6"/>
          </a:solidFill>
          <a:ln>
            <a:noFill/>
          </a:ln>
          <a:effectLst/>
        </p:spPr>
        <p:txBody>
          <a:bodyPr wrap="none" anchor="ctr"/>
          <a:lstStyle/>
          <a:p>
            <a:endParaRPr lang="es-ES_tradnl" sz="1633"/>
          </a:p>
        </p:txBody>
      </p:sp>
      <p:grpSp>
        <p:nvGrpSpPr>
          <p:cNvPr id="20" name="Group 12">
            <a:extLst>
              <a:ext uri="{FF2B5EF4-FFF2-40B4-BE49-F238E27FC236}">
                <a16:creationId xmlns:a16="http://schemas.microsoft.com/office/drawing/2014/main" id="{51C9DA32-D7A8-49CD-9BF2-C59056A97924}"/>
              </a:ext>
            </a:extLst>
          </p:cNvPr>
          <p:cNvGrpSpPr>
            <a:grpSpLocks/>
          </p:cNvGrpSpPr>
          <p:nvPr/>
        </p:nvGrpSpPr>
        <p:grpSpPr bwMode="auto">
          <a:xfrm>
            <a:off x="7809669" y="1165867"/>
            <a:ext cx="1341174" cy="1038850"/>
            <a:chOff x="3065463" y="1036638"/>
            <a:chExt cx="1711325" cy="1325562"/>
          </a:xfrm>
          <a:solidFill>
            <a:schemeClr val="accent1"/>
          </a:solidFill>
        </p:grpSpPr>
        <p:sp>
          <p:nvSpPr>
            <p:cNvPr id="21" name="Freeform 3">
              <a:extLst>
                <a:ext uri="{FF2B5EF4-FFF2-40B4-BE49-F238E27FC236}">
                  <a16:creationId xmlns:a16="http://schemas.microsoft.com/office/drawing/2014/main" id="{C61E4E4F-6747-4306-B754-420C6B7119E8}"/>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2" name="Freeform 51">
              <a:extLst>
                <a:ext uri="{FF2B5EF4-FFF2-40B4-BE49-F238E27FC236}">
                  <a16:creationId xmlns:a16="http://schemas.microsoft.com/office/drawing/2014/main" id="{62E76217-FE31-408A-A025-B751D050563B}"/>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3" name="Freeform 53">
              <a:extLst>
                <a:ext uri="{FF2B5EF4-FFF2-40B4-BE49-F238E27FC236}">
                  <a16:creationId xmlns:a16="http://schemas.microsoft.com/office/drawing/2014/main" id="{B850D91B-9E1C-4F8A-9B83-F567B570057D}"/>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4" name="Freeform 54">
              <a:extLst>
                <a:ext uri="{FF2B5EF4-FFF2-40B4-BE49-F238E27FC236}">
                  <a16:creationId xmlns:a16="http://schemas.microsoft.com/office/drawing/2014/main" id="{492EBA6E-0CBE-4E7F-9D8B-8AD93A3BFB1D}"/>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5" name="Freeform 55">
              <a:extLst>
                <a:ext uri="{FF2B5EF4-FFF2-40B4-BE49-F238E27FC236}">
                  <a16:creationId xmlns:a16="http://schemas.microsoft.com/office/drawing/2014/main" id="{3D17E98A-6C1B-4EF9-BBA9-DAC34DE48F71}"/>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6" name="Freeform 56">
              <a:extLst>
                <a:ext uri="{FF2B5EF4-FFF2-40B4-BE49-F238E27FC236}">
                  <a16:creationId xmlns:a16="http://schemas.microsoft.com/office/drawing/2014/main" id="{80F8A611-D761-4C1A-B8A2-DE94EA9906F9}"/>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7" name="Freeform 57">
              <a:extLst>
                <a:ext uri="{FF2B5EF4-FFF2-40B4-BE49-F238E27FC236}">
                  <a16:creationId xmlns:a16="http://schemas.microsoft.com/office/drawing/2014/main" id="{BEE84B4F-0628-4A4A-AB7A-CA411F7A14E2}"/>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8" name="Freeform 58">
              <a:extLst>
                <a:ext uri="{FF2B5EF4-FFF2-40B4-BE49-F238E27FC236}">
                  <a16:creationId xmlns:a16="http://schemas.microsoft.com/office/drawing/2014/main" id="{C6FB3CD3-D54B-4F74-ACBB-FDD83BC51421}"/>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Tree>
    <p:extLst>
      <p:ext uri="{BB962C8B-B14F-4D97-AF65-F5344CB8AC3E}">
        <p14:creationId xmlns:p14="http://schemas.microsoft.com/office/powerpoint/2010/main" val="27640111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2_Title Only">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0EB92C0F-8873-45C7-959A-7278C73F502F}"/>
              </a:ext>
            </a:extLst>
          </p:cNvPr>
          <p:cNvSpPr>
            <a:spLocks noGrp="1"/>
          </p:cNvSpPr>
          <p:nvPr>
            <p:ph type="ftr" sz="quarter" idx="11"/>
          </p:nvPr>
        </p:nvSpPr>
        <p:spPr>
          <a:xfrm>
            <a:off x="4038600" y="6356350"/>
            <a:ext cx="4114800" cy="365125"/>
          </a:xfrm>
        </p:spPr>
        <p:txBody>
          <a:bodyPr/>
          <a:lstStyle/>
          <a:p>
            <a:endParaRPr lang="en-IN"/>
          </a:p>
        </p:txBody>
      </p:sp>
      <p:pic>
        <p:nvPicPr>
          <p:cNvPr id="11" name="Picture 10">
            <a:extLst>
              <a:ext uri="{FF2B5EF4-FFF2-40B4-BE49-F238E27FC236}">
                <a16:creationId xmlns:a16="http://schemas.microsoft.com/office/drawing/2014/main" id="{343B2E3A-3346-42FF-9D62-DBAF061131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13623" y="6123275"/>
            <a:ext cx="674470" cy="673964"/>
          </a:xfrm>
          <a:prstGeom prst="rect">
            <a:avLst/>
          </a:prstGeom>
        </p:spPr>
      </p:pic>
      <p:sp>
        <p:nvSpPr>
          <p:cNvPr id="18" name="Title 1">
            <a:extLst>
              <a:ext uri="{FF2B5EF4-FFF2-40B4-BE49-F238E27FC236}">
                <a16:creationId xmlns:a16="http://schemas.microsoft.com/office/drawing/2014/main" id="{9FA2A3CF-F0AD-48E7-B1D9-CF50E717159D}"/>
              </a:ext>
            </a:extLst>
          </p:cNvPr>
          <p:cNvSpPr>
            <a:spLocks noGrp="1"/>
          </p:cNvSpPr>
          <p:nvPr>
            <p:ph type="title"/>
          </p:nvPr>
        </p:nvSpPr>
        <p:spPr>
          <a:xfrm>
            <a:off x="838200" y="226575"/>
            <a:ext cx="10515600" cy="909493"/>
          </a:xfrm>
        </p:spPr>
        <p:txBody>
          <a:bodyPr>
            <a:normAutofit/>
          </a:bodyPr>
          <a:lstStyle>
            <a:lvl1pPr>
              <a:defRPr sz="2400">
                <a:solidFill>
                  <a:schemeClr val="tx2"/>
                </a:solidFill>
              </a:defRPr>
            </a:lvl1pPr>
          </a:lstStyle>
          <a:p>
            <a:r>
              <a:rPr lang="en-US"/>
              <a:t>Click to edit Master title style</a:t>
            </a:r>
          </a:p>
        </p:txBody>
      </p:sp>
      <p:cxnSp>
        <p:nvCxnSpPr>
          <p:cNvPr id="19" name="Straight Connector 18">
            <a:extLst>
              <a:ext uri="{FF2B5EF4-FFF2-40B4-BE49-F238E27FC236}">
                <a16:creationId xmlns:a16="http://schemas.microsoft.com/office/drawing/2014/main" id="{F320B10E-1355-4010-A930-71020D18F13E}"/>
              </a:ext>
            </a:extLst>
          </p:cNvPr>
          <p:cNvCxnSpPr/>
          <p:nvPr/>
        </p:nvCxnSpPr>
        <p:spPr>
          <a:xfrm>
            <a:off x="838200" y="1066793"/>
            <a:ext cx="1051560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98E1C566-84F3-4B56-9318-061CD452C898}"/>
              </a:ext>
            </a:extLst>
          </p:cNvPr>
          <p:cNvSpPr/>
          <p:nvPr/>
        </p:nvSpPr>
        <p:spPr>
          <a:xfrm>
            <a:off x="81777" y="6420260"/>
            <a:ext cx="367146" cy="36714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Slide Number Placeholder 5">
            <a:extLst>
              <a:ext uri="{FF2B5EF4-FFF2-40B4-BE49-F238E27FC236}">
                <a16:creationId xmlns:a16="http://schemas.microsoft.com/office/drawing/2014/main" id="{07396035-774A-42E0-89D8-4409507B1B05}"/>
              </a:ext>
            </a:extLst>
          </p:cNvPr>
          <p:cNvSpPr>
            <a:spLocks noGrp="1"/>
          </p:cNvSpPr>
          <p:nvPr>
            <p:ph type="sldNum" sz="quarter" idx="12"/>
          </p:nvPr>
        </p:nvSpPr>
        <p:spPr>
          <a:xfrm>
            <a:off x="26395" y="6470843"/>
            <a:ext cx="477910" cy="265980"/>
          </a:xfrm>
        </p:spPr>
        <p:txBody>
          <a:bodyPr/>
          <a:lstStyle>
            <a:lvl1pPr algn="ctr">
              <a:defRPr sz="1200" b="1">
                <a:solidFill>
                  <a:schemeClr val="bg1"/>
                </a:solidFill>
              </a:defRPr>
            </a:lvl1pPr>
          </a:lstStyle>
          <a:p>
            <a:fld id="{9E8D58B5-FF32-4D41-9D82-69224CA7B659}" type="slidenum">
              <a:rPr lang="en-IN" smtClean="0"/>
              <a:t>‹#›</a:t>
            </a:fld>
            <a:endParaRPr lang="en-IN"/>
          </a:p>
        </p:txBody>
      </p:sp>
    </p:spTree>
    <p:extLst>
      <p:ext uri="{BB962C8B-B14F-4D97-AF65-F5344CB8AC3E}">
        <p14:creationId xmlns:p14="http://schemas.microsoft.com/office/powerpoint/2010/main" val="8523853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21_Title and Content">
    <p:spTree>
      <p:nvGrpSpPr>
        <p:cNvPr id="1" name=""/>
        <p:cNvGrpSpPr/>
        <p:nvPr/>
      </p:nvGrpSpPr>
      <p:grpSpPr>
        <a:xfrm>
          <a:off x="0" y="0"/>
          <a:ext cx="0" cy="0"/>
          <a:chOff x="0" y="0"/>
          <a:chExt cx="0" cy="0"/>
        </a:xfrm>
      </p:grpSpPr>
      <p:sp>
        <p:nvSpPr>
          <p:cNvPr id="18" name="Oval 17"/>
          <p:cNvSpPr/>
          <p:nvPr/>
        </p:nvSpPr>
        <p:spPr>
          <a:xfrm>
            <a:off x="384176" y="6393180"/>
            <a:ext cx="341448" cy="34144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lide Number Placeholder 5"/>
          <p:cNvSpPr txBox="1">
            <a:spLocks/>
          </p:cNvSpPr>
          <p:nvPr/>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
        <p:nvSpPr>
          <p:cNvPr id="2" name="Title 1">
            <a:extLst>
              <a:ext uri="{FF2B5EF4-FFF2-40B4-BE49-F238E27FC236}">
                <a16:creationId xmlns:a16="http://schemas.microsoft.com/office/drawing/2014/main" id="{7D4BA78D-5E30-4E30-B805-F01B62857C00}"/>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A13FF64F-BA55-4410-982C-7A541C0C6FEA}"/>
              </a:ext>
            </a:extLst>
          </p:cNvPr>
          <p:cNvSpPr>
            <a:spLocks noGrp="1"/>
          </p:cNvSpPr>
          <p:nvPr>
            <p:ph type="ftr" sz="quarter" idx="10"/>
          </p:nvPr>
        </p:nvSpPr>
        <p:spPr>
          <a:xfrm>
            <a:off x="838200" y="6356350"/>
            <a:ext cx="4114800" cy="365125"/>
          </a:xfrm>
          <a:prstGeom prst="rect">
            <a:avLst/>
          </a:prstGeom>
        </p:spPr>
        <p:txBody>
          <a:bodyPr/>
          <a:lstStyle/>
          <a:p>
            <a:endParaRPr lang="en-IN"/>
          </a:p>
        </p:txBody>
      </p:sp>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838200" y="1398588"/>
            <a:ext cx="10204450" cy="4767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22402256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BA78D-5E30-4E30-B805-F01B62857C00}"/>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A13FF64F-BA55-4410-982C-7A541C0C6FEA}"/>
              </a:ext>
            </a:extLst>
          </p:cNvPr>
          <p:cNvSpPr>
            <a:spLocks noGrp="1"/>
          </p:cNvSpPr>
          <p:nvPr>
            <p:ph type="ftr" sz="quarter" idx="10"/>
          </p:nvPr>
        </p:nvSpPr>
        <p:spPr>
          <a:xfrm>
            <a:off x="4038600" y="6356350"/>
            <a:ext cx="4114800" cy="365125"/>
          </a:xfrm>
          <a:prstGeom prst="rect">
            <a:avLst/>
          </a:prstGeom>
        </p:spPr>
        <p:txBody>
          <a:bodyPr/>
          <a:lstStyle/>
          <a:p>
            <a:endParaRPr lang="en-IN"/>
          </a:p>
        </p:txBody>
      </p:sp>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838200" y="1398588"/>
            <a:ext cx="10204450" cy="4767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9788351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4_Title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D51B6-6CF6-4B42-976D-E975F00707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1094" y="-68826"/>
            <a:ext cx="13043094" cy="257050"/>
          </a:xfrm>
          <a:prstGeom prst="rect">
            <a:avLst/>
          </a:prstGeom>
        </p:spPr>
      </p:pic>
      <p:sp>
        <p:nvSpPr>
          <p:cNvPr id="2" name="Title 1"/>
          <p:cNvSpPr>
            <a:spLocks noGrp="1"/>
          </p:cNvSpPr>
          <p:nvPr>
            <p:ph type="title" hasCustomPrompt="1"/>
          </p:nvPr>
        </p:nvSpPr>
        <p:spPr>
          <a:xfrm>
            <a:off x="530559" y="207299"/>
            <a:ext cx="9857508" cy="586220"/>
          </a:xfrm>
        </p:spPr>
        <p:txBody>
          <a:bodyPr>
            <a:normAutofit/>
          </a:bodyPr>
          <a:lstStyle>
            <a:lvl1pPr>
              <a:defRPr sz="2800" b="0">
                <a:solidFill>
                  <a:schemeClr val="tx1"/>
                </a:solidFill>
                <a:latin typeface="Avenir Next" panose="020B0503020202020204"/>
              </a:defRPr>
            </a:lvl1pPr>
          </a:lstStyle>
          <a:p>
            <a:r>
              <a:rPr lang="en-US"/>
              <a:t>CLICK TO EDIT MASTER TITLE STYLE</a:t>
            </a:r>
          </a:p>
        </p:txBody>
      </p:sp>
      <p:sp>
        <p:nvSpPr>
          <p:cNvPr id="9" name="Content Placeholder 2">
            <a:extLst>
              <a:ext uri="{FF2B5EF4-FFF2-40B4-BE49-F238E27FC236}">
                <a16:creationId xmlns:a16="http://schemas.microsoft.com/office/drawing/2014/main" id="{ADE22E33-730E-4C64-B74E-B7205FA944C0}"/>
              </a:ext>
            </a:extLst>
          </p:cNvPr>
          <p:cNvSpPr>
            <a:spLocks noGrp="1"/>
          </p:cNvSpPr>
          <p:nvPr>
            <p:ph idx="1"/>
          </p:nvPr>
        </p:nvSpPr>
        <p:spPr>
          <a:xfrm>
            <a:off x="838200" y="1534117"/>
            <a:ext cx="105156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Oval 2">
            <a:extLst>
              <a:ext uri="{FF2B5EF4-FFF2-40B4-BE49-F238E27FC236}">
                <a16:creationId xmlns:a16="http://schemas.microsoft.com/office/drawing/2014/main" id="{9DB64992-C304-BCD1-AB66-13E56E2A1C55}"/>
              </a:ext>
            </a:extLst>
          </p:cNvPr>
          <p:cNvSpPr/>
          <p:nvPr userDrawn="1"/>
        </p:nvSpPr>
        <p:spPr>
          <a:xfrm>
            <a:off x="111852" y="6402705"/>
            <a:ext cx="341448" cy="34144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5">
            <a:extLst>
              <a:ext uri="{FF2B5EF4-FFF2-40B4-BE49-F238E27FC236}">
                <a16:creationId xmlns:a16="http://schemas.microsoft.com/office/drawing/2014/main" id="{C0004FBA-9122-0CC5-060C-3A0070998EDE}"/>
              </a:ext>
            </a:extLst>
          </p:cNvPr>
          <p:cNvSpPr txBox="1">
            <a:spLocks/>
          </p:cNvSpPr>
          <p:nvPr userDrawn="1"/>
        </p:nvSpPr>
        <p:spPr>
          <a:xfrm>
            <a:off x="79376" y="6419057"/>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225280598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2DE4027-7A7E-4749-B7DE-273C22A1D7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054" cy="6858000"/>
          </a:xfrm>
          <a:prstGeom prst="rect">
            <a:avLst/>
          </a:prstGeom>
        </p:spPr>
      </p:pic>
      <p:sp>
        <p:nvSpPr>
          <p:cNvPr id="2" name="Title 1"/>
          <p:cNvSpPr>
            <a:spLocks noGrp="1"/>
          </p:cNvSpPr>
          <p:nvPr>
            <p:ph type="ctrTitle" hasCustomPrompt="1"/>
          </p:nvPr>
        </p:nvSpPr>
        <p:spPr>
          <a:xfrm>
            <a:off x="2770909" y="2601118"/>
            <a:ext cx="7564582" cy="1655763"/>
          </a:xfrm>
        </p:spPr>
        <p:txBody>
          <a:bodyPr anchor="b">
            <a:normAutofit/>
          </a:bodyPr>
          <a:lstStyle>
            <a:lvl1pPr algn="ctr">
              <a:defRPr sz="4800">
                <a:solidFill>
                  <a:schemeClr val="bg1"/>
                </a:solidFill>
                <a:latin typeface="Avenir Next" panose="020B0503020202020204"/>
              </a:defRPr>
            </a:lvl1pPr>
          </a:lstStyle>
          <a:p>
            <a:r>
              <a:rPr lang="en-US"/>
              <a:t>CLICK TO EDIT MASTER TITLE STYLE</a:t>
            </a:r>
          </a:p>
        </p:txBody>
      </p:sp>
      <p:sp>
        <p:nvSpPr>
          <p:cNvPr id="3" name="Subtitle 2"/>
          <p:cNvSpPr>
            <a:spLocks noGrp="1"/>
          </p:cNvSpPr>
          <p:nvPr>
            <p:ph type="subTitle" idx="1"/>
          </p:nvPr>
        </p:nvSpPr>
        <p:spPr>
          <a:xfrm>
            <a:off x="2770909" y="4470256"/>
            <a:ext cx="7564583" cy="498908"/>
          </a:xfrm>
        </p:spPr>
        <p:txBody>
          <a:bodyPr>
            <a:normAutofit/>
          </a:bodyPr>
          <a:lstStyle>
            <a:lvl1pPr marL="0" indent="0" algn="ctr">
              <a:buNone/>
              <a:defRPr sz="2400">
                <a:solidFill>
                  <a:schemeClr val="bg1"/>
                </a:solidFill>
                <a:latin typeface="Avenir Next" panose="020B0503020202020204"/>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0162722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D51B6-6CF6-4B42-976D-E975F00707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471" y="161083"/>
            <a:ext cx="12135512" cy="1110763"/>
          </a:xfrm>
          <a:prstGeom prst="rect">
            <a:avLst/>
          </a:prstGeom>
        </p:spPr>
      </p:pic>
      <p:sp>
        <p:nvSpPr>
          <p:cNvPr id="2" name="Title 1"/>
          <p:cNvSpPr>
            <a:spLocks noGrp="1"/>
          </p:cNvSpPr>
          <p:nvPr>
            <p:ph type="title" hasCustomPrompt="1"/>
          </p:nvPr>
        </p:nvSpPr>
        <p:spPr>
          <a:xfrm>
            <a:off x="1022928" y="423354"/>
            <a:ext cx="9857508" cy="586220"/>
          </a:xfrm>
        </p:spPr>
        <p:txBody>
          <a:bodyPr>
            <a:normAutofit/>
          </a:bodyPr>
          <a:lstStyle>
            <a:lvl1pPr>
              <a:defRPr sz="2800" b="0">
                <a:solidFill>
                  <a:schemeClr val="bg1"/>
                </a:solidFill>
                <a:latin typeface="Avenir Next" panose="020B0503020202020204"/>
              </a:defRPr>
            </a:lvl1pPr>
          </a:lstStyle>
          <a:p>
            <a:r>
              <a:rPr lang="en-US"/>
              <a:t>CLICK TO EDIT MASTER TITLE STYLE</a:t>
            </a:r>
          </a:p>
        </p:txBody>
      </p:sp>
      <p:sp>
        <p:nvSpPr>
          <p:cNvPr id="9" name="Content Placeholder 2">
            <a:extLst>
              <a:ext uri="{FF2B5EF4-FFF2-40B4-BE49-F238E27FC236}">
                <a16:creationId xmlns:a16="http://schemas.microsoft.com/office/drawing/2014/main" id="{ADE22E33-730E-4C64-B74E-B7205FA944C0}"/>
              </a:ext>
            </a:extLst>
          </p:cNvPr>
          <p:cNvSpPr>
            <a:spLocks noGrp="1"/>
          </p:cNvSpPr>
          <p:nvPr>
            <p:ph idx="1"/>
          </p:nvPr>
        </p:nvSpPr>
        <p:spPr>
          <a:xfrm>
            <a:off x="838200" y="1534117"/>
            <a:ext cx="10515600" cy="4351338"/>
          </a:xfrm>
        </p:spPr>
        <p:txBody>
          <a:bodyPr>
            <a:normAutofit/>
          </a:bodyPr>
          <a:lstStyle>
            <a:lvl1pPr>
              <a:defRPr sz="2400"/>
            </a:lvl1pPr>
            <a:lvl2pPr>
              <a:defRPr sz="2000"/>
            </a:lvl2pPr>
            <a:lvl3pPr>
              <a:defRPr sz="18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26042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443EB07-5E54-4C47-8DA1-7F23915A84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054" cy="6858000"/>
          </a:xfrm>
          <a:prstGeom prst="rect">
            <a:avLst/>
          </a:prstGeom>
        </p:spPr>
      </p:pic>
      <p:sp>
        <p:nvSpPr>
          <p:cNvPr id="3" name="Content Placeholder 2"/>
          <p:cNvSpPr>
            <a:spLocks noGrp="1"/>
          </p:cNvSpPr>
          <p:nvPr>
            <p:ph sz="half" idx="1"/>
          </p:nvPr>
        </p:nvSpPr>
        <p:spPr>
          <a:xfrm>
            <a:off x="838200" y="1432929"/>
            <a:ext cx="5181600" cy="4744034"/>
          </a:xfrm>
        </p:spPr>
        <p:txBody>
          <a:bodyPr>
            <a:normAutofit/>
          </a:bodyPr>
          <a:lstStyle>
            <a:lvl1pPr>
              <a:defRPr sz="2400">
                <a:latin typeface="Avenir Next" panose="020B0503020202020204"/>
              </a:defRPr>
            </a:lvl1pPr>
            <a:lvl2pPr>
              <a:defRPr sz="2000">
                <a:latin typeface="Avenir Next" panose="020B0503020202020204"/>
              </a:defRPr>
            </a:lvl2pPr>
            <a:lvl3pPr>
              <a:defRPr sz="1800">
                <a:latin typeface="Avenir Next" panose="020B0503020202020204"/>
              </a:defRPr>
            </a:lvl3pPr>
            <a:lvl4pPr>
              <a:defRPr sz="1600">
                <a:latin typeface="Avenir Next" panose="020B0503020202020204"/>
              </a:defRPr>
            </a:lvl4pPr>
            <a:lvl5pPr>
              <a:defRPr sz="1600">
                <a:latin typeface="Avenir Next" panose="020B0503020202020204"/>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432929"/>
            <a:ext cx="5181600" cy="4744034"/>
          </a:xfrm>
        </p:spPr>
        <p:txBody>
          <a:bodyPr>
            <a:normAutofit/>
          </a:bodyPr>
          <a:lstStyle>
            <a:lvl1pPr>
              <a:defRPr sz="2400">
                <a:latin typeface="Avenir Next" panose="020B0503020202020204"/>
              </a:defRPr>
            </a:lvl1pPr>
            <a:lvl2pPr>
              <a:defRPr sz="2000">
                <a:latin typeface="Avenir Next" panose="020B0503020202020204"/>
              </a:defRPr>
            </a:lvl2pPr>
            <a:lvl3pPr>
              <a:defRPr sz="1800">
                <a:latin typeface="Avenir Next" panose="020B0503020202020204"/>
              </a:defRPr>
            </a:lvl3pPr>
            <a:lvl4pPr>
              <a:defRPr sz="1600">
                <a:latin typeface="Avenir Next" panose="020B0503020202020204"/>
              </a:defRPr>
            </a:lvl4pPr>
            <a:lvl5pPr>
              <a:defRPr sz="1600">
                <a:latin typeface="Avenir Next" panose="020B0503020202020204"/>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1F56BC79-BBAC-4950-8145-E241E266A1E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471" y="161083"/>
            <a:ext cx="12135512" cy="1110763"/>
          </a:xfrm>
          <a:prstGeom prst="rect">
            <a:avLst/>
          </a:prstGeom>
        </p:spPr>
      </p:pic>
      <p:sp>
        <p:nvSpPr>
          <p:cNvPr id="2" name="Title 1"/>
          <p:cNvSpPr>
            <a:spLocks noGrp="1"/>
          </p:cNvSpPr>
          <p:nvPr>
            <p:ph type="title" hasCustomPrompt="1"/>
          </p:nvPr>
        </p:nvSpPr>
        <p:spPr>
          <a:xfrm>
            <a:off x="838200" y="365125"/>
            <a:ext cx="10088418" cy="779463"/>
          </a:xfrm>
        </p:spPr>
        <p:txBody>
          <a:bodyPr>
            <a:normAutofit/>
          </a:bodyPr>
          <a:lstStyle>
            <a:lvl1pPr>
              <a:defRPr sz="2800">
                <a:solidFill>
                  <a:schemeClr val="bg1"/>
                </a:solidFill>
                <a:latin typeface="Avenir Next" panose="020B0503020202020204"/>
              </a:defRPr>
            </a:lvl1pPr>
          </a:lstStyle>
          <a:p>
            <a:r>
              <a:rPr lang="en-US"/>
              <a:t>CLICK TO EDIT MASTER TITLE STYLE</a:t>
            </a:r>
          </a:p>
        </p:txBody>
      </p:sp>
    </p:spTree>
    <p:extLst>
      <p:ext uri="{BB962C8B-B14F-4D97-AF65-F5344CB8AC3E}">
        <p14:creationId xmlns:p14="http://schemas.microsoft.com/office/powerpoint/2010/main" val="181790591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4_Title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D51B6-6CF6-4B42-976D-E975F00707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894" y="-54972"/>
            <a:ext cx="13308036" cy="1110763"/>
          </a:xfrm>
          <a:prstGeom prst="rect">
            <a:avLst/>
          </a:prstGeom>
        </p:spPr>
      </p:pic>
      <p:sp>
        <p:nvSpPr>
          <p:cNvPr id="2" name="Title 1"/>
          <p:cNvSpPr>
            <a:spLocks noGrp="1"/>
          </p:cNvSpPr>
          <p:nvPr>
            <p:ph type="title" hasCustomPrompt="1"/>
          </p:nvPr>
        </p:nvSpPr>
        <p:spPr>
          <a:xfrm>
            <a:off x="530559" y="207299"/>
            <a:ext cx="9857508" cy="586220"/>
          </a:xfrm>
        </p:spPr>
        <p:txBody>
          <a:bodyPr>
            <a:normAutofit/>
          </a:bodyPr>
          <a:lstStyle>
            <a:lvl1pPr>
              <a:defRPr sz="2800" b="0">
                <a:solidFill>
                  <a:schemeClr val="bg1"/>
                </a:solidFill>
                <a:latin typeface="Avenir Next" panose="020B0503020202020204"/>
              </a:defRPr>
            </a:lvl1pPr>
          </a:lstStyle>
          <a:p>
            <a:r>
              <a:rPr lang="en-US"/>
              <a:t>CLICK TO EDIT MASTER TITLE STYLE</a:t>
            </a:r>
          </a:p>
        </p:txBody>
      </p:sp>
      <p:sp>
        <p:nvSpPr>
          <p:cNvPr id="9" name="Content Placeholder 2">
            <a:extLst>
              <a:ext uri="{FF2B5EF4-FFF2-40B4-BE49-F238E27FC236}">
                <a16:creationId xmlns:a16="http://schemas.microsoft.com/office/drawing/2014/main" id="{ADE22E33-730E-4C64-B74E-B7205FA944C0}"/>
              </a:ext>
            </a:extLst>
          </p:cNvPr>
          <p:cNvSpPr>
            <a:spLocks noGrp="1"/>
          </p:cNvSpPr>
          <p:nvPr>
            <p:ph idx="1"/>
          </p:nvPr>
        </p:nvSpPr>
        <p:spPr>
          <a:xfrm>
            <a:off x="838200" y="1534117"/>
            <a:ext cx="105156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2B28867F-7597-6909-893E-D924980A589C}"/>
              </a:ext>
            </a:extLst>
          </p:cNvPr>
          <p:cNvSpPr txBox="1"/>
          <p:nvPr userDrawn="1"/>
        </p:nvSpPr>
        <p:spPr>
          <a:xfrm>
            <a:off x="836023" y="6635930"/>
            <a:ext cx="10202671" cy="230832"/>
          </a:xfrm>
          <a:prstGeom prst="rect">
            <a:avLst/>
          </a:prstGeom>
          <a:noFill/>
        </p:spPr>
        <p:txBody>
          <a:bodyPr wrap="square" rtlCol="0">
            <a:spAutoFit/>
          </a:bodyPr>
          <a:lstStyle/>
          <a:p>
            <a:pPr algn="l"/>
            <a:r>
              <a:rPr lang="en-IN" sz="900" b="1" i="1">
                <a:solidFill>
                  <a:schemeClr val="tx2"/>
                </a:solidFill>
                <a:latin typeface="Arial" panose="020B0604020202020204" pitchFamily="34" charset="0"/>
                <a:cs typeface="Arial" panose="020B0604020202020204" pitchFamily="34" charset="0"/>
              </a:rPr>
              <a:t>© Proprietary &amp; Confidential- Thoucentric All rights reserved.</a:t>
            </a:r>
          </a:p>
        </p:txBody>
      </p:sp>
    </p:spTree>
    <p:extLst>
      <p:ext uri="{BB962C8B-B14F-4D97-AF65-F5344CB8AC3E}">
        <p14:creationId xmlns:p14="http://schemas.microsoft.com/office/powerpoint/2010/main" val="193915999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CCA62A5-A1BF-2756-3AD6-CB71F537EC5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07099042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6E300A-A4B6-4B37-A2ED-C1829D9411FF}"/>
              </a:ext>
            </a:extLst>
          </p:cNvPr>
          <p:cNvSpPr/>
          <p:nvPr userDrawn="1"/>
        </p:nvSpPr>
        <p:spPr>
          <a:xfrm>
            <a:off x="0" y="0"/>
            <a:ext cx="12192000" cy="1136068"/>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838200" y="226575"/>
            <a:ext cx="10515600" cy="909493"/>
          </a:xfrm>
        </p:spPr>
        <p:txBody>
          <a:bodyPr>
            <a:normAutofit/>
          </a:bodyPr>
          <a:lstStyle>
            <a:lvl1pPr>
              <a:defRPr sz="2400">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634836"/>
            <a:ext cx="10515600" cy="45421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Proprietary &amp; Confidential- Thoucentric. All rights reserved.</a:t>
            </a:r>
            <a:endParaRPr lang="en-IN"/>
          </a:p>
        </p:txBody>
      </p:sp>
      <p:sp>
        <p:nvSpPr>
          <p:cNvPr id="9" name="Oval 8">
            <a:extLst>
              <a:ext uri="{FF2B5EF4-FFF2-40B4-BE49-F238E27FC236}">
                <a16:creationId xmlns:a16="http://schemas.microsoft.com/office/drawing/2014/main" id="{24A24FF5-EE98-49E1-AC81-103394A3FCCA}"/>
              </a:ext>
            </a:extLst>
          </p:cNvPr>
          <p:cNvSpPr/>
          <p:nvPr/>
        </p:nvSpPr>
        <p:spPr>
          <a:xfrm>
            <a:off x="81777" y="6420260"/>
            <a:ext cx="367146" cy="36714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Slide Number Placeholder 5">
            <a:extLst>
              <a:ext uri="{FF2B5EF4-FFF2-40B4-BE49-F238E27FC236}">
                <a16:creationId xmlns:a16="http://schemas.microsoft.com/office/drawing/2014/main" id="{627F4717-D9ED-4680-8D20-2EFB38DCF087}"/>
              </a:ext>
            </a:extLst>
          </p:cNvPr>
          <p:cNvSpPr>
            <a:spLocks noGrp="1"/>
          </p:cNvSpPr>
          <p:nvPr>
            <p:ph type="sldNum" sz="quarter" idx="12"/>
          </p:nvPr>
        </p:nvSpPr>
        <p:spPr>
          <a:xfrm>
            <a:off x="26395" y="6470843"/>
            <a:ext cx="477910" cy="265980"/>
          </a:xfrm>
        </p:spPr>
        <p:txBody>
          <a:bodyPr/>
          <a:lstStyle>
            <a:lvl1pPr algn="ctr">
              <a:defRPr sz="1200" b="1">
                <a:solidFill>
                  <a:schemeClr val="bg1"/>
                </a:solidFill>
              </a:defRPr>
            </a:lvl1pPr>
          </a:lstStyle>
          <a:p>
            <a:fld id="{9B10C6F0-693C-4FCC-BE4B-D4D05D9AF886}" type="slidenum">
              <a:rPr lang="en-IN" smtClean="0"/>
              <a:pPr/>
              <a:t>‹#›</a:t>
            </a:fld>
            <a:endParaRPr lang="en-IN"/>
          </a:p>
        </p:txBody>
      </p:sp>
      <p:pic>
        <p:nvPicPr>
          <p:cNvPr id="10" name="Picture 9" descr="Icon&#10;&#10;Description automatically generated">
            <a:extLst>
              <a:ext uri="{FF2B5EF4-FFF2-40B4-BE49-F238E27FC236}">
                <a16:creationId xmlns:a16="http://schemas.microsoft.com/office/drawing/2014/main" id="{784E0077-E697-441D-A929-A03C9949C7B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61983" y="253655"/>
            <a:ext cx="1424608" cy="427382"/>
          </a:xfrm>
          <a:prstGeom prst="rect">
            <a:avLst/>
          </a:prstGeom>
        </p:spPr>
      </p:pic>
      <p:pic>
        <p:nvPicPr>
          <p:cNvPr id="13" name="Picture 2" descr="Image result for unilever logo transparent">
            <a:extLst>
              <a:ext uri="{FF2B5EF4-FFF2-40B4-BE49-F238E27FC236}">
                <a16:creationId xmlns:a16="http://schemas.microsoft.com/office/drawing/2014/main" id="{67FB3C45-4A71-4A7F-BED2-C75DBA8350FD}"/>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11357362" y="6134392"/>
            <a:ext cx="590434" cy="65301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39894315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1" y="226576"/>
            <a:ext cx="10515600" cy="909493"/>
          </a:xfrm>
        </p:spPr>
        <p:txBody>
          <a:bodyPr>
            <a:normAutofit/>
          </a:bodyPr>
          <a:lstStyle>
            <a:lvl1pPr>
              <a:defRPr sz="3599">
                <a:solidFill>
                  <a:schemeClr val="tx2"/>
                </a:solidFill>
              </a:defRPr>
            </a:lvl1pPr>
          </a:lstStyle>
          <a:p>
            <a:r>
              <a:rPr lang="en-US"/>
              <a:t>Click to edit Master title style</a:t>
            </a:r>
          </a:p>
        </p:txBody>
      </p:sp>
      <p:pic>
        <p:nvPicPr>
          <p:cNvPr id="7" name="Picture 6">
            <a:extLst>
              <a:ext uri="{FF2B5EF4-FFF2-40B4-BE49-F238E27FC236}">
                <a16:creationId xmlns:a16="http://schemas.microsoft.com/office/drawing/2014/main" id="{D8887DA8-410E-4830-BF8F-BD95B06F1A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13623" y="6123275"/>
            <a:ext cx="674470" cy="673964"/>
          </a:xfrm>
          <a:prstGeom prst="rect">
            <a:avLst/>
          </a:prstGeom>
        </p:spPr>
      </p:pic>
      <p:cxnSp>
        <p:nvCxnSpPr>
          <p:cNvPr id="10" name="Straight Connector 9">
            <a:extLst>
              <a:ext uri="{FF2B5EF4-FFF2-40B4-BE49-F238E27FC236}">
                <a16:creationId xmlns:a16="http://schemas.microsoft.com/office/drawing/2014/main" id="{E85A8071-A1C5-44E0-B969-B0E907022B8A}"/>
              </a:ext>
            </a:extLst>
          </p:cNvPr>
          <p:cNvCxnSpPr/>
          <p:nvPr/>
        </p:nvCxnSpPr>
        <p:spPr>
          <a:xfrm>
            <a:off x="838201" y="1066793"/>
            <a:ext cx="1051560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090719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11601904" y="6485956"/>
            <a:ext cx="519306" cy="341448"/>
          </a:xfrm>
          <a:prstGeom prst="rect">
            <a:avLst/>
          </a:prstGeom>
        </p:spPr>
        <p:txBody>
          <a:bodyPr/>
          <a:lstStyle/>
          <a:p>
            <a:fld id="{7637C876-53AA-4F9C-90F3-B0832C3D96F1}" type="slidenum">
              <a:rPr lang="en-US" smtClean="0"/>
              <a:t>‹#›</a:t>
            </a:fld>
            <a:endParaRPr lang="en-US"/>
          </a:p>
        </p:txBody>
      </p:sp>
      <p:sp>
        <p:nvSpPr>
          <p:cNvPr id="7" name="Title 1">
            <a:extLst>
              <a:ext uri="{FF2B5EF4-FFF2-40B4-BE49-F238E27FC236}">
                <a16:creationId xmlns:a16="http://schemas.microsoft.com/office/drawing/2014/main" id="{F4D148B1-05D4-4A2C-B7D7-79DB32E90CAB}"/>
              </a:ext>
            </a:extLst>
          </p:cNvPr>
          <p:cNvSpPr>
            <a:spLocks noGrp="1"/>
          </p:cNvSpPr>
          <p:nvPr>
            <p:ph type="title"/>
          </p:nvPr>
        </p:nvSpPr>
        <p:spPr>
          <a:xfrm>
            <a:off x="202019" y="411195"/>
            <a:ext cx="11653283" cy="473075"/>
          </a:xfrm>
        </p:spPr>
        <p:txBody>
          <a:bodyPr/>
          <a:lstStyle>
            <a:lvl1pPr>
              <a:defRPr sz="2400"/>
            </a:lvl1pPr>
          </a:lstStyle>
          <a:p>
            <a:r>
              <a:rPr lang="en-US"/>
              <a:t>Click to edit Master title style</a:t>
            </a:r>
            <a:endParaRPr lang="en-IN"/>
          </a:p>
        </p:txBody>
      </p:sp>
    </p:spTree>
    <p:extLst>
      <p:ext uri="{BB962C8B-B14F-4D97-AF65-F5344CB8AC3E}">
        <p14:creationId xmlns:p14="http://schemas.microsoft.com/office/powerpoint/2010/main" val="145967360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876342C-821D-C732-ADC9-C59100D672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194126" y="-76533"/>
            <a:ext cx="13051791" cy="257213"/>
          </a:xfrm>
          <a:prstGeom prst="rect">
            <a:avLst/>
          </a:prstGeom>
        </p:spPr>
      </p:pic>
    </p:spTree>
    <p:extLst>
      <p:ext uri="{BB962C8B-B14F-4D97-AF65-F5344CB8AC3E}">
        <p14:creationId xmlns:p14="http://schemas.microsoft.com/office/powerpoint/2010/main" val="161977954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0218" y="1122363"/>
            <a:ext cx="5389418" cy="2387600"/>
          </a:xfrm>
        </p:spPr>
        <p:txBody>
          <a:bodyPr anchor="b">
            <a:normAutofit/>
          </a:bodyPr>
          <a:lstStyle>
            <a:lvl1pPr algn="ctr">
              <a:defRPr sz="4800">
                <a:solidFill>
                  <a:schemeClr val="tx2"/>
                </a:solidFill>
              </a:defRPr>
            </a:lvl1pPr>
          </a:lstStyle>
          <a:p>
            <a:r>
              <a:rPr lang="en-US"/>
              <a:t>Click to edit Master title style</a:t>
            </a:r>
          </a:p>
        </p:txBody>
      </p:sp>
      <p:sp>
        <p:nvSpPr>
          <p:cNvPr id="76" name="Rectangle 75">
            <a:extLst>
              <a:ext uri="{FF2B5EF4-FFF2-40B4-BE49-F238E27FC236}">
                <a16:creationId xmlns:a16="http://schemas.microsoft.com/office/drawing/2014/main" id="{1BF356A6-7E31-4CA5-9C0A-73B01D2C4D0A}"/>
              </a:ext>
            </a:extLst>
          </p:cNvPr>
          <p:cNvSpPr/>
          <p:nvPr/>
        </p:nvSpPr>
        <p:spPr>
          <a:xfrm>
            <a:off x="6096000" y="0"/>
            <a:ext cx="6096000" cy="6858000"/>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ubtitle 2"/>
          <p:cNvSpPr>
            <a:spLocks noGrp="1"/>
          </p:cNvSpPr>
          <p:nvPr>
            <p:ph type="subTitle" idx="1"/>
          </p:nvPr>
        </p:nvSpPr>
        <p:spPr>
          <a:xfrm>
            <a:off x="360218" y="3602038"/>
            <a:ext cx="538941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1683327" y="5441949"/>
            <a:ext cx="2743200" cy="365125"/>
          </a:xfrm>
        </p:spPr>
        <p:txBody>
          <a:bodyPr/>
          <a:lstStyle>
            <a:lvl1pPr algn="ctr">
              <a:defRPr sz="1800">
                <a:solidFill>
                  <a:schemeClr val="bg2"/>
                </a:solidFill>
              </a:defRPr>
            </a:lvl1pPr>
          </a:lstStyle>
          <a:p>
            <a:fld id="{602D5A18-6B15-433D-9595-189C4ECB0CB8}" type="datetime3">
              <a:rPr lang="en-IN" smtClean="0"/>
              <a:t>15 May 2025</a:t>
            </a:fld>
            <a:endParaRPr lang="en-IN"/>
          </a:p>
        </p:txBody>
      </p:sp>
      <p:pic>
        <p:nvPicPr>
          <p:cNvPr id="8" name="Picture 7">
            <a:extLst>
              <a:ext uri="{FF2B5EF4-FFF2-40B4-BE49-F238E27FC236}">
                <a16:creationId xmlns:a16="http://schemas.microsoft.com/office/drawing/2014/main" id="{77AE2F2B-4C73-4104-8BA3-44F6809CB0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298" y="5735785"/>
            <a:ext cx="1007231" cy="1066800"/>
          </a:xfrm>
          <a:prstGeom prst="rect">
            <a:avLst/>
          </a:prstGeom>
        </p:spPr>
      </p:pic>
      <p:grpSp>
        <p:nvGrpSpPr>
          <p:cNvPr id="10" name="Group 7">
            <a:extLst>
              <a:ext uri="{FF2B5EF4-FFF2-40B4-BE49-F238E27FC236}">
                <a16:creationId xmlns:a16="http://schemas.microsoft.com/office/drawing/2014/main" id="{F8592CC6-C8CA-4DBA-9FA0-CABBAF213837}"/>
              </a:ext>
            </a:extLst>
          </p:cNvPr>
          <p:cNvGrpSpPr>
            <a:grpSpLocks/>
          </p:cNvGrpSpPr>
          <p:nvPr/>
        </p:nvGrpSpPr>
        <p:grpSpPr bwMode="auto">
          <a:xfrm>
            <a:off x="7080609" y="3167676"/>
            <a:ext cx="1281456" cy="1166996"/>
            <a:chOff x="2135188" y="3590925"/>
            <a:chExt cx="1635125" cy="1489075"/>
          </a:xfrm>
          <a:solidFill>
            <a:schemeClr val="accent4"/>
          </a:solidFill>
        </p:grpSpPr>
        <p:sp>
          <p:nvSpPr>
            <p:cNvPr id="64" name="Freeform 4">
              <a:extLst>
                <a:ext uri="{FF2B5EF4-FFF2-40B4-BE49-F238E27FC236}">
                  <a16:creationId xmlns:a16="http://schemas.microsoft.com/office/drawing/2014/main" id="{9FE9C860-46A3-4443-99D0-B9D386A35927}"/>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5" name="Freeform 5">
              <a:extLst>
                <a:ext uri="{FF2B5EF4-FFF2-40B4-BE49-F238E27FC236}">
                  <a16:creationId xmlns:a16="http://schemas.microsoft.com/office/drawing/2014/main" id="{D125E97B-3BCB-416E-8862-96D2A59EC26C}"/>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6" name="Freeform 6">
              <a:extLst>
                <a:ext uri="{FF2B5EF4-FFF2-40B4-BE49-F238E27FC236}">
                  <a16:creationId xmlns:a16="http://schemas.microsoft.com/office/drawing/2014/main" id="{F6737218-C826-432F-A836-AA28CC7A01C6}"/>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7" name="Freeform 7">
              <a:extLst>
                <a:ext uri="{FF2B5EF4-FFF2-40B4-BE49-F238E27FC236}">
                  <a16:creationId xmlns:a16="http://schemas.microsoft.com/office/drawing/2014/main" id="{A937DBEA-0236-42D5-B03A-521244B9855F}"/>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8" name="Freeform 8">
              <a:extLst>
                <a:ext uri="{FF2B5EF4-FFF2-40B4-BE49-F238E27FC236}">
                  <a16:creationId xmlns:a16="http://schemas.microsoft.com/office/drawing/2014/main" id="{1AC97B91-C7FD-4283-8E95-46242EDE1562}"/>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9" name="Freeform 9">
              <a:extLst>
                <a:ext uri="{FF2B5EF4-FFF2-40B4-BE49-F238E27FC236}">
                  <a16:creationId xmlns:a16="http://schemas.microsoft.com/office/drawing/2014/main" id="{A777F360-55B6-4424-B4DE-D55D9D68656C}"/>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0" name="Freeform 10">
              <a:extLst>
                <a:ext uri="{FF2B5EF4-FFF2-40B4-BE49-F238E27FC236}">
                  <a16:creationId xmlns:a16="http://schemas.microsoft.com/office/drawing/2014/main" id="{538E7B35-C3B6-4D53-B522-7EF870C6255A}"/>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1" name="Freeform 11">
              <a:extLst>
                <a:ext uri="{FF2B5EF4-FFF2-40B4-BE49-F238E27FC236}">
                  <a16:creationId xmlns:a16="http://schemas.microsoft.com/office/drawing/2014/main" id="{0BE220E6-4B6A-4E8B-BF4C-5961CE497172}"/>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2" name="Freeform 12">
              <a:extLst>
                <a:ext uri="{FF2B5EF4-FFF2-40B4-BE49-F238E27FC236}">
                  <a16:creationId xmlns:a16="http://schemas.microsoft.com/office/drawing/2014/main" id="{3829027F-6612-469E-B966-05BAB6DC592F}"/>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3" name="Freeform 13">
              <a:extLst>
                <a:ext uri="{FF2B5EF4-FFF2-40B4-BE49-F238E27FC236}">
                  <a16:creationId xmlns:a16="http://schemas.microsoft.com/office/drawing/2014/main" id="{D90A107E-9340-41D1-8EF2-83077C154465}"/>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4" name="Freeform 14">
              <a:extLst>
                <a:ext uri="{FF2B5EF4-FFF2-40B4-BE49-F238E27FC236}">
                  <a16:creationId xmlns:a16="http://schemas.microsoft.com/office/drawing/2014/main" id="{F7D963A2-7103-4B46-AFEB-AD5A79CD0A65}"/>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1" name="Group 4">
            <a:extLst>
              <a:ext uri="{FF2B5EF4-FFF2-40B4-BE49-F238E27FC236}">
                <a16:creationId xmlns:a16="http://schemas.microsoft.com/office/drawing/2014/main" id="{61BEC702-25A1-40C1-9846-BFD97D17ABFC}"/>
              </a:ext>
            </a:extLst>
          </p:cNvPr>
          <p:cNvGrpSpPr>
            <a:grpSpLocks/>
          </p:cNvGrpSpPr>
          <p:nvPr/>
        </p:nvGrpSpPr>
        <p:grpSpPr bwMode="auto">
          <a:xfrm>
            <a:off x="9534035" y="4338405"/>
            <a:ext cx="1944577" cy="1072442"/>
            <a:chOff x="5265738" y="5084763"/>
            <a:chExt cx="2481262" cy="1368425"/>
          </a:xfrm>
          <a:solidFill>
            <a:schemeClr val="accent3"/>
          </a:solidFill>
        </p:grpSpPr>
        <p:sp>
          <p:nvSpPr>
            <p:cNvPr id="51" name="Freeform 20">
              <a:extLst>
                <a:ext uri="{FF2B5EF4-FFF2-40B4-BE49-F238E27FC236}">
                  <a16:creationId xmlns:a16="http://schemas.microsoft.com/office/drawing/2014/main" id="{7CD540F0-15A4-4AC6-812F-A1D5659E73E4}"/>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2" name="Freeform 25">
              <a:extLst>
                <a:ext uri="{FF2B5EF4-FFF2-40B4-BE49-F238E27FC236}">
                  <a16:creationId xmlns:a16="http://schemas.microsoft.com/office/drawing/2014/main" id="{0550246A-13E2-4D11-A378-4C8DEC85D712}"/>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3" name="Freeform 26">
              <a:extLst>
                <a:ext uri="{FF2B5EF4-FFF2-40B4-BE49-F238E27FC236}">
                  <a16:creationId xmlns:a16="http://schemas.microsoft.com/office/drawing/2014/main" id="{FCEC6437-DC09-4DE4-9124-15C044F9DE7F}"/>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4" name="Freeform 27">
              <a:extLst>
                <a:ext uri="{FF2B5EF4-FFF2-40B4-BE49-F238E27FC236}">
                  <a16:creationId xmlns:a16="http://schemas.microsoft.com/office/drawing/2014/main" id="{02633C03-6D48-4BAD-BE45-414675572D87}"/>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5" name="Freeform 15">
              <a:extLst>
                <a:ext uri="{FF2B5EF4-FFF2-40B4-BE49-F238E27FC236}">
                  <a16:creationId xmlns:a16="http://schemas.microsoft.com/office/drawing/2014/main" id="{B4D986A5-B2E3-4A02-AC94-48E6127F3CBE}"/>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6" name="Freeform 16">
              <a:extLst>
                <a:ext uri="{FF2B5EF4-FFF2-40B4-BE49-F238E27FC236}">
                  <a16:creationId xmlns:a16="http://schemas.microsoft.com/office/drawing/2014/main" id="{4A59E388-135F-4AC5-8D96-0905C62A78A8}"/>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7" name="Freeform 17">
              <a:extLst>
                <a:ext uri="{FF2B5EF4-FFF2-40B4-BE49-F238E27FC236}">
                  <a16:creationId xmlns:a16="http://schemas.microsoft.com/office/drawing/2014/main" id="{E7240B46-E81B-439E-BA53-D474B6FEFD53}"/>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8" name="Freeform 18">
              <a:extLst>
                <a:ext uri="{FF2B5EF4-FFF2-40B4-BE49-F238E27FC236}">
                  <a16:creationId xmlns:a16="http://schemas.microsoft.com/office/drawing/2014/main" id="{9DC4805B-29DF-44FC-99BC-2DCB43D28819}"/>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9" name="Freeform 19">
              <a:extLst>
                <a:ext uri="{FF2B5EF4-FFF2-40B4-BE49-F238E27FC236}">
                  <a16:creationId xmlns:a16="http://schemas.microsoft.com/office/drawing/2014/main" id="{5DBA1DEB-69D5-43F0-A14E-D41756B981D2}"/>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0" name="Freeform 21">
              <a:extLst>
                <a:ext uri="{FF2B5EF4-FFF2-40B4-BE49-F238E27FC236}">
                  <a16:creationId xmlns:a16="http://schemas.microsoft.com/office/drawing/2014/main" id="{824BE5B1-F14D-4FFD-BC6D-0757F5B2A565}"/>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1" name="Freeform 22">
              <a:extLst>
                <a:ext uri="{FF2B5EF4-FFF2-40B4-BE49-F238E27FC236}">
                  <a16:creationId xmlns:a16="http://schemas.microsoft.com/office/drawing/2014/main" id="{65E3DAA1-342F-4CD3-BF0A-4AF249B9EE4F}"/>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2" name="Freeform 24">
              <a:extLst>
                <a:ext uri="{FF2B5EF4-FFF2-40B4-BE49-F238E27FC236}">
                  <a16:creationId xmlns:a16="http://schemas.microsoft.com/office/drawing/2014/main" id="{1A2BAD26-5C5D-4CCE-8FEE-28722A3396A8}"/>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3" name="Freeform 28">
              <a:extLst>
                <a:ext uri="{FF2B5EF4-FFF2-40B4-BE49-F238E27FC236}">
                  <a16:creationId xmlns:a16="http://schemas.microsoft.com/office/drawing/2014/main" id="{9441AE14-2F5E-44FB-8479-7BED99656D77}"/>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2" name="Freeform 29">
            <a:extLst>
              <a:ext uri="{FF2B5EF4-FFF2-40B4-BE49-F238E27FC236}">
                <a16:creationId xmlns:a16="http://schemas.microsoft.com/office/drawing/2014/main" id="{DA68B2B5-13D4-4B50-86C6-1BCBD327D1F7}"/>
              </a:ext>
            </a:extLst>
          </p:cNvPr>
          <p:cNvSpPr>
            <a:spLocks noChangeArrowheads="1"/>
          </p:cNvSpPr>
          <p:nvPr/>
        </p:nvSpPr>
        <p:spPr bwMode="auto">
          <a:xfrm>
            <a:off x="7063191" y="2217158"/>
            <a:ext cx="858450" cy="868405"/>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13" name="Freeform 30">
            <a:extLst>
              <a:ext uri="{FF2B5EF4-FFF2-40B4-BE49-F238E27FC236}">
                <a16:creationId xmlns:a16="http://schemas.microsoft.com/office/drawing/2014/main" id="{BD76943E-A93C-40A9-BB75-01CF24045144}"/>
              </a:ext>
            </a:extLst>
          </p:cNvPr>
          <p:cNvSpPr>
            <a:spLocks noChangeArrowheads="1"/>
          </p:cNvSpPr>
          <p:nvPr/>
        </p:nvSpPr>
        <p:spPr bwMode="auto">
          <a:xfrm>
            <a:off x="6584199" y="3951479"/>
            <a:ext cx="1512864" cy="1476785"/>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14" name="Group 6">
            <a:extLst>
              <a:ext uri="{FF2B5EF4-FFF2-40B4-BE49-F238E27FC236}">
                <a16:creationId xmlns:a16="http://schemas.microsoft.com/office/drawing/2014/main" id="{2CF32005-A7F7-45B0-AF86-D15004E712EF}"/>
              </a:ext>
            </a:extLst>
          </p:cNvPr>
          <p:cNvGrpSpPr>
            <a:grpSpLocks/>
          </p:cNvGrpSpPr>
          <p:nvPr/>
        </p:nvGrpSpPr>
        <p:grpSpPr bwMode="auto">
          <a:xfrm>
            <a:off x="8001266" y="3583215"/>
            <a:ext cx="1439459" cy="1858734"/>
            <a:chOff x="3309938" y="4121150"/>
            <a:chExt cx="1836737" cy="2371725"/>
          </a:xfrm>
          <a:solidFill>
            <a:schemeClr val="accent5"/>
          </a:solidFill>
        </p:grpSpPr>
        <p:sp>
          <p:nvSpPr>
            <p:cNvPr id="47" name="Freeform 1">
              <a:extLst>
                <a:ext uri="{FF2B5EF4-FFF2-40B4-BE49-F238E27FC236}">
                  <a16:creationId xmlns:a16="http://schemas.microsoft.com/office/drawing/2014/main" id="{6330C150-2BB7-435F-8CC6-005B97BE8BFF}"/>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 name="Freeform 31">
              <a:extLst>
                <a:ext uri="{FF2B5EF4-FFF2-40B4-BE49-F238E27FC236}">
                  <a16:creationId xmlns:a16="http://schemas.microsoft.com/office/drawing/2014/main" id="{F330E319-2B76-42F3-8367-847DBD256503}"/>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 name="Freeform 32">
              <a:extLst>
                <a:ext uri="{FF2B5EF4-FFF2-40B4-BE49-F238E27FC236}">
                  <a16:creationId xmlns:a16="http://schemas.microsoft.com/office/drawing/2014/main" id="{13EC0FBD-EA56-412D-BC64-B787E943F071}"/>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0" name="Freeform 33">
              <a:extLst>
                <a:ext uri="{FF2B5EF4-FFF2-40B4-BE49-F238E27FC236}">
                  <a16:creationId xmlns:a16="http://schemas.microsoft.com/office/drawing/2014/main" id="{05022116-20A8-4CF5-B782-D057BEE78C3E}"/>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5" name="Group 9">
            <a:extLst>
              <a:ext uri="{FF2B5EF4-FFF2-40B4-BE49-F238E27FC236}">
                <a16:creationId xmlns:a16="http://schemas.microsoft.com/office/drawing/2014/main" id="{FCE66866-019A-4A6C-8D34-667CF3EA8B98}"/>
              </a:ext>
            </a:extLst>
          </p:cNvPr>
          <p:cNvGrpSpPr>
            <a:grpSpLocks/>
          </p:cNvGrpSpPr>
          <p:nvPr/>
        </p:nvGrpSpPr>
        <p:grpSpPr bwMode="auto">
          <a:xfrm>
            <a:off x="9723143" y="1644858"/>
            <a:ext cx="1460613" cy="834813"/>
            <a:chOff x="5507036" y="1647825"/>
            <a:chExt cx="1863727" cy="1065213"/>
          </a:xfrm>
          <a:solidFill>
            <a:schemeClr val="accent5"/>
          </a:solidFill>
        </p:grpSpPr>
        <p:sp>
          <p:nvSpPr>
            <p:cNvPr id="45" name="Freeform 34">
              <a:extLst>
                <a:ext uri="{FF2B5EF4-FFF2-40B4-BE49-F238E27FC236}">
                  <a16:creationId xmlns:a16="http://schemas.microsoft.com/office/drawing/2014/main" id="{06B90922-0F7D-407E-A601-1D27C4331A07}"/>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 name="Freeform 35">
              <a:extLst>
                <a:ext uri="{FF2B5EF4-FFF2-40B4-BE49-F238E27FC236}">
                  <a16:creationId xmlns:a16="http://schemas.microsoft.com/office/drawing/2014/main" id="{2243BAEC-9787-4B1D-AAF1-83432D23254E}"/>
                </a:ext>
              </a:extLst>
            </p:cNvPr>
            <p:cNvSpPr>
              <a:spLocks noChangeArrowheads="1"/>
            </p:cNvSpPr>
            <p:nvPr/>
          </p:nvSpPr>
          <p:spPr bwMode="auto">
            <a:xfrm>
              <a:off x="5507036"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6" name="Group 5">
            <a:extLst>
              <a:ext uri="{FF2B5EF4-FFF2-40B4-BE49-F238E27FC236}">
                <a16:creationId xmlns:a16="http://schemas.microsoft.com/office/drawing/2014/main" id="{88893968-93D6-439F-9CCE-5AE6FBB903F8}"/>
              </a:ext>
            </a:extLst>
          </p:cNvPr>
          <p:cNvGrpSpPr>
            <a:grpSpLocks/>
          </p:cNvGrpSpPr>
          <p:nvPr/>
        </p:nvGrpSpPr>
        <p:grpSpPr bwMode="auto">
          <a:xfrm>
            <a:off x="9241664" y="2957418"/>
            <a:ext cx="1273991" cy="1171972"/>
            <a:chOff x="4892675" y="3322638"/>
            <a:chExt cx="1625600" cy="1495425"/>
          </a:xfrm>
          <a:solidFill>
            <a:schemeClr val="accent1">
              <a:lumMod val="75000"/>
            </a:schemeClr>
          </a:solidFill>
        </p:grpSpPr>
        <p:sp>
          <p:nvSpPr>
            <p:cNvPr id="42" name="Freeform 2">
              <a:extLst>
                <a:ext uri="{FF2B5EF4-FFF2-40B4-BE49-F238E27FC236}">
                  <a16:creationId xmlns:a16="http://schemas.microsoft.com/office/drawing/2014/main" id="{D572D298-267E-466C-9B47-BBDEDFAA1881}"/>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3" name="Freeform 36">
              <a:extLst>
                <a:ext uri="{FF2B5EF4-FFF2-40B4-BE49-F238E27FC236}">
                  <a16:creationId xmlns:a16="http://schemas.microsoft.com/office/drawing/2014/main" id="{B7544561-0ED2-4940-8C4F-19FF7A9687C7}"/>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4" name="Freeform 37">
              <a:extLst>
                <a:ext uri="{FF2B5EF4-FFF2-40B4-BE49-F238E27FC236}">
                  <a16:creationId xmlns:a16="http://schemas.microsoft.com/office/drawing/2014/main" id="{72DB8181-E77E-4FAD-9B8F-613ECCE090DC}"/>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7" name="Group 11">
            <a:extLst>
              <a:ext uri="{FF2B5EF4-FFF2-40B4-BE49-F238E27FC236}">
                <a16:creationId xmlns:a16="http://schemas.microsoft.com/office/drawing/2014/main" id="{D08E2392-DA02-41CC-9BED-BFDAC9769D7D}"/>
              </a:ext>
            </a:extLst>
          </p:cNvPr>
          <p:cNvGrpSpPr>
            <a:grpSpLocks/>
          </p:cNvGrpSpPr>
          <p:nvPr/>
        </p:nvGrpSpPr>
        <p:grpSpPr bwMode="auto">
          <a:xfrm>
            <a:off x="8018684" y="1968332"/>
            <a:ext cx="1525305" cy="1433240"/>
            <a:chOff x="3332163" y="2060575"/>
            <a:chExt cx="1946275" cy="1828800"/>
          </a:xfrm>
          <a:solidFill>
            <a:schemeClr val="accent3">
              <a:lumMod val="75000"/>
            </a:schemeClr>
          </a:solidFill>
        </p:grpSpPr>
        <p:sp>
          <p:nvSpPr>
            <p:cNvPr id="35" name="Freeform 43">
              <a:extLst>
                <a:ext uri="{FF2B5EF4-FFF2-40B4-BE49-F238E27FC236}">
                  <a16:creationId xmlns:a16="http://schemas.microsoft.com/office/drawing/2014/main" id="{548B5A6E-2379-434C-8AA9-A171140DBE19}"/>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6" name="Freeform 38">
              <a:extLst>
                <a:ext uri="{FF2B5EF4-FFF2-40B4-BE49-F238E27FC236}">
                  <a16:creationId xmlns:a16="http://schemas.microsoft.com/office/drawing/2014/main" id="{90BCA7C3-8365-4ABF-A295-E718C0D6161B}"/>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7" name="Freeform 39">
              <a:extLst>
                <a:ext uri="{FF2B5EF4-FFF2-40B4-BE49-F238E27FC236}">
                  <a16:creationId xmlns:a16="http://schemas.microsoft.com/office/drawing/2014/main" id="{C95673EA-D913-4EAF-85E6-4485697E4D2C}"/>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8" name="Freeform 40">
              <a:extLst>
                <a:ext uri="{FF2B5EF4-FFF2-40B4-BE49-F238E27FC236}">
                  <a16:creationId xmlns:a16="http://schemas.microsoft.com/office/drawing/2014/main" id="{4BA022CA-7C37-45CA-B35E-36B73A8BF33C}"/>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9" name="Freeform 41">
              <a:extLst>
                <a:ext uri="{FF2B5EF4-FFF2-40B4-BE49-F238E27FC236}">
                  <a16:creationId xmlns:a16="http://schemas.microsoft.com/office/drawing/2014/main" id="{5CA6DDF4-B6C5-45E5-BEFA-4C05DA242C6C}"/>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0" name="Freeform 42">
              <a:extLst>
                <a:ext uri="{FF2B5EF4-FFF2-40B4-BE49-F238E27FC236}">
                  <a16:creationId xmlns:a16="http://schemas.microsoft.com/office/drawing/2014/main" id="{B2F03B6A-50EB-4628-9726-F8C244083C18}"/>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1" name="Freeform 44">
              <a:extLst>
                <a:ext uri="{FF2B5EF4-FFF2-40B4-BE49-F238E27FC236}">
                  <a16:creationId xmlns:a16="http://schemas.microsoft.com/office/drawing/2014/main" id="{84D011F3-607E-432B-BD23-56A56FB66FE9}"/>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8" name="Group 13">
            <a:extLst>
              <a:ext uri="{FF2B5EF4-FFF2-40B4-BE49-F238E27FC236}">
                <a16:creationId xmlns:a16="http://schemas.microsoft.com/office/drawing/2014/main" id="{4512BE66-2D9E-4D9E-ABD3-CB3720555B0D}"/>
              </a:ext>
            </a:extLst>
          </p:cNvPr>
          <p:cNvGrpSpPr>
            <a:grpSpLocks/>
          </p:cNvGrpSpPr>
          <p:nvPr/>
        </p:nvGrpSpPr>
        <p:grpSpPr bwMode="auto">
          <a:xfrm>
            <a:off x="9973213" y="2516994"/>
            <a:ext cx="1388451" cy="699202"/>
            <a:chOff x="5826125" y="2760663"/>
            <a:chExt cx="1771650" cy="892175"/>
          </a:xfrm>
          <a:solidFill>
            <a:schemeClr val="accent4"/>
          </a:solidFill>
        </p:grpSpPr>
        <p:sp>
          <p:nvSpPr>
            <p:cNvPr id="29" name="Freeform 45">
              <a:extLst>
                <a:ext uri="{FF2B5EF4-FFF2-40B4-BE49-F238E27FC236}">
                  <a16:creationId xmlns:a16="http://schemas.microsoft.com/office/drawing/2014/main" id="{0F75759C-570C-4271-8777-0D386D7BB387}"/>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0" name="Freeform 46">
              <a:extLst>
                <a:ext uri="{FF2B5EF4-FFF2-40B4-BE49-F238E27FC236}">
                  <a16:creationId xmlns:a16="http://schemas.microsoft.com/office/drawing/2014/main" id="{922A8ACC-591E-4742-B072-8BF3E0F65BED}"/>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1" name="Freeform 47">
              <a:extLst>
                <a:ext uri="{FF2B5EF4-FFF2-40B4-BE49-F238E27FC236}">
                  <a16:creationId xmlns:a16="http://schemas.microsoft.com/office/drawing/2014/main" id="{039B8F68-5014-481A-9265-CEAE5D4EDA16}"/>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2" name="Freeform 48">
              <a:extLst>
                <a:ext uri="{FF2B5EF4-FFF2-40B4-BE49-F238E27FC236}">
                  <a16:creationId xmlns:a16="http://schemas.microsoft.com/office/drawing/2014/main" id="{A8A63000-4DF5-46EC-A385-2F9EB5DC8FDB}"/>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3" name="Freeform 49">
              <a:extLst>
                <a:ext uri="{FF2B5EF4-FFF2-40B4-BE49-F238E27FC236}">
                  <a16:creationId xmlns:a16="http://schemas.microsoft.com/office/drawing/2014/main" id="{B7206D10-ACC8-4D14-B49F-D72AC127D939}"/>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4" name="Freeform 50">
              <a:extLst>
                <a:ext uri="{FF2B5EF4-FFF2-40B4-BE49-F238E27FC236}">
                  <a16:creationId xmlns:a16="http://schemas.microsoft.com/office/drawing/2014/main" id="{E490910A-BD4A-4573-9B5E-B0561C4145EB}"/>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9" name="Freeform 52">
            <a:extLst>
              <a:ext uri="{FF2B5EF4-FFF2-40B4-BE49-F238E27FC236}">
                <a16:creationId xmlns:a16="http://schemas.microsoft.com/office/drawing/2014/main" id="{6E1C3AF9-1FE7-4004-BFB9-AD9799A661B1}"/>
              </a:ext>
            </a:extLst>
          </p:cNvPr>
          <p:cNvSpPr>
            <a:spLocks noChangeArrowheads="1"/>
          </p:cNvSpPr>
          <p:nvPr/>
        </p:nvSpPr>
        <p:spPr bwMode="auto">
          <a:xfrm>
            <a:off x="10548002" y="3414013"/>
            <a:ext cx="1155799" cy="1016456"/>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6"/>
          </a:solidFill>
          <a:ln>
            <a:noFill/>
          </a:ln>
          <a:effectLst/>
        </p:spPr>
        <p:txBody>
          <a:bodyPr wrap="none" anchor="ctr"/>
          <a:lstStyle/>
          <a:p>
            <a:endParaRPr lang="es-ES_tradnl" sz="1633"/>
          </a:p>
        </p:txBody>
      </p:sp>
      <p:grpSp>
        <p:nvGrpSpPr>
          <p:cNvPr id="20" name="Group 12">
            <a:extLst>
              <a:ext uri="{FF2B5EF4-FFF2-40B4-BE49-F238E27FC236}">
                <a16:creationId xmlns:a16="http://schemas.microsoft.com/office/drawing/2014/main" id="{51C9DA32-D7A8-49CD-9BF2-C59056A97924}"/>
              </a:ext>
            </a:extLst>
          </p:cNvPr>
          <p:cNvGrpSpPr>
            <a:grpSpLocks/>
          </p:cNvGrpSpPr>
          <p:nvPr/>
        </p:nvGrpSpPr>
        <p:grpSpPr bwMode="auto">
          <a:xfrm>
            <a:off x="7809669" y="1165867"/>
            <a:ext cx="1341174" cy="1038850"/>
            <a:chOff x="3065463" y="1036638"/>
            <a:chExt cx="1711325" cy="1325562"/>
          </a:xfrm>
          <a:solidFill>
            <a:schemeClr val="accent1"/>
          </a:solidFill>
        </p:grpSpPr>
        <p:sp>
          <p:nvSpPr>
            <p:cNvPr id="21" name="Freeform 3">
              <a:extLst>
                <a:ext uri="{FF2B5EF4-FFF2-40B4-BE49-F238E27FC236}">
                  <a16:creationId xmlns:a16="http://schemas.microsoft.com/office/drawing/2014/main" id="{C61E4E4F-6747-4306-B754-420C6B7119E8}"/>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2" name="Freeform 51">
              <a:extLst>
                <a:ext uri="{FF2B5EF4-FFF2-40B4-BE49-F238E27FC236}">
                  <a16:creationId xmlns:a16="http://schemas.microsoft.com/office/drawing/2014/main" id="{62E76217-FE31-408A-A025-B751D050563B}"/>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3" name="Freeform 53">
              <a:extLst>
                <a:ext uri="{FF2B5EF4-FFF2-40B4-BE49-F238E27FC236}">
                  <a16:creationId xmlns:a16="http://schemas.microsoft.com/office/drawing/2014/main" id="{B850D91B-9E1C-4F8A-9B83-F567B570057D}"/>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4" name="Freeform 54">
              <a:extLst>
                <a:ext uri="{FF2B5EF4-FFF2-40B4-BE49-F238E27FC236}">
                  <a16:creationId xmlns:a16="http://schemas.microsoft.com/office/drawing/2014/main" id="{492EBA6E-0CBE-4E7F-9D8B-8AD93A3BFB1D}"/>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5" name="Freeform 55">
              <a:extLst>
                <a:ext uri="{FF2B5EF4-FFF2-40B4-BE49-F238E27FC236}">
                  <a16:creationId xmlns:a16="http://schemas.microsoft.com/office/drawing/2014/main" id="{3D17E98A-6C1B-4EF9-BBA9-DAC34DE48F71}"/>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6" name="Freeform 56">
              <a:extLst>
                <a:ext uri="{FF2B5EF4-FFF2-40B4-BE49-F238E27FC236}">
                  <a16:creationId xmlns:a16="http://schemas.microsoft.com/office/drawing/2014/main" id="{80F8A611-D761-4C1A-B8A2-DE94EA9906F9}"/>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7" name="Freeform 57">
              <a:extLst>
                <a:ext uri="{FF2B5EF4-FFF2-40B4-BE49-F238E27FC236}">
                  <a16:creationId xmlns:a16="http://schemas.microsoft.com/office/drawing/2014/main" id="{BEE84B4F-0628-4A4A-AB7A-CA411F7A14E2}"/>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8" name="Freeform 58">
              <a:extLst>
                <a:ext uri="{FF2B5EF4-FFF2-40B4-BE49-F238E27FC236}">
                  <a16:creationId xmlns:a16="http://schemas.microsoft.com/office/drawing/2014/main" id="{C6FB3CD3-D54B-4F74-ACBB-FDD83BC51421}"/>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5" name="Rectangle 4">
            <a:extLst>
              <a:ext uri="{FF2B5EF4-FFF2-40B4-BE49-F238E27FC236}">
                <a16:creationId xmlns:a16="http://schemas.microsoft.com/office/drawing/2014/main" id="{37913B6F-5F4F-278D-8078-7062D63AF1E8}"/>
              </a:ext>
            </a:extLst>
          </p:cNvPr>
          <p:cNvSpPr/>
          <p:nvPr userDrawn="1"/>
        </p:nvSpPr>
        <p:spPr>
          <a:xfrm>
            <a:off x="6096000" y="0"/>
            <a:ext cx="6096000" cy="6858000"/>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 name="Group 7">
            <a:extLst>
              <a:ext uri="{FF2B5EF4-FFF2-40B4-BE49-F238E27FC236}">
                <a16:creationId xmlns:a16="http://schemas.microsoft.com/office/drawing/2014/main" id="{7CF49529-62DC-07BC-EDB7-0A0038EBF34E}"/>
              </a:ext>
            </a:extLst>
          </p:cNvPr>
          <p:cNvGrpSpPr>
            <a:grpSpLocks/>
          </p:cNvGrpSpPr>
          <p:nvPr userDrawn="1"/>
        </p:nvGrpSpPr>
        <p:grpSpPr bwMode="auto">
          <a:xfrm>
            <a:off x="7080609" y="3167676"/>
            <a:ext cx="1281456" cy="1166996"/>
            <a:chOff x="2135188" y="3590925"/>
            <a:chExt cx="1635125" cy="1489075"/>
          </a:xfrm>
          <a:solidFill>
            <a:schemeClr val="accent4"/>
          </a:solidFill>
        </p:grpSpPr>
        <p:sp>
          <p:nvSpPr>
            <p:cNvPr id="7" name="Freeform 4">
              <a:extLst>
                <a:ext uri="{FF2B5EF4-FFF2-40B4-BE49-F238E27FC236}">
                  <a16:creationId xmlns:a16="http://schemas.microsoft.com/office/drawing/2014/main" id="{711BC4EF-7DF4-658A-FEE9-B2923C854B96}"/>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 name="Freeform 5">
              <a:extLst>
                <a:ext uri="{FF2B5EF4-FFF2-40B4-BE49-F238E27FC236}">
                  <a16:creationId xmlns:a16="http://schemas.microsoft.com/office/drawing/2014/main" id="{4E9C8CB4-AEE6-6EBD-C905-4E3BF359FC4E}"/>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5" name="Freeform 6">
              <a:extLst>
                <a:ext uri="{FF2B5EF4-FFF2-40B4-BE49-F238E27FC236}">
                  <a16:creationId xmlns:a16="http://schemas.microsoft.com/office/drawing/2014/main" id="{0C2BBB1D-531A-1C28-FB35-7F61B40665FE}"/>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7" name="Freeform 7">
              <a:extLst>
                <a:ext uri="{FF2B5EF4-FFF2-40B4-BE49-F238E27FC236}">
                  <a16:creationId xmlns:a16="http://schemas.microsoft.com/office/drawing/2014/main" id="{EF49BAA7-979D-A7E2-7FB7-243CCE3145C4}"/>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8" name="Freeform 8">
              <a:extLst>
                <a:ext uri="{FF2B5EF4-FFF2-40B4-BE49-F238E27FC236}">
                  <a16:creationId xmlns:a16="http://schemas.microsoft.com/office/drawing/2014/main" id="{14C0C630-FDDE-56D9-74F0-1F1C540E8120}"/>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9" name="Freeform 9">
              <a:extLst>
                <a:ext uri="{FF2B5EF4-FFF2-40B4-BE49-F238E27FC236}">
                  <a16:creationId xmlns:a16="http://schemas.microsoft.com/office/drawing/2014/main" id="{222B7D55-9465-9B99-399A-72ECE20E66E1}"/>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0" name="Freeform 10">
              <a:extLst>
                <a:ext uri="{FF2B5EF4-FFF2-40B4-BE49-F238E27FC236}">
                  <a16:creationId xmlns:a16="http://schemas.microsoft.com/office/drawing/2014/main" id="{554F0A40-EC64-FFDC-4C27-92715C777D3B}"/>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1" name="Freeform 11">
              <a:extLst>
                <a:ext uri="{FF2B5EF4-FFF2-40B4-BE49-F238E27FC236}">
                  <a16:creationId xmlns:a16="http://schemas.microsoft.com/office/drawing/2014/main" id="{7626EBFA-A9EF-0D10-313B-C00858E7195A}"/>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2" name="Freeform 12">
              <a:extLst>
                <a:ext uri="{FF2B5EF4-FFF2-40B4-BE49-F238E27FC236}">
                  <a16:creationId xmlns:a16="http://schemas.microsoft.com/office/drawing/2014/main" id="{B5ECADA7-CA9F-F4B8-CD69-15A45F35E9F7}"/>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3" name="Freeform 13">
              <a:extLst>
                <a:ext uri="{FF2B5EF4-FFF2-40B4-BE49-F238E27FC236}">
                  <a16:creationId xmlns:a16="http://schemas.microsoft.com/office/drawing/2014/main" id="{CBBE944D-4684-F51C-08A1-C819FCEFAD0C}"/>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4" name="Freeform 14">
              <a:extLst>
                <a:ext uri="{FF2B5EF4-FFF2-40B4-BE49-F238E27FC236}">
                  <a16:creationId xmlns:a16="http://schemas.microsoft.com/office/drawing/2014/main" id="{AE44F104-30D2-FFC5-D00B-516B7C54B392}"/>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85" name="Group 4">
            <a:extLst>
              <a:ext uri="{FF2B5EF4-FFF2-40B4-BE49-F238E27FC236}">
                <a16:creationId xmlns:a16="http://schemas.microsoft.com/office/drawing/2014/main" id="{493828BF-A88A-8A3F-DD92-B6ADD3CD44BD}"/>
              </a:ext>
            </a:extLst>
          </p:cNvPr>
          <p:cNvGrpSpPr>
            <a:grpSpLocks/>
          </p:cNvGrpSpPr>
          <p:nvPr userDrawn="1"/>
        </p:nvGrpSpPr>
        <p:grpSpPr bwMode="auto">
          <a:xfrm>
            <a:off x="9534035" y="4338405"/>
            <a:ext cx="1944577" cy="1072442"/>
            <a:chOff x="5265738" y="5084763"/>
            <a:chExt cx="2481262" cy="1368425"/>
          </a:xfrm>
          <a:solidFill>
            <a:schemeClr val="accent3"/>
          </a:solidFill>
        </p:grpSpPr>
        <p:sp>
          <p:nvSpPr>
            <p:cNvPr id="86" name="Freeform 20">
              <a:extLst>
                <a:ext uri="{FF2B5EF4-FFF2-40B4-BE49-F238E27FC236}">
                  <a16:creationId xmlns:a16="http://schemas.microsoft.com/office/drawing/2014/main" id="{1266A374-9356-5308-DD30-7F81FC873748}"/>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7" name="Freeform 25">
              <a:extLst>
                <a:ext uri="{FF2B5EF4-FFF2-40B4-BE49-F238E27FC236}">
                  <a16:creationId xmlns:a16="http://schemas.microsoft.com/office/drawing/2014/main" id="{8EF44715-FBD6-87AB-E1AF-1C8DE6AD2063}"/>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8" name="Freeform 26">
              <a:extLst>
                <a:ext uri="{FF2B5EF4-FFF2-40B4-BE49-F238E27FC236}">
                  <a16:creationId xmlns:a16="http://schemas.microsoft.com/office/drawing/2014/main" id="{E99B2698-F1DC-29A2-00A9-531E812A87F5}"/>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9" name="Freeform 27">
              <a:extLst>
                <a:ext uri="{FF2B5EF4-FFF2-40B4-BE49-F238E27FC236}">
                  <a16:creationId xmlns:a16="http://schemas.microsoft.com/office/drawing/2014/main" id="{0DED34A4-51F7-091F-22E3-EB6AC1D38BAB}"/>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0" name="Freeform 15">
              <a:extLst>
                <a:ext uri="{FF2B5EF4-FFF2-40B4-BE49-F238E27FC236}">
                  <a16:creationId xmlns:a16="http://schemas.microsoft.com/office/drawing/2014/main" id="{727BB202-CEEE-46C9-5F52-5D677693A431}"/>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1" name="Freeform 16">
              <a:extLst>
                <a:ext uri="{FF2B5EF4-FFF2-40B4-BE49-F238E27FC236}">
                  <a16:creationId xmlns:a16="http://schemas.microsoft.com/office/drawing/2014/main" id="{3BAE53BC-E256-13A5-5EE5-F9BBCC7CFE1C}"/>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2" name="Freeform 17">
              <a:extLst>
                <a:ext uri="{FF2B5EF4-FFF2-40B4-BE49-F238E27FC236}">
                  <a16:creationId xmlns:a16="http://schemas.microsoft.com/office/drawing/2014/main" id="{E2B4D5C4-CFB5-06FE-0237-2075C2C632B5}"/>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3" name="Freeform 18">
              <a:extLst>
                <a:ext uri="{FF2B5EF4-FFF2-40B4-BE49-F238E27FC236}">
                  <a16:creationId xmlns:a16="http://schemas.microsoft.com/office/drawing/2014/main" id="{B832E35D-447C-5917-0F6B-BEBEE43301C6}"/>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4" name="Freeform 19">
              <a:extLst>
                <a:ext uri="{FF2B5EF4-FFF2-40B4-BE49-F238E27FC236}">
                  <a16:creationId xmlns:a16="http://schemas.microsoft.com/office/drawing/2014/main" id="{49AFEC5D-73FE-FFF7-7EDC-B9141BF2942C}"/>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5" name="Freeform 21">
              <a:extLst>
                <a:ext uri="{FF2B5EF4-FFF2-40B4-BE49-F238E27FC236}">
                  <a16:creationId xmlns:a16="http://schemas.microsoft.com/office/drawing/2014/main" id="{54AEA7B0-D599-4C65-3896-B0F59C9598FF}"/>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6" name="Freeform 22">
              <a:extLst>
                <a:ext uri="{FF2B5EF4-FFF2-40B4-BE49-F238E27FC236}">
                  <a16:creationId xmlns:a16="http://schemas.microsoft.com/office/drawing/2014/main" id="{270C4206-1143-BC97-45BD-F01819E9E456}"/>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7" name="Freeform 24">
              <a:extLst>
                <a:ext uri="{FF2B5EF4-FFF2-40B4-BE49-F238E27FC236}">
                  <a16:creationId xmlns:a16="http://schemas.microsoft.com/office/drawing/2014/main" id="{51F3BF77-5E30-C699-7363-7E6D8B2389B7}"/>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8" name="Freeform 28">
              <a:extLst>
                <a:ext uri="{FF2B5EF4-FFF2-40B4-BE49-F238E27FC236}">
                  <a16:creationId xmlns:a16="http://schemas.microsoft.com/office/drawing/2014/main" id="{A40EBD8F-E543-841D-6F3A-4BB94641EECD}"/>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99" name="Freeform 29">
            <a:extLst>
              <a:ext uri="{FF2B5EF4-FFF2-40B4-BE49-F238E27FC236}">
                <a16:creationId xmlns:a16="http://schemas.microsoft.com/office/drawing/2014/main" id="{5FFF6E0D-EE76-F458-7120-929FD4E0EF62}"/>
              </a:ext>
            </a:extLst>
          </p:cNvPr>
          <p:cNvSpPr>
            <a:spLocks noChangeArrowheads="1"/>
          </p:cNvSpPr>
          <p:nvPr userDrawn="1"/>
        </p:nvSpPr>
        <p:spPr bwMode="auto">
          <a:xfrm>
            <a:off x="7063191" y="2217158"/>
            <a:ext cx="858450" cy="868405"/>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100" name="Freeform 30">
            <a:extLst>
              <a:ext uri="{FF2B5EF4-FFF2-40B4-BE49-F238E27FC236}">
                <a16:creationId xmlns:a16="http://schemas.microsoft.com/office/drawing/2014/main" id="{F2C411F4-C0A9-2C62-8ECC-959BA39AC4A3}"/>
              </a:ext>
            </a:extLst>
          </p:cNvPr>
          <p:cNvSpPr>
            <a:spLocks noChangeArrowheads="1"/>
          </p:cNvSpPr>
          <p:nvPr userDrawn="1"/>
        </p:nvSpPr>
        <p:spPr bwMode="auto">
          <a:xfrm>
            <a:off x="6584199" y="3951479"/>
            <a:ext cx="1512864" cy="1476785"/>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101" name="Group 6">
            <a:extLst>
              <a:ext uri="{FF2B5EF4-FFF2-40B4-BE49-F238E27FC236}">
                <a16:creationId xmlns:a16="http://schemas.microsoft.com/office/drawing/2014/main" id="{60A29ACF-C1A7-0854-7849-D07AE432A25D}"/>
              </a:ext>
            </a:extLst>
          </p:cNvPr>
          <p:cNvGrpSpPr>
            <a:grpSpLocks/>
          </p:cNvGrpSpPr>
          <p:nvPr userDrawn="1"/>
        </p:nvGrpSpPr>
        <p:grpSpPr bwMode="auto">
          <a:xfrm>
            <a:off x="8001266" y="3583215"/>
            <a:ext cx="1439459" cy="1858734"/>
            <a:chOff x="3309938" y="4121150"/>
            <a:chExt cx="1836737" cy="2371725"/>
          </a:xfrm>
          <a:solidFill>
            <a:schemeClr val="accent5"/>
          </a:solidFill>
        </p:grpSpPr>
        <p:sp>
          <p:nvSpPr>
            <p:cNvPr id="102" name="Freeform 1">
              <a:extLst>
                <a:ext uri="{FF2B5EF4-FFF2-40B4-BE49-F238E27FC236}">
                  <a16:creationId xmlns:a16="http://schemas.microsoft.com/office/drawing/2014/main" id="{72B5BF43-DEDA-0D7B-0BD6-9341805D7406}"/>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3" name="Freeform 31">
              <a:extLst>
                <a:ext uri="{FF2B5EF4-FFF2-40B4-BE49-F238E27FC236}">
                  <a16:creationId xmlns:a16="http://schemas.microsoft.com/office/drawing/2014/main" id="{1C3CEA2A-4949-B1B7-A412-37AADA727D45}"/>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4" name="Freeform 32">
              <a:extLst>
                <a:ext uri="{FF2B5EF4-FFF2-40B4-BE49-F238E27FC236}">
                  <a16:creationId xmlns:a16="http://schemas.microsoft.com/office/drawing/2014/main" id="{EA52F163-2828-CEBA-FF0D-D0CCEE3AB0C0}"/>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5" name="Freeform 33">
              <a:extLst>
                <a:ext uri="{FF2B5EF4-FFF2-40B4-BE49-F238E27FC236}">
                  <a16:creationId xmlns:a16="http://schemas.microsoft.com/office/drawing/2014/main" id="{63C1E65B-D10C-B81E-20C9-DCBE2E85A345}"/>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06" name="Group 9">
            <a:extLst>
              <a:ext uri="{FF2B5EF4-FFF2-40B4-BE49-F238E27FC236}">
                <a16:creationId xmlns:a16="http://schemas.microsoft.com/office/drawing/2014/main" id="{C4928923-9950-4597-184E-EF7D1BF2BD91}"/>
              </a:ext>
            </a:extLst>
          </p:cNvPr>
          <p:cNvGrpSpPr>
            <a:grpSpLocks/>
          </p:cNvGrpSpPr>
          <p:nvPr userDrawn="1"/>
        </p:nvGrpSpPr>
        <p:grpSpPr bwMode="auto">
          <a:xfrm>
            <a:off x="9723143" y="1644858"/>
            <a:ext cx="1460613" cy="834813"/>
            <a:chOff x="5507036" y="1647825"/>
            <a:chExt cx="1863727" cy="1065213"/>
          </a:xfrm>
          <a:solidFill>
            <a:schemeClr val="accent5"/>
          </a:solidFill>
        </p:grpSpPr>
        <p:sp>
          <p:nvSpPr>
            <p:cNvPr id="107" name="Freeform 34">
              <a:extLst>
                <a:ext uri="{FF2B5EF4-FFF2-40B4-BE49-F238E27FC236}">
                  <a16:creationId xmlns:a16="http://schemas.microsoft.com/office/drawing/2014/main" id="{6D580C7F-B646-047E-AE97-5E398EC1E0E2}"/>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8" name="Freeform 35">
              <a:extLst>
                <a:ext uri="{FF2B5EF4-FFF2-40B4-BE49-F238E27FC236}">
                  <a16:creationId xmlns:a16="http://schemas.microsoft.com/office/drawing/2014/main" id="{7DE4AB13-FEE2-7517-5727-D5F73651273D}"/>
                </a:ext>
              </a:extLst>
            </p:cNvPr>
            <p:cNvSpPr>
              <a:spLocks noChangeArrowheads="1"/>
            </p:cNvSpPr>
            <p:nvPr/>
          </p:nvSpPr>
          <p:spPr bwMode="auto">
            <a:xfrm>
              <a:off x="5507036"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09" name="Group 5">
            <a:extLst>
              <a:ext uri="{FF2B5EF4-FFF2-40B4-BE49-F238E27FC236}">
                <a16:creationId xmlns:a16="http://schemas.microsoft.com/office/drawing/2014/main" id="{A10A8F33-0DFD-1511-39DE-C7A175A06788}"/>
              </a:ext>
            </a:extLst>
          </p:cNvPr>
          <p:cNvGrpSpPr>
            <a:grpSpLocks/>
          </p:cNvGrpSpPr>
          <p:nvPr userDrawn="1"/>
        </p:nvGrpSpPr>
        <p:grpSpPr bwMode="auto">
          <a:xfrm>
            <a:off x="9241664" y="2957418"/>
            <a:ext cx="1273991" cy="1171972"/>
            <a:chOff x="4892675" y="3322638"/>
            <a:chExt cx="1625600" cy="1495425"/>
          </a:xfrm>
          <a:solidFill>
            <a:schemeClr val="accent1">
              <a:lumMod val="75000"/>
            </a:schemeClr>
          </a:solidFill>
        </p:grpSpPr>
        <p:sp>
          <p:nvSpPr>
            <p:cNvPr id="110" name="Freeform 2">
              <a:extLst>
                <a:ext uri="{FF2B5EF4-FFF2-40B4-BE49-F238E27FC236}">
                  <a16:creationId xmlns:a16="http://schemas.microsoft.com/office/drawing/2014/main" id="{D234B13B-28D4-7797-15D8-186D5C097449}"/>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1" name="Freeform 36">
              <a:extLst>
                <a:ext uri="{FF2B5EF4-FFF2-40B4-BE49-F238E27FC236}">
                  <a16:creationId xmlns:a16="http://schemas.microsoft.com/office/drawing/2014/main" id="{E16E8120-C73E-50B6-AE1B-D2CDC6D8E6B1}"/>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2" name="Freeform 37">
              <a:extLst>
                <a:ext uri="{FF2B5EF4-FFF2-40B4-BE49-F238E27FC236}">
                  <a16:creationId xmlns:a16="http://schemas.microsoft.com/office/drawing/2014/main" id="{A9AA1FDE-0E13-EAAD-6ABD-625C48BCE273}"/>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13" name="Group 11">
            <a:extLst>
              <a:ext uri="{FF2B5EF4-FFF2-40B4-BE49-F238E27FC236}">
                <a16:creationId xmlns:a16="http://schemas.microsoft.com/office/drawing/2014/main" id="{74AA0EE1-CDB6-F1B1-5C51-8EEB60E274D2}"/>
              </a:ext>
            </a:extLst>
          </p:cNvPr>
          <p:cNvGrpSpPr>
            <a:grpSpLocks/>
          </p:cNvGrpSpPr>
          <p:nvPr userDrawn="1"/>
        </p:nvGrpSpPr>
        <p:grpSpPr bwMode="auto">
          <a:xfrm>
            <a:off x="8018684" y="1968332"/>
            <a:ext cx="1525305" cy="1433240"/>
            <a:chOff x="3332163" y="2060575"/>
            <a:chExt cx="1946275" cy="1828800"/>
          </a:xfrm>
          <a:solidFill>
            <a:schemeClr val="accent3">
              <a:lumMod val="75000"/>
            </a:schemeClr>
          </a:solidFill>
        </p:grpSpPr>
        <p:sp>
          <p:nvSpPr>
            <p:cNvPr id="114" name="Freeform 43">
              <a:extLst>
                <a:ext uri="{FF2B5EF4-FFF2-40B4-BE49-F238E27FC236}">
                  <a16:creationId xmlns:a16="http://schemas.microsoft.com/office/drawing/2014/main" id="{8523B762-E0F6-7FDE-6139-BBF2F29F6C72}"/>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5" name="Freeform 38">
              <a:extLst>
                <a:ext uri="{FF2B5EF4-FFF2-40B4-BE49-F238E27FC236}">
                  <a16:creationId xmlns:a16="http://schemas.microsoft.com/office/drawing/2014/main" id="{B7AAA2F0-AAB2-9C04-0C32-49CCA6617569}"/>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6" name="Freeform 39">
              <a:extLst>
                <a:ext uri="{FF2B5EF4-FFF2-40B4-BE49-F238E27FC236}">
                  <a16:creationId xmlns:a16="http://schemas.microsoft.com/office/drawing/2014/main" id="{20E34127-2E75-C4D2-6093-2436D70AFA9B}"/>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7" name="Freeform 40">
              <a:extLst>
                <a:ext uri="{FF2B5EF4-FFF2-40B4-BE49-F238E27FC236}">
                  <a16:creationId xmlns:a16="http://schemas.microsoft.com/office/drawing/2014/main" id="{6FC7254D-A905-5245-61FC-B1E68ADEA83D}"/>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8" name="Freeform 41">
              <a:extLst>
                <a:ext uri="{FF2B5EF4-FFF2-40B4-BE49-F238E27FC236}">
                  <a16:creationId xmlns:a16="http://schemas.microsoft.com/office/drawing/2014/main" id="{2C3B06B8-A1E4-6FA6-B17A-C5E60C61E9DE}"/>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9" name="Freeform 42">
              <a:extLst>
                <a:ext uri="{FF2B5EF4-FFF2-40B4-BE49-F238E27FC236}">
                  <a16:creationId xmlns:a16="http://schemas.microsoft.com/office/drawing/2014/main" id="{89C7218C-4DA0-E9BF-3543-61CA80CAF480}"/>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0" name="Freeform 44">
              <a:extLst>
                <a:ext uri="{FF2B5EF4-FFF2-40B4-BE49-F238E27FC236}">
                  <a16:creationId xmlns:a16="http://schemas.microsoft.com/office/drawing/2014/main" id="{93F2408B-714B-6377-72EE-B0B1603911B7}"/>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21" name="Group 13">
            <a:extLst>
              <a:ext uri="{FF2B5EF4-FFF2-40B4-BE49-F238E27FC236}">
                <a16:creationId xmlns:a16="http://schemas.microsoft.com/office/drawing/2014/main" id="{0CCA8558-CEF0-6B01-7D48-CC619571FF4D}"/>
              </a:ext>
            </a:extLst>
          </p:cNvPr>
          <p:cNvGrpSpPr>
            <a:grpSpLocks/>
          </p:cNvGrpSpPr>
          <p:nvPr userDrawn="1"/>
        </p:nvGrpSpPr>
        <p:grpSpPr bwMode="auto">
          <a:xfrm>
            <a:off x="9973213" y="2516994"/>
            <a:ext cx="1388451" cy="699202"/>
            <a:chOff x="5826125" y="2760663"/>
            <a:chExt cx="1771650" cy="892175"/>
          </a:xfrm>
          <a:solidFill>
            <a:schemeClr val="accent4"/>
          </a:solidFill>
        </p:grpSpPr>
        <p:sp>
          <p:nvSpPr>
            <p:cNvPr id="122" name="Freeform 45">
              <a:extLst>
                <a:ext uri="{FF2B5EF4-FFF2-40B4-BE49-F238E27FC236}">
                  <a16:creationId xmlns:a16="http://schemas.microsoft.com/office/drawing/2014/main" id="{25A3FE87-7365-634D-C322-E4CF4D952934}"/>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3" name="Freeform 46">
              <a:extLst>
                <a:ext uri="{FF2B5EF4-FFF2-40B4-BE49-F238E27FC236}">
                  <a16:creationId xmlns:a16="http://schemas.microsoft.com/office/drawing/2014/main" id="{E5C47C1B-1621-FBD9-031C-79A39BD831C4}"/>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4" name="Freeform 47">
              <a:extLst>
                <a:ext uri="{FF2B5EF4-FFF2-40B4-BE49-F238E27FC236}">
                  <a16:creationId xmlns:a16="http://schemas.microsoft.com/office/drawing/2014/main" id="{BFAB6AF0-4016-6762-02A8-C73CE4B16A27}"/>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5" name="Freeform 48">
              <a:extLst>
                <a:ext uri="{FF2B5EF4-FFF2-40B4-BE49-F238E27FC236}">
                  <a16:creationId xmlns:a16="http://schemas.microsoft.com/office/drawing/2014/main" id="{AF8E1FB6-CDD8-A264-DC42-04435ABC692E}"/>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6" name="Freeform 49">
              <a:extLst>
                <a:ext uri="{FF2B5EF4-FFF2-40B4-BE49-F238E27FC236}">
                  <a16:creationId xmlns:a16="http://schemas.microsoft.com/office/drawing/2014/main" id="{410F0730-45A6-5B87-5DBF-A7E8FF5F1C5A}"/>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7" name="Freeform 50">
              <a:extLst>
                <a:ext uri="{FF2B5EF4-FFF2-40B4-BE49-F238E27FC236}">
                  <a16:creationId xmlns:a16="http://schemas.microsoft.com/office/drawing/2014/main" id="{CB095602-D3E9-C78D-8CFB-C33254B33C90}"/>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28" name="Freeform 52">
            <a:extLst>
              <a:ext uri="{FF2B5EF4-FFF2-40B4-BE49-F238E27FC236}">
                <a16:creationId xmlns:a16="http://schemas.microsoft.com/office/drawing/2014/main" id="{E1DCEAC5-8990-0A6E-0448-8E2C6372ADCA}"/>
              </a:ext>
            </a:extLst>
          </p:cNvPr>
          <p:cNvSpPr>
            <a:spLocks noChangeArrowheads="1"/>
          </p:cNvSpPr>
          <p:nvPr userDrawn="1"/>
        </p:nvSpPr>
        <p:spPr bwMode="auto">
          <a:xfrm>
            <a:off x="10548002" y="3414013"/>
            <a:ext cx="1155799" cy="1016456"/>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6"/>
          </a:solidFill>
          <a:ln>
            <a:noFill/>
          </a:ln>
          <a:effectLst/>
        </p:spPr>
        <p:txBody>
          <a:bodyPr wrap="none" anchor="ctr"/>
          <a:lstStyle/>
          <a:p>
            <a:endParaRPr lang="es-ES_tradnl" sz="1633"/>
          </a:p>
        </p:txBody>
      </p:sp>
      <p:grpSp>
        <p:nvGrpSpPr>
          <p:cNvPr id="129" name="Group 12">
            <a:extLst>
              <a:ext uri="{FF2B5EF4-FFF2-40B4-BE49-F238E27FC236}">
                <a16:creationId xmlns:a16="http://schemas.microsoft.com/office/drawing/2014/main" id="{8C7D6A15-8E0E-769F-1FAD-3D216BAAF8AD}"/>
              </a:ext>
            </a:extLst>
          </p:cNvPr>
          <p:cNvGrpSpPr>
            <a:grpSpLocks/>
          </p:cNvGrpSpPr>
          <p:nvPr userDrawn="1"/>
        </p:nvGrpSpPr>
        <p:grpSpPr bwMode="auto">
          <a:xfrm>
            <a:off x="7809669" y="1165867"/>
            <a:ext cx="1341174" cy="1038850"/>
            <a:chOff x="3065463" y="1036638"/>
            <a:chExt cx="1711325" cy="1325562"/>
          </a:xfrm>
          <a:solidFill>
            <a:schemeClr val="accent1"/>
          </a:solidFill>
        </p:grpSpPr>
        <p:sp>
          <p:nvSpPr>
            <p:cNvPr id="130" name="Freeform 3">
              <a:extLst>
                <a:ext uri="{FF2B5EF4-FFF2-40B4-BE49-F238E27FC236}">
                  <a16:creationId xmlns:a16="http://schemas.microsoft.com/office/drawing/2014/main" id="{5FCB8283-C376-007A-7990-3A2D61C564AC}"/>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1" name="Freeform 51">
              <a:extLst>
                <a:ext uri="{FF2B5EF4-FFF2-40B4-BE49-F238E27FC236}">
                  <a16:creationId xmlns:a16="http://schemas.microsoft.com/office/drawing/2014/main" id="{666D48AB-9441-1520-3D87-97735260CCBA}"/>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2" name="Freeform 53">
              <a:extLst>
                <a:ext uri="{FF2B5EF4-FFF2-40B4-BE49-F238E27FC236}">
                  <a16:creationId xmlns:a16="http://schemas.microsoft.com/office/drawing/2014/main" id="{D5203286-E38F-AA30-64BF-6801F1E709B4}"/>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3" name="Freeform 54">
              <a:extLst>
                <a:ext uri="{FF2B5EF4-FFF2-40B4-BE49-F238E27FC236}">
                  <a16:creationId xmlns:a16="http://schemas.microsoft.com/office/drawing/2014/main" id="{BEDB46EF-7E19-7301-B6F4-EDD77EA7B044}"/>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4" name="Freeform 55">
              <a:extLst>
                <a:ext uri="{FF2B5EF4-FFF2-40B4-BE49-F238E27FC236}">
                  <a16:creationId xmlns:a16="http://schemas.microsoft.com/office/drawing/2014/main" id="{BCBA5E64-F83B-7563-B9EE-188AA1E627EC}"/>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5" name="Freeform 56">
              <a:extLst>
                <a:ext uri="{FF2B5EF4-FFF2-40B4-BE49-F238E27FC236}">
                  <a16:creationId xmlns:a16="http://schemas.microsoft.com/office/drawing/2014/main" id="{D2EC19ED-1486-2589-75B3-6A7A9B86FFB4}"/>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6" name="Freeform 57">
              <a:extLst>
                <a:ext uri="{FF2B5EF4-FFF2-40B4-BE49-F238E27FC236}">
                  <a16:creationId xmlns:a16="http://schemas.microsoft.com/office/drawing/2014/main" id="{BC8AEA83-9DA0-0C69-A1EC-FBA645E22289}"/>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7" name="Freeform 58">
              <a:extLst>
                <a:ext uri="{FF2B5EF4-FFF2-40B4-BE49-F238E27FC236}">
                  <a16:creationId xmlns:a16="http://schemas.microsoft.com/office/drawing/2014/main" id="{05CBFD21-27A9-B937-9898-B6E2B69FD50F}"/>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Tree>
    <p:extLst>
      <p:ext uri="{BB962C8B-B14F-4D97-AF65-F5344CB8AC3E}">
        <p14:creationId xmlns:p14="http://schemas.microsoft.com/office/powerpoint/2010/main" val="24664859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0218" y="1122363"/>
            <a:ext cx="5389418" cy="2387600"/>
          </a:xfrm>
        </p:spPr>
        <p:txBody>
          <a:bodyPr anchor="b">
            <a:normAutofit/>
          </a:bodyPr>
          <a:lstStyle>
            <a:lvl1pPr algn="ctr">
              <a:defRPr sz="4800">
                <a:solidFill>
                  <a:schemeClr val="tx2"/>
                </a:solidFill>
              </a:defRPr>
            </a:lvl1pPr>
          </a:lstStyle>
          <a:p>
            <a:r>
              <a:rPr lang="en-US"/>
              <a:t>Click to edit Master title style</a:t>
            </a:r>
          </a:p>
        </p:txBody>
      </p:sp>
      <p:sp>
        <p:nvSpPr>
          <p:cNvPr id="76" name="Rectangle 75">
            <a:extLst>
              <a:ext uri="{FF2B5EF4-FFF2-40B4-BE49-F238E27FC236}">
                <a16:creationId xmlns:a16="http://schemas.microsoft.com/office/drawing/2014/main" id="{1BF356A6-7E31-4CA5-9C0A-73B01D2C4D0A}"/>
              </a:ext>
            </a:extLst>
          </p:cNvPr>
          <p:cNvSpPr/>
          <p:nvPr/>
        </p:nvSpPr>
        <p:spPr>
          <a:xfrm>
            <a:off x="6096000" y="0"/>
            <a:ext cx="6096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ubtitle 2"/>
          <p:cNvSpPr>
            <a:spLocks noGrp="1"/>
          </p:cNvSpPr>
          <p:nvPr>
            <p:ph type="subTitle" idx="1"/>
          </p:nvPr>
        </p:nvSpPr>
        <p:spPr>
          <a:xfrm>
            <a:off x="360218" y="3602038"/>
            <a:ext cx="538941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1683327" y="5441949"/>
            <a:ext cx="2743200" cy="365125"/>
          </a:xfrm>
        </p:spPr>
        <p:txBody>
          <a:bodyPr/>
          <a:lstStyle>
            <a:lvl1pPr algn="ctr">
              <a:defRPr sz="1800">
                <a:solidFill>
                  <a:schemeClr val="bg2"/>
                </a:solidFill>
              </a:defRPr>
            </a:lvl1pPr>
          </a:lstStyle>
          <a:p>
            <a:fld id="{695D8BE1-BDE1-49C8-8DC4-657D6033AD6A}" type="datetime3">
              <a:rPr lang="en-IN" smtClean="0"/>
              <a:t>15 May 2025</a:t>
            </a:fld>
            <a:endParaRPr lang="en-IN"/>
          </a:p>
        </p:txBody>
      </p:sp>
      <p:pic>
        <p:nvPicPr>
          <p:cNvPr id="7" name="Picture 6" descr="Icon&#10;&#10;Description automatically generated">
            <a:extLst>
              <a:ext uri="{FF2B5EF4-FFF2-40B4-BE49-F238E27FC236}">
                <a16:creationId xmlns:a16="http://schemas.microsoft.com/office/drawing/2014/main" id="{A7CE54A8-4691-4F00-B8C2-6795ED6DAF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8771" y="2369699"/>
            <a:ext cx="5433011" cy="1629904"/>
          </a:xfrm>
          <a:prstGeom prst="rect">
            <a:avLst/>
          </a:prstGeom>
        </p:spPr>
      </p:pic>
      <p:sp>
        <p:nvSpPr>
          <p:cNvPr id="5" name="Rectangle 4">
            <a:extLst>
              <a:ext uri="{FF2B5EF4-FFF2-40B4-BE49-F238E27FC236}">
                <a16:creationId xmlns:a16="http://schemas.microsoft.com/office/drawing/2014/main" id="{7F24F135-FAE1-2408-A304-148132D22D99}"/>
              </a:ext>
            </a:extLst>
          </p:cNvPr>
          <p:cNvSpPr/>
          <p:nvPr userDrawn="1"/>
        </p:nvSpPr>
        <p:spPr>
          <a:xfrm>
            <a:off x="6096000" y="0"/>
            <a:ext cx="6096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descr="Icon&#10;&#10;Description automatically generated">
            <a:extLst>
              <a:ext uri="{FF2B5EF4-FFF2-40B4-BE49-F238E27FC236}">
                <a16:creationId xmlns:a16="http://schemas.microsoft.com/office/drawing/2014/main" id="{E15AC432-4765-3200-6224-02E614C984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98771" y="2369699"/>
            <a:ext cx="5433011" cy="1629904"/>
          </a:xfrm>
          <a:prstGeom prst="rect">
            <a:avLst/>
          </a:prstGeom>
        </p:spPr>
      </p:pic>
    </p:spTree>
    <p:extLst>
      <p:ext uri="{BB962C8B-B14F-4D97-AF65-F5344CB8AC3E}">
        <p14:creationId xmlns:p14="http://schemas.microsoft.com/office/powerpoint/2010/main" val="398819887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0218" y="1122363"/>
            <a:ext cx="5389418" cy="2387600"/>
          </a:xfrm>
        </p:spPr>
        <p:txBody>
          <a:bodyPr anchor="b">
            <a:normAutofit/>
          </a:bodyPr>
          <a:lstStyle>
            <a:lvl1pPr algn="ctr">
              <a:defRPr sz="4800">
                <a:solidFill>
                  <a:schemeClr val="tx2"/>
                </a:solidFill>
              </a:defRPr>
            </a:lvl1pPr>
          </a:lstStyle>
          <a:p>
            <a:r>
              <a:rPr lang="en-US"/>
              <a:t>Click to edit Master title style</a:t>
            </a:r>
          </a:p>
        </p:txBody>
      </p:sp>
      <p:sp>
        <p:nvSpPr>
          <p:cNvPr id="76" name="Rectangle 75">
            <a:extLst>
              <a:ext uri="{FF2B5EF4-FFF2-40B4-BE49-F238E27FC236}">
                <a16:creationId xmlns:a16="http://schemas.microsoft.com/office/drawing/2014/main" id="{1BF356A6-7E31-4CA5-9C0A-73B01D2C4D0A}"/>
              </a:ext>
            </a:extLst>
          </p:cNvPr>
          <p:cNvSpPr/>
          <p:nvPr/>
        </p:nvSpPr>
        <p:spPr>
          <a:xfrm>
            <a:off x="6096000" y="0"/>
            <a:ext cx="6096000" cy="6858000"/>
          </a:xfrm>
          <a:prstGeom prst="rect">
            <a:avLst/>
          </a:prstGeom>
          <a:solidFill>
            <a:schemeClr val="bg2">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ubtitle 2"/>
          <p:cNvSpPr>
            <a:spLocks noGrp="1"/>
          </p:cNvSpPr>
          <p:nvPr>
            <p:ph type="subTitle" idx="1"/>
          </p:nvPr>
        </p:nvSpPr>
        <p:spPr>
          <a:xfrm>
            <a:off x="360218" y="3602038"/>
            <a:ext cx="538941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1683327" y="5441949"/>
            <a:ext cx="2743200" cy="365125"/>
          </a:xfrm>
        </p:spPr>
        <p:txBody>
          <a:bodyPr/>
          <a:lstStyle>
            <a:lvl1pPr algn="ctr">
              <a:defRPr sz="1800">
                <a:solidFill>
                  <a:schemeClr val="bg2"/>
                </a:solidFill>
              </a:defRPr>
            </a:lvl1pPr>
          </a:lstStyle>
          <a:p>
            <a:fld id="{924D5426-EEB6-438F-BC6F-B07B528EEA8F}" type="datetime3">
              <a:rPr lang="en-IN" smtClean="0"/>
              <a:t>15 May 2025</a:t>
            </a:fld>
            <a:endParaRPr lang="en-IN"/>
          </a:p>
        </p:txBody>
      </p:sp>
      <p:pic>
        <p:nvPicPr>
          <p:cNvPr id="8" name="Picture 7">
            <a:extLst>
              <a:ext uri="{FF2B5EF4-FFF2-40B4-BE49-F238E27FC236}">
                <a16:creationId xmlns:a16="http://schemas.microsoft.com/office/drawing/2014/main" id="{77AE2F2B-4C73-4104-8BA3-44F6809CB0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298" y="5735785"/>
            <a:ext cx="1007231" cy="1066800"/>
          </a:xfrm>
          <a:prstGeom prst="rect">
            <a:avLst/>
          </a:prstGeom>
        </p:spPr>
      </p:pic>
      <p:grpSp>
        <p:nvGrpSpPr>
          <p:cNvPr id="75" name="Group 74">
            <a:extLst>
              <a:ext uri="{FF2B5EF4-FFF2-40B4-BE49-F238E27FC236}">
                <a16:creationId xmlns:a16="http://schemas.microsoft.com/office/drawing/2014/main" id="{5B3B5CEA-66F1-4275-B8B4-F6F87F2DF45F}"/>
              </a:ext>
            </a:extLst>
          </p:cNvPr>
          <p:cNvGrpSpPr/>
          <p:nvPr/>
        </p:nvGrpSpPr>
        <p:grpSpPr>
          <a:xfrm>
            <a:off x="6584199" y="1165867"/>
            <a:ext cx="5119602" cy="4276082"/>
            <a:chOff x="5947123" y="857275"/>
            <a:chExt cx="5926223" cy="4949799"/>
          </a:xfrm>
        </p:grpSpPr>
        <p:grpSp>
          <p:nvGrpSpPr>
            <p:cNvPr id="10" name="Group 7">
              <a:extLst>
                <a:ext uri="{FF2B5EF4-FFF2-40B4-BE49-F238E27FC236}">
                  <a16:creationId xmlns:a16="http://schemas.microsoft.com/office/drawing/2014/main" id="{F8592CC6-C8CA-4DBA-9FA0-CABBAF213837}"/>
                </a:ext>
              </a:extLst>
            </p:cNvPr>
            <p:cNvGrpSpPr>
              <a:grpSpLocks/>
            </p:cNvGrpSpPr>
            <p:nvPr/>
          </p:nvGrpSpPr>
          <p:grpSpPr bwMode="auto">
            <a:xfrm>
              <a:off x="6521745" y="3174478"/>
              <a:ext cx="1483356" cy="1350862"/>
              <a:chOff x="2135188" y="3590925"/>
              <a:chExt cx="1635125" cy="1489075"/>
            </a:xfrm>
            <a:solidFill>
              <a:schemeClr val="accent4"/>
            </a:solidFill>
          </p:grpSpPr>
          <p:sp>
            <p:nvSpPr>
              <p:cNvPr id="64" name="Freeform 4">
                <a:extLst>
                  <a:ext uri="{FF2B5EF4-FFF2-40B4-BE49-F238E27FC236}">
                    <a16:creationId xmlns:a16="http://schemas.microsoft.com/office/drawing/2014/main" id="{9FE9C860-46A3-4443-99D0-B9D386A35927}"/>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5" name="Freeform 5">
                <a:extLst>
                  <a:ext uri="{FF2B5EF4-FFF2-40B4-BE49-F238E27FC236}">
                    <a16:creationId xmlns:a16="http://schemas.microsoft.com/office/drawing/2014/main" id="{D125E97B-3BCB-416E-8862-96D2A59EC26C}"/>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6" name="Freeform 6">
                <a:extLst>
                  <a:ext uri="{FF2B5EF4-FFF2-40B4-BE49-F238E27FC236}">
                    <a16:creationId xmlns:a16="http://schemas.microsoft.com/office/drawing/2014/main" id="{F6737218-C826-432F-A836-AA28CC7A01C6}"/>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7" name="Freeform 7">
                <a:extLst>
                  <a:ext uri="{FF2B5EF4-FFF2-40B4-BE49-F238E27FC236}">
                    <a16:creationId xmlns:a16="http://schemas.microsoft.com/office/drawing/2014/main" id="{A937DBEA-0236-42D5-B03A-521244B9855F}"/>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8" name="Freeform 8">
                <a:extLst>
                  <a:ext uri="{FF2B5EF4-FFF2-40B4-BE49-F238E27FC236}">
                    <a16:creationId xmlns:a16="http://schemas.microsoft.com/office/drawing/2014/main" id="{1AC97B91-C7FD-4283-8E95-46242EDE1562}"/>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9" name="Freeform 9">
                <a:extLst>
                  <a:ext uri="{FF2B5EF4-FFF2-40B4-BE49-F238E27FC236}">
                    <a16:creationId xmlns:a16="http://schemas.microsoft.com/office/drawing/2014/main" id="{A777F360-55B6-4424-B4DE-D55D9D68656C}"/>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0" name="Freeform 10">
                <a:extLst>
                  <a:ext uri="{FF2B5EF4-FFF2-40B4-BE49-F238E27FC236}">
                    <a16:creationId xmlns:a16="http://schemas.microsoft.com/office/drawing/2014/main" id="{538E7B35-C3B6-4D53-B522-7EF870C6255A}"/>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1" name="Freeform 11">
                <a:extLst>
                  <a:ext uri="{FF2B5EF4-FFF2-40B4-BE49-F238E27FC236}">
                    <a16:creationId xmlns:a16="http://schemas.microsoft.com/office/drawing/2014/main" id="{0BE220E6-4B6A-4E8B-BF4C-5961CE497172}"/>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2" name="Freeform 12">
                <a:extLst>
                  <a:ext uri="{FF2B5EF4-FFF2-40B4-BE49-F238E27FC236}">
                    <a16:creationId xmlns:a16="http://schemas.microsoft.com/office/drawing/2014/main" id="{3829027F-6612-469E-B966-05BAB6DC592F}"/>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3" name="Freeform 13">
                <a:extLst>
                  <a:ext uri="{FF2B5EF4-FFF2-40B4-BE49-F238E27FC236}">
                    <a16:creationId xmlns:a16="http://schemas.microsoft.com/office/drawing/2014/main" id="{D90A107E-9340-41D1-8EF2-83077C154465}"/>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4" name="Freeform 14">
                <a:extLst>
                  <a:ext uri="{FF2B5EF4-FFF2-40B4-BE49-F238E27FC236}">
                    <a16:creationId xmlns:a16="http://schemas.microsoft.com/office/drawing/2014/main" id="{F7D963A2-7103-4B46-AFEB-AD5A79CD0A65}"/>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1" name="Group 4">
              <a:extLst>
                <a:ext uri="{FF2B5EF4-FFF2-40B4-BE49-F238E27FC236}">
                  <a16:creationId xmlns:a16="http://schemas.microsoft.com/office/drawing/2014/main" id="{61BEC702-25A1-40C1-9846-BFD97D17ABFC}"/>
                </a:ext>
              </a:extLst>
            </p:cNvPr>
            <p:cNvGrpSpPr>
              <a:grpSpLocks/>
            </p:cNvGrpSpPr>
            <p:nvPr/>
          </p:nvGrpSpPr>
          <p:grpSpPr bwMode="auto">
            <a:xfrm>
              <a:off x="9361722" y="4529661"/>
              <a:ext cx="2250956" cy="1241410"/>
              <a:chOff x="5265738" y="5084763"/>
              <a:chExt cx="2481262" cy="1368425"/>
            </a:xfrm>
            <a:solidFill>
              <a:schemeClr val="accent3"/>
            </a:solidFill>
          </p:grpSpPr>
          <p:sp>
            <p:nvSpPr>
              <p:cNvPr id="51" name="Freeform 20">
                <a:extLst>
                  <a:ext uri="{FF2B5EF4-FFF2-40B4-BE49-F238E27FC236}">
                    <a16:creationId xmlns:a16="http://schemas.microsoft.com/office/drawing/2014/main" id="{7CD540F0-15A4-4AC6-812F-A1D5659E73E4}"/>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2" name="Freeform 25">
                <a:extLst>
                  <a:ext uri="{FF2B5EF4-FFF2-40B4-BE49-F238E27FC236}">
                    <a16:creationId xmlns:a16="http://schemas.microsoft.com/office/drawing/2014/main" id="{0550246A-13E2-4D11-A378-4C8DEC85D712}"/>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3" name="Freeform 26">
                <a:extLst>
                  <a:ext uri="{FF2B5EF4-FFF2-40B4-BE49-F238E27FC236}">
                    <a16:creationId xmlns:a16="http://schemas.microsoft.com/office/drawing/2014/main" id="{FCEC6437-DC09-4DE4-9124-15C044F9DE7F}"/>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4" name="Freeform 27">
                <a:extLst>
                  <a:ext uri="{FF2B5EF4-FFF2-40B4-BE49-F238E27FC236}">
                    <a16:creationId xmlns:a16="http://schemas.microsoft.com/office/drawing/2014/main" id="{02633C03-6D48-4BAD-BE45-414675572D87}"/>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5" name="Freeform 15">
                <a:extLst>
                  <a:ext uri="{FF2B5EF4-FFF2-40B4-BE49-F238E27FC236}">
                    <a16:creationId xmlns:a16="http://schemas.microsoft.com/office/drawing/2014/main" id="{B4D986A5-B2E3-4A02-AC94-48E6127F3CBE}"/>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6" name="Freeform 16">
                <a:extLst>
                  <a:ext uri="{FF2B5EF4-FFF2-40B4-BE49-F238E27FC236}">
                    <a16:creationId xmlns:a16="http://schemas.microsoft.com/office/drawing/2014/main" id="{4A59E388-135F-4AC5-8D96-0905C62A78A8}"/>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7" name="Freeform 17">
                <a:extLst>
                  <a:ext uri="{FF2B5EF4-FFF2-40B4-BE49-F238E27FC236}">
                    <a16:creationId xmlns:a16="http://schemas.microsoft.com/office/drawing/2014/main" id="{E7240B46-E81B-439E-BA53-D474B6FEFD53}"/>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8" name="Freeform 18">
                <a:extLst>
                  <a:ext uri="{FF2B5EF4-FFF2-40B4-BE49-F238E27FC236}">
                    <a16:creationId xmlns:a16="http://schemas.microsoft.com/office/drawing/2014/main" id="{9DC4805B-29DF-44FC-99BC-2DCB43D28819}"/>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9" name="Freeform 19">
                <a:extLst>
                  <a:ext uri="{FF2B5EF4-FFF2-40B4-BE49-F238E27FC236}">
                    <a16:creationId xmlns:a16="http://schemas.microsoft.com/office/drawing/2014/main" id="{5DBA1DEB-69D5-43F0-A14E-D41756B981D2}"/>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0" name="Freeform 21">
                <a:extLst>
                  <a:ext uri="{FF2B5EF4-FFF2-40B4-BE49-F238E27FC236}">
                    <a16:creationId xmlns:a16="http://schemas.microsoft.com/office/drawing/2014/main" id="{824BE5B1-F14D-4FFD-BC6D-0757F5B2A565}"/>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1" name="Freeform 22">
                <a:extLst>
                  <a:ext uri="{FF2B5EF4-FFF2-40B4-BE49-F238E27FC236}">
                    <a16:creationId xmlns:a16="http://schemas.microsoft.com/office/drawing/2014/main" id="{65E3DAA1-342F-4CD3-BF0A-4AF249B9EE4F}"/>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2" name="Freeform 24">
                <a:extLst>
                  <a:ext uri="{FF2B5EF4-FFF2-40B4-BE49-F238E27FC236}">
                    <a16:creationId xmlns:a16="http://schemas.microsoft.com/office/drawing/2014/main" id="{1A2BAD26-5C5D-4CCE-8FEE-28722A3396A8}"/>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3" name="Freeform 28">
                <a:extLst>
                  <a:ext uri="{FF2B5EF4-FFF2-40B4-BE49-F238E27FC236}">
                    <a16:creationId xmlns:a16="http://schemas.microsoft.com/office/drawing/2014/main" id="{9441AE14-2F5E-44FB-8479-7BED99656D77}"/>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2" name="Freeform 29">
              <a:extLst>
                <a:ext uri="{FF2B5EF4-FFF2-40B4-BE49-F238E27FC236}">
                  <a16:creationId xmlns:a16="http://schemas.microsoft.com/office/drawing/2014/main" id="{DA68B2B5-13D4-4B50-86C6-1BCBD327D1F7}"/>
                </a:ext>
              </a:extLst>
            </p:cNvPr>
            <p:cNvSpPr>
              <a:spLocks noChangeArrowheads="1"/>
            </p:cNvSpPr>
            <p:nvPr/>
          </p:nvSpPr>
          <p:spPr bwMode="auto">
            <a:xfrm>
              <a:off x="6501583" y="2074202"/>
              <a:ext cx="993704" cy="1005226"/>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13" name="Freeform 30">
              <a:extLst>
                <a:ext uri="{FF2B5EF4-FFF2-40B4-BE49-F238E27FC236}">
                  <a16:creationId xmlns:a16="http://schemas.microsoft.com/office/drawing/2014/main" id="{BD76943E-A93C-40A9-BB75-01CF24045144}"/>
                </a:ext>
              </a:extLst>
            </p:cNvPr>
            <p:cNvSpPr>
              <a:spLocks noChangeArrowheads="1"/>
            </p:cNvSpPr>
            <p:nvPr/>
          </p:nvSpPr>
          <p:spPr bwMode="auto">
            <a:xfrm>
              <a:off x="5947123" y="4081773"/>
              <a:ext cx="1751224" cy="1709460"/>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14" name="Group 6">
              <a:extLst>
                <a:ext uri="{FF2B5EF4-FFF2-40B4-BE49-F238E27FC236}">
                  <a16:creationId xmlns:a16="http://schemas.microsoft.com/office/drawing/2014/main" id="{2CF32005-A7F7-45B0-AF86-D15004E712EF}"/>
                </a:ext>
              </a:extLst>
            </p:cNvPr>
            <p:cNvGrpSpPr>
              <a:grpSpLocks/>
            </p:cNvGrpSpPr>
            <p:nvPr/>
          </p:nvGrpSpPr>
          <p:grpSpPr bwMode="auto">
            <a:xfrm>
              <a:off x="7587457" y="3655488"/>
              <a:ext cx="1666254" cy="2151586"/>
              <a:chOff x="3309938" y="4121150"/>
              <a:chExt cx="1836737" cy="2371725"/>
            </a:xfrm>
            <a:solidFill>
              <a:schemeClr val="accent5"/>
            </a:solidFill>
          </p:grpSpPr>
          <p:sp>
            <p:nvSpPr>
              <p:cNvPr id="47" name="Freeform 1">
                <a:extLst>
                  <a:ext uri="{FF2B5EF4-FFF2-40B4-BE49-F238E27FC236}">
                    <a16:creationId xmlns:a16="http://schemas.microsoft.com/office/drawing/2014/main" id="{6330C150-2BB7-435F-8CC6-005B97BE8BFF}"/>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 name="Freeform 31">
                <a:extLst>
                  <a:ext uri="{FF2B5EF4-FFF2-40B4-BE49-F238E27FC236}">
                    <a16:creationId xmlns:a16="http://schemas.microsoft.com/office/drawing/2014/main" id="{F330E319-2B76-42F3-8367-847DBD256503}"/>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 name="Freeform 32">
                <a:extLst>
                  <a:ext uri="{FF2B5EF4-FFF2-40B4-BE49-F238E27FC236}">
                    <a16:creationId xmlns:a16="http://schemas.microsoft.com/office/drawing/2014/main" id="{13EC0FBD-EA56-412D-BC64-B787E943F071}"/>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0" name="Freeform 33">
                <a:extLst>
                  <a:ext uri="{FF2B5EF4-FFF2-40B4-BE49-F238E27FC236}">
                    <a16:creationId xmlns:a16="http://schemas.microsoft.com/office/drawing/2014/main" id="{05022116-20A8-4CF5-B782-D057BEE78C3E}"/>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5" name="Group 9">
              <a:extLst>
                <a:ext uri="{FF2B5EF4-FFF2-40B4-BE49-F238E27FC236}">
                  <a16:creationId xmlns:a16="http://schemas.microsoft.com/office/drawing/2014/main" id="{FCE66866-019A-4A6C-8D34-667CF3EA8B98}"/>
                </a:ext>
              </a:extLst>
            </p:cNvPr>
            <p:cNvGrpSpPr>
              <a:grpSpLocks/>
            </p:cNvGrpSpPr>
            <p:nvPr/>
          </p:nvGrpSpPr>
          <p:grpSpPr bwMode="auto">
            <a:xfrm>
              <a:off x="9580625" y="1411733"/>
              <a:ext cx="1690740" cy="966342"/>
              <a:chOff x="5507036" y="1647825"/>
              <a:chExt cx="1863727" cy="1065213"/>
            </a:xfrm>
            <a:solidFill>
              <a:schemeClr val="accent5"/>
            </a:solidFill>
          </p:grpSpPr>
          <p:sp>
            <p:nvSpPr>
              <p:cNvPr id="45" name="Freeform 34">
                <a:extLst>
                  <a:ext uri="{FF2B5EF4-FFF2-40B4-BE49-F238E27FC236}">
                    <a16:creationId xmlns:a16="http://schemas.microsoft.com/office/drawing/2014/main" id="{06B90922-0F7D-407E-A601-1D27C4331A07}"/>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 name="Freeform 35">
                <a:extLst>
                  <a:ext uri="{FF2B5EF4-FFF2-40B4-BE49-F238E27FC236}">
                    <a16:creationId xmlns:a16="http://schemas.microsoft.com/office/drawing/2014/main" id="{2243BAEC-9787-4B1D-AAF1-83432D23254E}"/>
                  </a:ext>
                </a:extLst>
              </p:cNvPr>
              <p:cNvSpPr>
                <a:spLocks noChangeArrowheads="1"/>
              </p:cNvSpPr>
              <p:nvPr/>
            </p:nvSpPr>
            <p:spPr bwMode="auto">
              <a:xfrm>
                <a:off x="5507036"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6" name="Group 5">
              <a:extLst>
                <a:ext uri="{FF2B5EF4-FFF2-40B4-BE49-F238E27FC236}">
                  <a16:creationId xmlns:a16="http://schemas.microsoft.com/office/drawing/2014/main" id="{88893968-93D6-439F-9CCE-5AE6FBB903F8}"/>
                </a:ext>
              </a:extLst>
            </p:cNvPr>
            <p:cNvGrpSpPr>
              <a:grpSpLocks/>
            </p:cNvGrpSpPr>
            <p:nvPr/>
          </p:nvGrpSpPr>
          <p:grpSpPr bwMode="auto">
            <a:xfrm>
              <a:off x="9023286" y="2931093"/>
              <a:ext cx="1474715" cy="1356622"/>
              <a:chOff x="4892675" y="3322638"/>
              <a:chExt cx="1625600" cy="1495425"/>
            </a:xfrm>
            <a:solidFill>
              <a:schemeClr val="accent1">
                <a:lumMod val="75000"/>
              </a:schemeClr>
            </a:solidFill>
          </p:grpSpPr>
          <p:sp>
            <p:nvSpPr>
              <p:cNvPr id="42" name="Freeform 2">
                <a:extLst>
                  <a:ext uri="{FF2B5EF4-FFF2-40B4-BE49-F238E27FC236}">
                    <a16:creationId xmlns:a16="http://schemas.microsoft.com/office/drawing/2014/main" id="{D572D298-267E-466C-9B47-BBDEDFAA1881}"/>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3" name="Freeform 36">
                <a:extLst>
                  <a:ext uri="{FF2B5EF4-FFF2-40B4-BE49-F238E27FC236}">
                    <a16:creationId xmlns:a16="http://schemas.microsoft.com/office/drawing/2014/main" id="{B7544561-0ED2-4940-8C4F-19FF7A9687C7}"/>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4" name="Freeform 37">
                <a:extLst>
                  <a:ext uri="{FF2B5EF4-FFF2-40B4-BE49-F238E27FC236}">
                    <a16:creationId xmlns:a16="http://schemas.microsoft.com/office/drawing/2014/main" id="{72DB8181-E77E-4FAD-9B8F-613ECCE090DC}"/>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7" name="Group 11">
              <a:extLst>
                <a:ext uri="{FF2B5EF4-FFF2-40B4-BE49-F238E27FC236}">
                  <a16:creationId xmlns:a16="http://schemas.microsoft.com/office/drawing/2014/main" id="{D08E2392-DA02-41CC-9BED-BFDAC9769D7D}"/>
                </a:ext>
              </a:extLst>
            </p:cNvPr>
            <p:cNvGrpSpPr>
              <a:grpSpLocks/>
            </p:cNvGrpSpPr>
            <p:nvPr/>
          </p:nvGrpSpPr>
          <p:grpSpPr bwMode="auto">
            <a:xfrm>
              <a:off x="7607619" y="1786172"/>
              <a:ext cx="1765625" cy="1659054"/>
              <a:chOff x="3332163" y="2060575"/>
              <a:chExt cx="1946275" cy="1828800"/>
            </a:xfrm>
            <a:solidFill>
              <a:schemeClr val="accent3">
                <a:lumMod val="75000"/>
              </a:schemeClr>
            </a:solidFill>
          </p:grpSpPr>
          <p:sp>
            <p:nvSpPr>
              <p:cNvPr id="35" name="Freeform 43">
                <a:extLst>
                  <a:ext uri="{FF2B5EF4-FFF2-40B4-BE49-F238E27FC236}">
                    <a16:creationId xmlns:a16="http://schemas.microsoft.com/office/drawing/2014/main" id="{548B5A6E-2379-434C-8AA9-A171140DBE19}"/>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6" name="Freeform 38">
                <a:extLst>
                  <a:ext uri="{FF2B5EF4-FFF2-40B4-BE49-F238E27FC236}">
                    <a16:creationId xmlns:a16="http://schemas.microsoft.com/office/drawing/2014/main" id="{90BCA7C3-8365-4ABF-A295-E718C0D6161B}"/>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7" name="Freeform 39">
                <a:extLst>
                  <a:ext uri="{FF2B5EF4-FFF2-40B4-BE49-F238E27FC236}">
                    <a16:creationId xmlns:a16="http://schemas.microsoft.com/office/drawing/2014/main" id="{C95673EA-D913-4EAF-85E6-4485697E4D2C}"/>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8" name="Freeform 40">
                <a:extLst>
                  <a:ext uri="{FF2B5EF4-FFF2-40B4-BE49-F238E27FC236}">
                    <a16:creationId xmlns:a16="http://schemas.microsoft.com/office/drawing/2014/main" id="{4BA022CA-7C37-45CA-B35E-36B73A8BF33C}"/>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9" name="Freeform 41">
                <a:extLst>
                  <a:ext uri="{FF2B5EF4-FFF2-40B4-BE49-F238E27FC236}">
                    <a16:creationId xmlns:a16="http://schemas.microsoft.com/office/drawing/2014/main" id="{5CA6DDF4-B6C5-45E5-BEFA-4C05DA242C6C}"/>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0" name="Freeform 42">
                <a:extLst>
                  <a:ext uri="{FF2B5EF4-FFF2-40B4-BE49-F238E27FC236}">
                    <a16:creationId xmlns:a16="http://schemas.microsoft.com/office/drawing/2014/main" id="{B2F03B6A-50EB-4628-9726-F8C244083C18}"/>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1" name="Freeform 44">
                <a:extLst>
                  <a:ext uri="{FF2B5EF4-FFF2-40B4-BE49-F238E27FC236}">
                    <a16:creationId xmlns:a16="http://schemas.microsoft.com/office/drawing/2014/main" id="{84D011F3-607E-432B-BD23-56A56FB66FE9}"/>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8" name="Group 13">
              <a:extLst>
                <a:ext uri="{FF2B5EF4-FFF2-40B4-BE49-F238E27FC236}">
                  <a16:creationId xmlns:a16="http://schemas.microsoft.com/office/drawing/2014/main" id="{4512BE66-2D9E-4D9E-ABD3-CB3720555B0D}"/>
                </a:ext>
              </a:extLst>
            </p:cNvPr>
            <p:cNvGrpSpPr>
              <a:grpSpLocks/>
            </p:cNvGrpSpPr>
            <p:nvPr/>
          </p:nvGrpSpPr>
          <p:grpSpPr bwMode="auto">
            <a:xfrm>
              <a:off x="9870095" y="2421279"/>
              <a:ext cx="1607209" cy="809365"/>
              <a:chOff x="5826125" y="2760663"/>
              <a:chExt cx="1771650" cy="892175"/>
            </a:xfrm>
            <a:solidFill>
              <a:schemeClr val="accent4"/>
            </a:solidFill>
          </p:grpSpPr>
          <p:sp>
            <p:nvSpPr>
              <p:cNvPr id="29" name="Freeform 45">
                <a:extLst>
                  <a:ext uri="{FF2B5EF4-FFF2-40B4-BE49-F238E27FC236}">
                    <a16:creationId xmlns:a16="http://schemas.microsoft.com/office/drawing/2014/main" id="{0F75759C-570C-4271-8777-0D386D7BB387}"/>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0" name="Freeform 46">
                <a:extLst>
                  <a:ext uri="{FF2B5EF4-FFF2-40B4-BE49-F238E27FC236}">
                    <a16:creationId xmlns:a16="http://schemas.microsoft.com/office/drawing/2014/main" id="{922A8ACC-591E-4742-B072-8BF3E0F65BED}"/>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1" name="Freeform 47">
                <a:extLst>
                  <a:ext uri="{FF2B5EF4-FFF2-40B4-BE49-F238E27FC236}">
                    <a16:creationId xmlns:a16="http://schemas.microsoft.com/office/drawing/2014/main" id="{039B8F68-5014-481A-9265-CEAE5D4EDA16}"/>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2" name="Freeform 48">
                <a:extLst>
                  <a:ext uri="{FF2B5EF4-FFF2-40B4-BE49-F238E27FC236}">
                    <a16:creationId xmlns:a16="http://schemas.microsoft.com/office/drawing/2014/main" id="{A8A63000-4DF5-46EC-A385-2F9EB5DC8FDB}"/>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3" name="Freeform 49">
                <a:extLst>
                  <a:ext uri="{FF2B5EF4-FFF2-40B4-BE49-F238E27FC236}">
                    <a16:creationId xmlns:a16="http://schemas.microsoft.com/office/drawing/2014/main" id="{B7206D10-ACC8-4D14-B49F-D72AC127D939}"/>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4" name="Freeform 50">
                <a:extLst>
                  <a:ext uri="{FF2B5EF4-FFF2-40B4-BE49-F238E27FC236}">
                    <a16:creationId xmlns:a16="http://schemas.microsoft.com/office/drawing/2014/main" id="{E490910A-BD4A-4573-9B5E-B0561C4145EB}"/>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9" name="Freeform 52">
              <a:extLst>
                <a:ext uri="{FF2B5EF4-FFF2-40B4-BE49-F238E27FC236}">
                  <a16:creationId xmlns:a16="http://schemas.microsoft.com/office/drawing/2014/main" id="{6E1C3AF9-1FE7-4004-BFB9-AD9799A661B1}"/>
                </a:ext>
              </a:extLst>
            </p:cNvPr>
            <p:cNvSpPr>
              <a:spLocks noChangeArrowheads="1"/>
            </p:cNvSpPr>
            <p:nvPr/>
          </p:nvSpPr>
          <p:spPr bwMode="auto">
            <a:xfrm>
              <a:off x="10535445" y="3459627"/>
              <a:ext cx="1337901" cy="1176604"/>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6"/>
            </a:solidFill>
            <a:ln>
              <a:noFill/>
            </a:ln>
            <a:effectLst/>
          </p:spPr>
          <p:txBody>
            <a:bodyPr wrap="none" anchor="ctr"/>
            <a:lstStyle/>
            <a:p>
              <a:endParaRPr lang="es-ES_tradnl" sz="1633"/>
            </a:p>
          </p:txBody>
        </p:sp>
        <p:grpSp>
          <p:nvGrpSpPr>
            <p:cNvPr id="20" name="Group 12">
              <a:extLst>
                <a:ext uri="{FF2B5EF4-FFF2-40B4-BE49-F238E27FC236}">
                  <a16:creationId xmlns:a16="http://schemas.microsoft.com/office/drawing/2014/main" id="{51C9DA32-D7A8-49CD-9BF2-C59056A97924}"/>
                </a:ext>
              </a:extLst>
            </p:cNvPr>
            <p:cNvGrpSpPr>
              <a:grpSpLocks/>
            </p:cNvGrpSpPr>
            <p:nvPr/>
          </p:nvGrpSpPr>
          <p:grpSpPr bwMode="auto">
            <a:xfrm>
              <a:off x="7365673" y="857275"/>
              <a:ext cx="1552483" cy="1202526"/>
              <a:chOff x="3065463" y="1036638"/>
              <a:chExt cx="1711325" cy="1325562"/>
            </a:xfrm>
            <a:solidFill>
              <a:schemeClr val="accent1"/>
            </a:solidFill>
          </p:grpSpPr>
          <p:sp>
            <p:nvSpPr>
              <p:cNvPr id="21" name="Freeform 3">
                <a:extLst>
                  <a:ext uri="{FF2B5EF4-FFF2-40B4-BE49-F238E27FC236}">
                    <a16:creationId xmlns:a16="http://schemas.microsoft.com/office/drawing/2014/main" id="{C61E4E4F-6747-4306-B754-420C6B7119E8}"/>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2" name="Freeform 51">
                <a:extLst>
                  <a:ext uri="{FF2B5EF4-FFF2-40B4-BE49-F238E27FC236}">
                    <a16:creationId xmlns:a16="http://schemas.microsoft.com/office/drawing/2014/main" id="{62E76217-FE31-408A-A025-B751D050563B}"/>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3" name="Freeform 53">
                <a:extLst>
                  <a:ext uri="{FF2B5EF4-FFF2-40B4-BE49-F238E27FC236}">
                    <a16:creationId xmlns:a16="http://schemas.microsoft.com/office/drawing/2014/main" id="{B850D91B-9E1C-4F8A-9B83-F567B570057D}"/>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4" name="Freeform 54">
                <a:extLst>
                  <a:ext uri="{FF2B5EF4-FFF2-40B4-BE49-F238E27FC236}">
                    <a16:creationId xmlns:a16="http://schemas.microsoft.com/office/drawing/2014/main" id="{492EBA6E-0CBE-4E7F-9D8B-8AD93A3BFB1D}"/>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5" name="Freeform 55">
                <a:extLst>
                  <a:ext uri="{FF2B5EF4-FFF2-40B4-BE49-F238E27FC236}">
                    <a16:creationId xmlns:a16="http://schemas.microsoft.com/office/drawing/2014/main" id="{3D17E98A-6C1B-4EF9-BBA9-DAC34DE48F71}"/>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6" name="Freeform 56">
                <a:extLst>
                  <a:ext uri="{FF2B5EF4-FFF2-40B4-BE49-F238E27FC236}">
                    <a16:creationId xmlns:a16="http://schemas.microsoft.com/office/drawing/2014/main" id="{80F8A611-D761-4C1A-B8A2-DE94EA9906F9}"/>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7" name="Freeform 57">
                <a:extLst>
                  <a:ext uri="{FF2B5EF4-FFF2-40B4-BE49-F238E27FC236}">
                    <a16:creationId xmlns:a16="http://schemas.microsoft.com/office/drawing/2014/main" id="{BEE84B4F-0628-4A4A-AB7A-CA411F7A14E2}"/>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8" name="Freeform 58">
                <a:extLst>
                  <a:ext uri="{FF2B5EF4-FFF2-40B4-BE49-F238E27FC236}">
                    <a16:creationId xmlns:a16="http://schemas.microsoft.com/office/drawing/2014/main" id="{C6FB3CD3-D54B-4F74-ACBB-FDD83BC51421}"/>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spTree>
    <p:extLst>
      <p:ext uri="{BB962C8B-B14F-4D97-AF65-F5344CB8AC3E}">
        <p14:creationId xmlns:p14="http://schemas.microsoft.com/office/powerpoint/2010/main" val="257012345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6E300A-A4B6-4B37-A2ED-C1829D9411FF}"/>
              </a:ext>
            </a:extLst>
          </p:cNvPr>
          <p:cNvSpPr/>
          <p:nvPr/>
        </p:nvSpPr>
        <p:spPr>
          <a:xfrm>
            <a:off x="0" y="0"/>
            <a:ext cx="12192000" cy="1136068"/>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838200" y="226575"/>
            <a:ext cx="10515600" cy="909493"/>
          </a:xfrm>
        </p:spPr>
        <p:txBody>
          <a:bodyPr>
            <a:normAutofit/>
          </a:bodyPr>
          <a:lstStyle>
            <a:lvl1pPr>
              <a:defRPr sz="2400">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634836"/>
            <a:ext cx="10515600" cy="45421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IN"/>
          </a:p>
        </p:txBody>
      </p:sp>
      <p:sp>
        <p:nvSpPr>
          <p:cNvPr id="9" name="Oval 8">
            <a:extLst>
              <a:ext uri="{FF2B5EF4-FFF2-40B4-BE49-F238E27FC236}">
                <a16:creationId xmlns:a16="http://schemas.microsoft.com/office/drawing/2014/main" id="{24A24FF5-EE98-49E1-AC81-103394A3FCCA}"/>
              </a:ext>
            </a:extLst>
          </p:cNvPr>
          <p:cNvSpPr/>
          <p:nvPr/>
        </p:nvSpPr>
        <p:spPr>
          <a:xfrm>
            <a:off x="81777" y="6420260"/>
            <a:ext cx="367146" cy="36714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Slide Number Placeholder 5">
            <a:extLst>
              <a:ext uri="{FF2B5EF4-FFF2-40B4-BE49-F238E27FC236}">
                <a16:creationId xmlns:a16="http://schemas.microsoft.com/office/drawing/2014/main" id="{627F4717-D9ED-4680-8D20-2EFB38DCF087}"/>
              </a:ext>
            </a:extLst>
          </p:cNvPr>
          <p:cNvSpPr>
            <a:spLocks noGrp="1"/>
          </p:cNvSpPr>
          <p:nvPr>
            <p:ph type="sldNum" sz="quarter" idx="12"/>
          </p:nvPr>
        </p:nvSpPr>
        <p:spPr>
          <a:xfrm>
            <a:off x="26395" y="6470843"/>
            <a:ext cx="477910" cy="265980"/>
          </a:xfrm>
        </p:spPr>
        <p:txBody>
          <a:bodyPr/>
          <a:lstStyle>
            <a:lvl1pPr algn="ctr">
              <a:defRPr sz="1200" b="1">
                <a:solidFill>
                  <a:schemeClr val="bg1"/>
                </a:solidFill>
              </a:defRPr>
            </a:lvl1pPr>
          </a:lstStyle>
          <a:p>
            <a:fld id="{9B10C6F0-693C-4FCC-BE4B-D4D05D9AF886}" type="slidenum">
              <a:rPr lang="en-IN" smtClean="0"/>
              <a:pPr/>
              <a:t>‹#›</a:t>
            </a:fld>
            <a:endParaRPr lang="en-IN"/>
          </a:p>
        </p:txBody>
      </p:sp>
      <p:pic>
        <p:nvPicPr>
          <p:cNvPr id="10" name="Picture 9" descr="Icon&#10;&#10;Description automatically generated">
            <a:extLst>
              <a:ext uri="{FF2B5EF4-FFF2-40B4-BE49-F238E27FC236}">
                <a16:creationId xmlns:a16="http://schemas.microsoft.com/office/drawing/2014/main" id="{784E0077-E697-441D-A929-A03C9949C7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6803" y="253655"/>
            <a:ext cx="1009788" cy="302936"/>
          </a:xfrm>
          <a:prstGeom prst="rect">
            <a:avLst/>
          </a:prstGeom>
        </p:spPr>
      </p:pic>
      <p:sp>
        <p:nvSpPr>
          <p:cNvPr id="4" name="Rectangle 3">
            <a:extLst>
              <a:ext uri="{FF2B5EF4-FFF2-40B4-BE49-F238E27FC236}">
                <a16:creationId xmlns:a16="http://schemas.microsoft.com/office/drawing/2014/main" id="{B665F567-4440-6B8C-7BAF-4725B593E7AE}"/>
              </a:ext>
            </a:extLst>
          </p:cNvPr>
          <p:cNvSpPr/>
          <p:nvPr userDrawn="1"/>
        </p:nvSpPr>
        <p:spPr>
          <a:xfrm>
            <a:off x="0" y="0"/>
            <a:ext cx="12192000" cy="1136068"/>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descr="Icon&#10;&#10;Description automatically generated">
            <a:extLst>
              <a:ext uri="{FF2B5EF4-FFF2-40B4-BE49-F238E27FC236}">
                <a16:creationId xmlns:a16="http://schemas.microsoft.com/office/drawing/2014/main" id="{5A8FAAF2-0BB6-C8B3-0E0E-74AEFE7B48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61983" y="253655"/>
            <a:ext cx="1424608" cy="427382"/>
          </a:xfrm>
          <a:prstGeom prst="rect">
            <a:avLst/>
          </a:prstGeom>
        </p:spPr>
      </p:pic>
    </p:spTree>
    <p:extLst>
      <p:ext uri="{BB962C8B-B14F-4D97-AF65-F5344CB8AC3E}">
        <p14:creationId xmlns:p14="http://schemas.microsoft.com/office/powerpoint/2010/main" val="413790770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26575"/>
            <a:ext cx="10515600" cy="909493"/>
          </a:xfrm>
        </p:spPr>
        <p:txBody>
          <a:bodyPr>
            <a:normAutofit/>
          </a:bodyPr>
          <a:lstStyle>
            <a:lvl1pPr>
              <a:defRPr sz="2400">
                <a:solidFill>
                  <a:schemeClr val="tx2"/>
                </a:solidFill>
              </a:defRPr>
            </a:lvl1pPr>
          </a:lstStyle>
          <a:p>
            <a:r>
              <a:rPr lang="en-US"/>
              <a:t>Click to edit Master title style</a:t>
            </a:r>
          </a:p>
        </p:txBody>
      </p:sp>
      <p:sp>
        <p:nvSpPr>
          <p:cNvPr id="3" name="Content Placeholder 2"/>
          <p:cNvSpPr>
            <a:spLocks noGrp="1"/>
          </p:cNvSpPr>
          <p:nvPr>
            <p:ph idx="1"/>
          </p:nvPr>
        </p:nvSpPr>
        <p:spPr>
          <a:xfrm>
            <a:off x="838200" y="1634836"/>
            <a:ext cx="10515600" cy="45421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IN"/>
          </a:p>
        </p:txBody>
      </p:sp>
      <p:cxnSp>
        <p:nvCxnSpPr>
          <p:cNvPr id="10" name="Straight Connector 9">
            <a:extLst>
              <a:ext uri="{FF2B5EF4-FFF2-40B4-BE49-F238E27FC236}">
                <a16:creationId xmlns:a16="http://schemas.microsoft.com/office/drawing/2014/main" id="{E85A8071-A1C5-44E0-B969-B0E907022B8A}"/>
              </a:ext>
            </a:extLst>
          </p:cNvPr>
          <p:cNvCxnSpPr/>
          <p:nvPr/>
        </p:nvCxnSpPr>
        <p:spPr>
          <a:xfrm>
            <a:off x="838200" y="1066793"/>
            <a:ext cx="1051560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24A24FF5-EE98-49E1-AC81-103394A3FCCA}"/>
              </a:ext>
            </a:extLst>
          </p:cNvPr>
          <p:cNvSpPr/>
          <p:nvPr/>
        </p:nvSpPr>
        <p:spPr>
          <a:xfrm>
            <a:off x="81777" y="6420260"/>
            <a:ext cx="367146" cy="36714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710795D8-FB3B-4A52-829A-90B59B59CA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00705" y="127563"/>
            <a:ext cx="379616" cy="379332"/>
          </a:xfrm>
          <a:prstGeom prst="rect">
            <a:avLst/>
          </a:prstGeom>
        </p:spPr>
      </p:pic>
      <p:sp>
        <p:nvSpPr>
          <p:cNvPr id="11" name="Slide Number Placeholder 5">
            <a:extLst>
              <a:ext uri="{FF2B5EF4-FFF2-40B4-BE49-F238E27FC236}">
                <a16:creationId xmlns:a16="http://schemas.microsoft.com/office/drawing/2014/main" id="{627F4717-D9ED-4680-8D20-2EFB38DCF087}"/>
              </a:ext>
            </a:extLst>
          </p:cNvPr>
          <p:cNvSpPr>
            <a:spLocks noGrp="1"/>
          </p:cNvSpPr>
          <p:nvPr>
            <p:ph type="sldNum" sz="quarter" idx="12"/>
          </p:nvPr>
        </p:nvSpPr>
        <p:spPr>
          <a:xfrm>
            <a:off x="26395" y="6470843"/>
            <a:ext cx="477910" cy="265980"/>
          </a:xfrm>
        </p:spPr>
        <p:txBody>
          <a:bodyPr/>
          <a:lstStyle>
            <a:lvl1pPr algn="ctr">
              <a:defRPr sz="1200" b="1">
                <a:solidFill>
                  <a:schemeClr val="bg1"/>
                </a:solidFill>
              </a:defRPr>
            </a:lvl1pPr>
          </a:lstStyle>
          <a:p>
            <a:fld id="{9B10C6F0-693C-4FCC-BE4B-D4D05D9AF886}" type="slidenum">
              <a:rPr lang="en-IN" smtClean="0"/>
              <a:pPr/>
              <a:t>‹#›</a:t>
            </a:fld>
            <a:endParaRPr lang="en-IN"/>
          </a:p>
        </p:txBody>
      </p:sp>
      <p:pic>
        <p:nvPicPr>
          <p:cNvPr id="6" name="Picture 5">
            <a:extLst>
              <a:ext uri="{FF2B5EF4-FFF2-40B4-BE49-F238E27FC236}">
                <a16:creationId xmlns:a16="http://schemas.microsoft.com/office/drawing/2014/main" id="{FA0B16F9-2DFA-04DB-036B-C05F56DA81A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700705" y="127563"/>
            <a:ext cx="379616" cy="379332"/>
          </a:xfrm>
          <a:prstGeom prst="rect">
            <a:avLst/>
          </a:prstGeom>
        </p:spPr>
      </p:pic>
    </p:spTree>
    <p:extLst>
      <p:ext uri="{BB962C8B-B14F-4D97-AF65-F5344CB8AC3E}">
        <p14:creationId xmlns:p14="http://schemas.microsoft.com/office/powerpoint/2010/main" val="313650142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620982"/>
            <a:ext cx="5181600" cy="45559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620982"/>
            <a:ext cx="5181600" cy="45559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CFCB8B8C-1A1F-47F4-A370-4E1FFF075A4D}"/>
              </a:ext>
            </a:extLst>
          </p:cNvPr>
          <p:cNvSpPr>
            <a:spLocks noGrp="1"/>
          </p:cNvSpPr>
          <p:nvPr>
            <p:ph type="ftr" sz="quarter" idx="11"/>
          </p:nvPr>
        </p:nvSpPr>
        <p:spPr>
          <a:xfrm>
            <a:off x="4038600" y="6356350"/>
            <a:ext cx="4114800" cy="365125"/>
          </a:xfrm>
        </p:spPr>
        <p:txBody>
          <a:bodyPr/>
          <a:lstStyle/>
          <a:p>
            <a:endParaRPr lang="en-IN"/>
          </a:p>
        </p:txBody>
      </p:sp>
      <p:pic>
        <p:nvPicPr>
          <p:cNvPr id="12" name="Picture 11">
            <a:extLst>
              <a:ext uri="{FF2B5EF4-FFF2-40B4-BE49-F238E27FC236}">
                <a16:creationId xmlns:a16="http://schemas.microsoft.com/office/drawing/2014/main" id="{55A98BB9-C316-43D0-8A7C-52388A5232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13623" y="6123275"/>
            <a:ext cx="674470" cy="673964"/>
          </a:xfrm>
          <a:prstGeom prst="rect">
            <a:avLst/>
          </a:prstGeom>
        </p:spPr>
      </p:pic>
      <p:sp>
        <p:nvSpPr>
          <p:cNvPr id="19" name="Title 1">
            <a:extLst>
              <a:ext uri="{FF2B5EF4-FFF2-40B4-BE49-F238E27FC236}">
                <a16:creationId xmlns:a16="http://schemas.microsoft.com/office/drawing/2014/main" id="{41F51BCC-C89F-43D6-9488-9E5246055D0F}"/>
              </a:ext>
            </a:extLst>
          </p:cNvPr>
          <p:cNvSpPr>
            <a:spLocks noGrp="1"/>
          </p:cNvSpPr>
          <p:nvPr>
            <p:ph type="title"/>
          </p:nvPr>
        </p:nvSpPr>
        <p:spPr>
          <a:xfrm>
            <a:off x="838200" y="226575"/>
            <a:ext cx="10515600" cy="909493"/>
          </a:xfrm>
        </p:spPr>
        <p:txBody>
          <a:bodyPr>
            <a:normAutofit/>
          </a:bodyPr>
          <a:lstStyle>
            <a:lvl1pPr>
              <a:defRPr sz="2400">
                <a:solidFill>
                  <a:schemeClr val="tx2"/>
                </a:solidFill>
              </a:defRPr>
            </a:lvl1pPr>
          </a:lstStyle>
          <a:p>
            <a:r>
              <a:rPr lang="en-US"/>
              <a:t>Click to edit Master title style</a:t>
            </a:r>
          </a:p>
        </p:txBody>
      </p:sp>
      <p:cxnSp>
        <p:nvCxnSpPr>
          <p:cNvPr id="20" name="Straight Connector 19">
            <a:extLst>
              <a:ext uri="{FF2B5EF4-FFF2-40B4-BE49-F238E27FC236}">
                <a16:creationId xmlns:a16="http://schemas.microsoft.com/office/drawing/2014/main" id="{A6EB25E3-1389-41BF-8EF7-D78116335AA0}"/>
              </a:ext>
            </a:extLst>
          </p:cNvPr>
          <p:cNvCxnSpPr/>
          <p:nvPr/>
        </p:nvCxnSpPr>
        <p:spPr>
          <a:xfrm>
            <a:off x="838200" y="1066793"/>
            <a:ext cx="1051560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40588A4-FDE3-4CF6-A96A-30D9E9C2C4CB}"/>
              </a:ext>
            </a:extLst>
          </p:cNvPr>
          <p:cNvSpPr/>
          <p:nvPr/>
        </p:nvSpPr>
        <p:spPr>
          <a:xfrm>
            <a:off x="81777" y="6420260"/>
            <a:ext cx="367146" cy="36714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Slide Number Placeholder 5">
            <a:extLst>
              <a:ext uri="{FF2B5EF4-FFF2-40B4-BE49-F238E27FC236}">
                <a16:creationId xmlns:a16="http://schemas.microsoft.com/office/drawing/2014/main" id="{16D16175-653F-4F3E-A3A6-430B7CDE7C04}"/>
              </a:ext>
            </a:extLst>
          </p:cNvPr>
          <p:cNvSpPr>
            <a:spLocks noGrp="1"/>
          </p:cNvSpPr>
          <p:nvPr>
            <p:ph type="sldNum" sz="quarter" idx="12"/>
          </p:nvPr>
        </p:nvSpPr>
        <p:spPr>
          <a:xfrm>
            <a:off x="26395" y="6470843"/>
            <a:ext cx="477910" cy="265980"/>
          </a:xfrm>
        </p:spPr>
        <p:txBody>
          <a:bodyPr/>
          <a:lstStyle>
            <a:lvl1pPr algn="ctr">
              <a:defRPr sz="1200" b="1">
                <a:solidFill>
                  <a:schemeClr val="bg1"/>
                </a:solidFill>
              </a:defRPr>
            </a:lvl1pPr>
          </a:lstStyle>
          <a:p>
            <a:fld id="{9B10C6F0-693C-4FCC-BE4B-D4D05D9AF886}" type="slidenum">
              <a:rPr lang="en-IN" smtClean="0"/>
              <a:pPr/>
              <a:t>‹#›</a:t>
            </a:fld>
            <a:endParaRPr lang="en-IN"/>
          </a:p>
        </p:txBody>
      </p:sp>
    </p:spTree>
    <p:extLst>
      <p:ext uri="{BB962C8B-B14F-4D97-AF65-F5344CB8AC3E}">
        <p14:creationId xmlns:p14="http://schemas.microsoft.com/office/powerpoint/2010/main" val="39348369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0EB92C0F-8873-45C7-959A-7278C73F502F}"/>
              </a:ext>
            </a:extLst>
          </p:cNvPr>
          <p:cNvSpPr>
            <a:spLocks noGrp="1"/>
          </p:cNvSpPr>
          <p:nvPr>
            <p:ph type="ftr" sz="quarter" idx="11"/>
          </p:nvPr>
        </p:nvSpPr>
        <p:spPr>
          <a:xfrm>
            <a:off x="4038600" y="6356350"/>
            <a:ext cx="4114800" cy="365125"/>
          </a:xfrm>
        </p:spPr>
        <p:txBody>
          <a:bodyPr/>
          <a:lstStyle/>
          <a:p>
            <a:endParaRPr lang="en-IN"/>
          </a:p>
        </p:txBody>
      </p:sp>
      <p:pic>
        <p:nvPicPr>
          <p:cNvPr id="11" name="Picture 10">
            <a:extLst>
              <a:ext uri="{FF2B5EF4-FFF2-40B4-BE49-F238E27FC236}">
                <a16:creationId xmlns:a16="http://schemas.microsoft.com/office/drawing/2014/main" id="{343B2E3A-3346-42FF-9D62-DBAF061131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13623" y="6123275"/>
            <a:ext cx="674470" cy="673964"/>
          </a:xfrm>
          <a:prstGeom prst="rect">
            <a:avLst/>
          </a:prstGeom>
        </p:spPr>
      </p:pic>
      <p:sp>
        <p:nvSpPr>
          <p:cNvPr id="18" name="Title 1">
            <a:extLst>
              <a:ext uri="{FF2B5EF4-FFF2-40B4-BE49-F238E27FC236}">
                <a16:creationId xmlns:a16="http://schemas.microsoft.com/office/drawing/2014/main" id="{9FA2A3CF-F0AD-48E7-B1D9-CF50E717159D}"/>
              </a:ext>
            </a:extLst>
          </p:cNvPr>
          <p:cNvSpPr>
            <a:spLocks noGrp="1"/>
          </p:cNvSpPr>
          <p:nvPr>
            <p:ph type="title"/>
          </p:nvPr>
        </p:nvSpPr>
        <p:spPr>
          <a:xfrm>
            <a:off x="838200" y="226575"/>
            <a:ext cx="10515600" cy="909493"/>
          </a:xfrm>
        </p:spPr>
        <p:txBody>
          <a:bodyPr>
            <a:normAutofit/>
          </a:bodyPr>
          <a:lstStyle>
            <a:lvl1pPr>
              <a:defRPr sz="2400">
                <a:solidFill>
                  <a:schemeClr val="tx2"/>
                </a:solidFill>
              </a:defRPr>
            </a:lvl1pPr>
          </a:lstStyle>
          <a:p>
            <a:r>
              <a:rPr lang="en-US"/>
              <a:t>Click to edit Master title style</a:t>
            </a:r>
          </a:p>
        </p:txBody>
      </p:sp>
      <p:cxnSp>
        <p:nvCxnSpPr>
          <p:cNvPr id="19" name="Straight Connector 18">
            <a:extLst>
              <a:ext uri="{FF2B5EF4-FFF2-40B4-BE49-F238E27FC236}">
                <a16:creationId xmlns:a16="http://schemas.microsoft.com/office/drawing/2014/main" id="{F320B10E-1355-4010-A930-71020D18F13E}"/>
              </a:ext>
            </a:extLst>
          </p:cNvPr>
          <p:cNvCxnSpPr/>
          <p:nvPr/>
        </p:nvCxnSpPr>
        <p:spPr>
          <a:xfrm>
            <a:off x="838200" y="1066793"/>
            <a:ext cx="1051560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98E1C566-84F3-4B56-9318-061CD452C898}"/>
              </a:ext>
            </a:extLst>
          </p:cNvPr>
          <p:cNvSpPr/>
          <p:nvPr/>
        </p:nvSpPr>
        <p:spPr>
          <a:xfrm>
            <a:off x="81777" y="6420260"/>
            <a:ext cx="367146" cy="367146"/>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Slide Number Placeholder 5">
            <a:extLst>
              <a:ext uri="{FF2B5EF4-FFF2-40B4-BE49-F238E27FC236}">
                <a16:creationId xmlns:a16="http://schemas.microsoft.com/office/drawing/2014/main" id="{07396035-774A-42E0-89D8-4409507B1B05}"/>
              </a:ext>
            </a:extLst>
          </p:cNvPr>
          <p:cNvSpPr>
            <a:spLocks noGrp="1"/>
          </p:cNvSpPr>
          <p:nvPr>
            <p:ph type="sldNum" sz="quarter" idx="12"/>
          </p:nvPr>
        </p:nvSpPr>
        <p:spPr>
          <a:xfrm>
            <a:off x="26395" y="6470843"/>
            <a:ext cx="477910" cy="265980"/>
          </a:xfrm>
        </p:spPr>
        <p:txBody>
          <a:bodyPr/>
          <a:lstStyle>
            <a:lvl1pPr algn="ctr">
              <a:defRPr sz="1200" b="1">
                <a:solidFill>
                  <a:schemeClr val="bg1"/>
                </a:solidFill>
              </a:defRPr>
            </a:lvl1pPr>
          </a:lstStyle>
          <a:p>
            <a:fld id="{9B10C6F0-693C-4FCC-BE4B-D4D05D9AF886}" type="slidenum">
              <a:rPr lang="en-IN" smtClean="0"/>
              <a:pPr/>
              <a:t>‹#›</a:t>
            </a:fld>
            <a:endParaRPr lang="en-IN"/>
          </a:p>
        </p:txBody>
      </p:sp>
    </p:spTree>
    <p:extLst>
      <p:ext uri="{BB962C8B-B14F-4D97-AF65-F5344CB8AC3E}">
        <p14:creationId xmlns:p14="http://schemas.microsoft.com/office/powerpoint/2010/main" val="26459138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4751532" cy="2852737"/>
          </a:xfrm>
        </p:spPr>
        <p:txBody>
          <a:bodyPr anchor="b">
            <a:normAutofit/>
          </a:bodyPr>
          <a:lstStyle>
            <a:lvl1pPr>
              <a:defRPr sz="4800">
                <a:solidFill>
                  <a:schemeClr val="tx2"/>
                </a:solidFill>
              </a:defRPr>
            </a:lvl1pPr>
          </a:lstStyle>
          <a:p>
            <a:r>
              <a:rPr lang="en-US"/>
              <a:t>Click to edit Master title style</a:t>
            </a:r>
          </a:p>
        </p:txBody>
      </p:sp>
      <p:sp>
        <p:nvSpPr>
          <p:cNvPr id="3" name="Text Placeholder 2"/>
          <p:cNvSpPr>
            <a:spLocks noGrp="1"/>
          </p:cNvSpPr>
          <p:nvPr>
            <p:ph type="body" idx="1"/>
          </p:nvPr>
        </p:nvSpPr>
        <p:spPr>
          <a:xfrm>
            <a:off x="831850" y="4589463"/>
            <a:ext cx="4751532"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a:extLst>
              <a:ext uri="{FF2B5EF4-FFF2-40B4-BE49-F238E27FC236}">
                <a16:creationId xmlns:a16="http://schemas.microsoft.com/office/drawing/2014/main" id="{8DA910CF-56FD-4F61-95B6-FE9C48D8042E}"/>
              </a:ext>
            </a:extLst>
          </p:cNvPr>
          <p:cNvGrpSpPr/>
          <p:nvPr/>
        </p:nvGrpSpPr>
        <p:grpSpPr>
          <a:xfrm>
            <a:off x="6935880" y="579268"/>
            <a:ext cx="4424270" cy="5699464"/>
            <a:chOff x="6935880" y="579268"/>
            <a:chExt cx="4424270" cy="5699464"/>
          </a:xfrm>
        </p:grpSpPr>
        <p:grpSp>
          <p:nvGrpSpPr>
            <p:cNvPr id="8" name="Group 7">
              <a:extLst>
                <a:ext uri="{FF2B5EF4-FFF2-40B4-BE49-F238E27FC236}">
                  <a16:creationId xmlns:a16="http://schemas.microsoft.com/office/drawing/2014/main" id="{55EC84E1-4167-4410-A26B-446DB894E949}"/>
                </a:ext>
              </a:extLst>
            </p:cNvPr>
            <p:cNvGrpSpPr>
              <a:grpSpLocks/>
            </p:cNvGrpSpPr>
            <p:nvPr/>
          </p:nvGrpSpPr>
          <p:grpSpPr bwMode="auto">
            <a:xfrm>
              <a:off x="8553460" y="4098108"/>
              <a:ext cx="1223495" cy="1114212"/>
              <a:chOff x="2135188" y="3590925"/>
              <a:chExt cx="1635125" cy="1489075"/>
            </a:xfrm>
            <a:solidFill>
              <a:schemeClr val="accent5"/>
            </a:solidFill>
          </p:grpSpPr>
          <p:sp>
            <p:nvSpPr>
              <p:cNvPr id="62" name="Freeform 4">
                <a:extLst>
                  <a:ext uri="{FF2B5EF4-FFF2-40B4-BE49-F238E27FC236}">
                    <a16:creationId xmlns:a16="http://schemas.microsoft.com/office/drawing/2014/main" id="{5310D578-DAA2-49A7-9321-FA2D1204CF25}"/>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3" name="Freeform 5">
                <a:extLst>
                  <a:ext uri="{FF2B5EF4-FFF2-40B4-BE49-F238E27FC236}">
                    <a16:creationId xmlns:a16="http://schemas.microsoft.com/office/drawing/2014/main" id="{F4C8CA09-7902-4820-A51D-8E77E8BDC970}"/>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4" name="Freeform 6">
                <a:extLst>
                  <a:ext uri="{FF2B5EF4-FFF2-40B4-BE49-F238E27FC236}">
                    <a16:creationId xmlns:a16="http://schemas.microsoft.com/office/drawing/2014/main" id="{880CAE14-4C99-46B9-A546-A36B277D80B4}"/>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5" name="Freeform 7">
                <a:extLst>
                  <a:ext uri="{FF2B5EF4-FFF2-40B4-BE49-F238E27FC236}">
                    <a16:creationId xmlns:a16="http://schemas.microsoft.com/office/drawing/2014/main" id="{498B1F2F-6697-4EE1-BC37-A0170A8ACEF6}"/>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6" name="Freeform 8">
                <a:extLst>
                  <a:ext uri="{FF2B5EF4-FFF2-40B4-BE49-F238E27FC236}">
                    <a16:creationId xmlns:a16="http://schemas.microsoft.com/office/drawing/2014/main" id="{5C8E7CD6-867A-4D35-815A-DF35A39C199A}"/>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7" name="Freeform 9">
                <a:extLst>
                  <a:ext uri="{FF2B5EF4-FFF2-40B4-BE49-F238E27FC236}">
                    <a16:creationId xmlns:a16="http://schemas.microsoft.com/office/drawing/2014/main" id="{CE5431CC-83F1-40C8-AB4A-6587F880A121}"/>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8" name="Freeform 10">
                <a:extLst>
                  <a:ext uri="{FF2B5EF4-FFF2-40B4-BE49-F238E27FC236}">
                    <a16:creationId xmlns:a16="http://schemas.microsoft.com/office/drawing/2014/main" id="{01D302F5-8AAE-4695-B8FD-4209765F2C98}"/>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9" name="Freeform 11">
                <a:extLst>
                  <a:ext uri="{FF2B5EF4-FFF2-40B4-BE49-F238E27FC236}">
                    <a16:creationId xmlns:a16="http://schemas.microsoft.com/office/drawing/2014/main" id="{63570ADA-36D8-4B9F-B78D-EFC73615A5AA}"/>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0" name="Freeform 12">
                <a:extLst>
                  <a:ext uri="{FF2B5EF4-FFF2-40B4-BE49-F238E27FC236}">
                    <a16:creationId xmlns:a16="http://schemas.microsoft.com/office/drawing/2014/main" id="{D4355B6C-2FF9-482A-97EC-9B13FA97559A}"/>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1" name="Freeform 13">
                <a:extLst>
                  <a:ext uri="{FF2B5EF4-FFF2-40B4-BE49-F238E27FC236}">
                    <a16:creationId xmlns:a16="http://schemas.microsoft.com/office/drawing/2014/main" id="{DB318778-393B-450D-BBEA-3AE63DA1AA0C}"/>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2" name="Freeform 14">
                <a:extLst>
                  <a:ext uri="{FF2B5EF4-FFF2-40B4-BE49-F238E27FC236}">
                    <a16:creationId xmlns:a16="http://schemas.microsoft.com/office/drawing/2014/main" id="{7B3537D0-0AA0-4D02-BD84-3E069EB03693}"/>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9" name="Group 4">
              <a:extLst>
                <a:ext uri="{FF2B5EF4-FFF2-40B4-BE49-F238E27FC236}">
                  <a16:creationId xmlns:a16="http://schemas.microsoft.com/office/drawing/2014/main" id="{9CA2018D-F472-4F3B-8A1F-DBF0A9FE63F9}"/>
                </a:ext>
              </a:extLst>
            </p:cNvPr>
            <p:cNvGrpSpPr>
              <a:grpSpLocks/>
            </p:cNvGrpSpPr>
            <p:nvPr/>
          </p:nvGrpSpPr>
          <p:grpSpPr bwMode="auto">
            <a:xfrm>
              <a:off x="9503527" y="5254798"/>
              <a:ext cx="1856623" cy="1023934"/>
              <a:chOff x="5265738" y="5084763"/>
              <a:chExt cx="2481262" cy="1368425"/>
            </a:xfrm>
            <a:solidFill>
              <a:schemeClr val="accent4"/>
            </a:solidFill>
          </p:grpSpPr>
          <p:sp>
            <p:nvSpPr>
              <p:cNvPr id="49" name="Freeform 20">
                <a:extLst>
                  <a:ext uri="{FF2B5EF4-FFF2-40B4-BE49-F238E27FC236}">
                    <a16:creationId xmlns:a16="http://schemas.microsoft.com/office/drawing/2014/main" id="{155BF90C-FB11-4A0A-8595-FA2C4A6BB071}"/>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0" name="Freeform 25">
                <a:extLst>
                  <a:ext uri="{FF2B5EF4-FFF2-40B4-BE49-F238E27FC236}">
                    <a16:creationId xmlns:a16="http://schemas.microsoft.com/office/drawing/2014/main" id="{8D43D3A5-8415-41DC-B1BB-5E2EF5BA94FB}"/>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 name="Freeform 26">
                <a:extLst>
                  <a:ext uri="{FF2B5EF4-FFF2-40B4-BE49-F238E27FC236}">
                    <a16:creationId xmlns:a16="http://schemas.microsoft.com/office/drawing/2014/main" id="{79ABEE84-E92B-4B5F-A316-0C6EEE61C942}"/>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2" name="Freeform 27">
                <a:extLst>
                  <a:ext uri="{FF2B5EF4-FFF2-40B4-BE49-F238E27FC236}">
                    <a16:creationId xmlns:a16="http://schemas.microsoft.com/office/drawing/2014/main" id="{841BBDA4-0A3D-423C-9CB0-36F9A68F2A31}"/>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3" name="Freeform 15">
                <a:extLst>
                  <a:ext uri="{FF2B5EF4-FFF2-40B4-BE49-F238E27FC236}">
                    <a16:creationId xmlns:a16="http://schemas.microsoft.com/office/drawing/2014/main" id="{15763C3E-D561-416C-8E4A-E445A10B15F6}"/>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4" name="Freeform 16">
                <a:extLst>
                  <a:ext uri="{FF2B5EF4-FFF2-40B4-BE49-F238E27FC236}">
                    <a16:creationId xmlns:a16="http://schemas.microsoft.com/office/drawing/2014/main" id="{E8432EDF-992C-4B15-A370-C65BFB6EC68E}"/>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5" name="Freeform 17">
                <a:extLst>
                  <a:ext uri="{FF2B5EF4-FFF2-40B4-BE49-F238E27FC236}">
                    <a16:creationId xmlns:a16="http://schemas.microsoft.com/office/drawing/2014/main" id="{8EA0B2E8-67F0-4921-B6C4-F1729C9899B3}"/>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6" name="Freeform 18">
                <a:extLst>
                  <a:ext uri="{FF2B5EF4-FFF2-40B4-BE49-F238E27FC236}">
                    <a16:creationId xmlns:a16="http://schemas.microsoft.com/office/drawing/2014/main" id="{CC6F07A8-0E46-4B81-90B3-D4255507DAB7}"/>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7" name="Freeform 19">
                <a:extLst>
                  <a:ext uri="{FF2B5EF4-FFF2-40B4-BE49-F238E27FC236}">
                    <a16:creationId xmlns:a16="http://schemas.microsoft.com/office/drawing/2014/main" id="{D9075F48-87FB-4969-B2DA-3B9EBC6A5D74}"/>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8" name="Freeform 21">
                <a:extLst>
                  <a:ext uri="{FF2B5EF4-FFF2-40B4-BE49-F238E27FC236}">
                    <a16:creationId xmlns:a16="http://schemas.microsoft.com/office/drawing/2014/main" id="{08919D09-40A3-437E-80FC-5936464AA054}"/>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9" name="Freeform 22">
                <a:extLst>
                  <a:ext uri="{FF2B5EF4-FFF2-40B4-BE49-F238E27FC236}">
                    <a16:creationId xmlns:a16="http://schemas.microsoft.com/office/drawing/2014/main" id="{CAAFC981-F24C-4916-BA91-EE53615B07CF}"/>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0" name="Freeform 24">
                <a:extLst>
                  <a:ext uri="{FF2B5EF4-FFF2-40B4-BE49-F238E27FC236}">
                    <a16:creationId xmlns:a16="http://schemas.microsoft.com/office/drawing/2014/main" id="{B1A997D4-5A09-420D-8A6B-9B9C7FB2870A}"/>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1" name="Freeform 28">
                <a:extLst>
                  <a:ext uri="{FF2B5EF4-FFF2-40B4-BE49-F238E27FC236}">
                    <a16:creationId xmlns:a16="http://schemas.microsoft.com/office/drawing/2014/main" id="{60FD0E82-24D6-416E-93FF-A051770669C8}"/>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0" name="Freeform 29">
              <a:extLst>
                <a:ext uri="{FF2B5EF4-FFF2-40B4-BE49-F238E27FC236}">
                  <a16:creationId xmlns:a16="http://schemas.microsoft.com/office/drawing/2014/main" id="{7BD017E5-7513-4FCD-8386-D3955234D706}"/>
                </a:ext>
              </a:extLst>
            </p:cNvPr>
            <p:cNvSpPr>
              <a:spLocks noChangeArrowheads="1"/>
            </p:cNvSpPr>
            <p:nvPr/>
          </p:nvSpPr>
          <p:spPr bwMode="auto">
            <a:xfrm>
              <a:off x="9737360" y="4350908"/>
              <a:ext cx="819622" cy="829126"/>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11" name="Freeform 30">
              <a:extLst>
                <a:ext uri="{FF2B5EF4-FFF2-40B4-BE49-F238E27FC236}">
                  <a16:creationId xmlns:a16="http://schemas.microsoft.com/office/drawing/2014/main" id="{E70710F1-3E63-4EB3-BBE7-0B9365BF792D}"/>
                </a:ext>
              </a:extLst>
            </p:cNvPr>
            <p:cNvSpPr>
              <a:spLocks noChangeArrowheads="1"/>
            </p:cNvSpPr>
            <p:nvPr/>
          </p:nvSpPr>
          <p:spPr bwMode="auto">
            <a:xfrm>
              <a:off x="8066865" y="4868743"/>
              <a:ext cx="1444436" cy="1409989"/>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12" name="Group 6">
              <a:extLst>
                <a:ext uri="{FF2B5EF4-FFF2-40B4-BE49-F238E27FC236}">
                  <a16:creationId xmlns:a16="http://schemas.microsoft.com/office/drawing/2014/main" id="{B39DC46F-713B-4630-89C4-7A6B8084711E}"/>
                </a:ext>
              </a:extLst>
            </p:cNvPr>
            <p:cNvGrpSpPr>
              <a:grpSpLocks/>
            </p:cNvGrpSpPr>
            <p:nvPr/>
          </p:nvGrpSpPr>
          <p:grpSpPr bwMode="auto">
            <a:xfrm rot="19964076">
              <a:off x="6935880" y="1901724"/>
              <a:ext cx="1374352" cy="1774661"/>
              <a:chOff x="3309938" y="4121150"/>
              <a:chExt cx="1836737" cy="2371725"/>
            </a:xfrm>
            <a:solidFill>
              <a:schemeClr val="accent6"/>
            </a:solidFill>
          </p:grpSpPr>
          <p:sp>
            <p:nvSpPr>
              <p:cNvPr id="45" name="Freeform 1">
                <a:extLst>
                  <a:ext uri="{FF2B5EF4-FFF2-40B4-BE49-F238E27FC236}">
                    <a16:creationId xmlns:a16="http://schemas.microsoft.com/office/drawing/2014/main" id="{FEE005E0-FBF4-4B3A-B51A-09017F24E595}"/>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 name="Freeform 31">
                <a:extLst>
                  <a:ext uri="{FF2B5EF4-FFF2-40B4-BE49-F238E27FC236}">
                    <a16:creationId xmlns:a16="http://schemas.microsoft.com/office/drawing/2014/main" id="{ACDFE316-ABBE-4BE7-A4A2-372E6B3B8472}"/>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7" name="Freeform 32">
                <a:extLst>
                  <a:ext uri="{FF2B5EF4-FFF2-40B4-BE49-F238E27FC236}">
                    <a16:creationId xmlns:a16="http://schemas.microsoft.com/office/drawing/2014/main" id="{56A254C6-4EDE-45B8-AB23-C102AECB4DE1}"/>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 name="Freeform 33">
                <a:extLst>
                  <a:ext uri="{FF2B5EF4-FFF2-40B4-BE49-F238E27FC236}">
                    <a16:creationId xmlns:a16="http://schemas.microsoft.com/office/drawing/2014/main" id="{FCD1CA0D-04A4-4EBF-8EB6-8C2CBCDC6A43}"/>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3" name="Group 9">
              <a:extLst>
                <a:ext uri="{FF2B5EF4-FFF2-40B4-BE49-F238E27FC236}">
                  <a16:creationId xmlns:a16="http://schemas.microsoft.com/office/drawing/2014/main" id="{9D40AF2D-AE30-4BB2-AB0F-B97C7B0BBB1E}"/>
                </a:ext>
              </a:extLst>
            </p:cNvPr>
            <p:cNvGrpSpPr>
              <a:grpSpLocks/>
            </p:cNvGrpSpPr>
            <p:nvPr/>
          </p:nvGrpSpPr>
          <p:grpSpPr bwMode="auto">
            <a:xfrm>
              <a:off x="9219952" y="2110419"/>
              <a:ext cx="1394547" cy="797054"/>
              <a:chOff x="5507038" y="1647825"/>
              <a:chExt cx="1863725" cy="1065213"/>
            </a:xfrm>
            <a:solidFill>
              <a:schemeClr val="accent2">
                <a:lumMod val="75000"/>
              </a:schemeClr>
            </a:solidFill>
          </p:grpSpPr>
          <p:sp>
            <p:nvSpPr>
              <p:cNvPr id="43" name="Freeform 34">
                <a:extLst>
                  <a:ext uri="{FF2B5EF4-FFF2-40B4-BE49-F238E27FC236}">
                    <a16:creationId xmlns:a16="http://schemas.microsoft.com/office/drawing/2014/main" id="{5E4E4786-FBC5-4314-8347-2968FE5ACCE6}"/>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4" name="Freeform 35">
                <a:extLst>
                  <a:ext uri="{FF2B5EF4-FFF2-40B4-BE49-F238E27FC236}">
                    <a16:creationId xmlns:a16="http://schemas.microsoft.com/office/drawing/2014/main" id="{C39B4327-2A07-4AD9-98F5-982DF657A00A}"/>
                  </a:ext>
                </a:extLst>
              </p:cNvPr>
              <p:cNvSpPr>
                <a:spLocks noChangeArrowheads="1"/>
              </p:cNvSpPr>
              <p:nvPr/>
            </p:nvSpPr>
            <p:spPr bwMode="auto">
              <a:xfrm>
                <a:off x="5507038"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4" name="Group 5">
              <a:extLst>
                <a:ext uri="{FF2B5EF4-FFF2-40B4-BE49-F238E27FC236}">
                  <a16:creationId xmlns:a16="http://schemas.microsoft.com/office/drawing/2014/main" id="{ABFE67FB-D290-4B22-8BD0-F864EBD12A9B}"/>
                </a:ext>
              </a:extLst>
            </p:cNvPr>
            <p:cNvGrpSpPr>
              <a:grpSpLocks/>
            </p:cNvGrpSpPr>
            <p:nvPr/>
          </p:nvGrpSpPr>
          <p:grpSpPr bwMode="auto">
            <a:xfrm>
              <a:off x="9015521" y="2992306"/>
              <a:ext cx="1216368" cy="1118963"/>
              <a:chOff x="4892675" y="3322638"/>
              <a:chExt cx="1625600" cy="1495425"/>
            </a:xfrm>
            <a:solidFill>
              <a:schemeClr val="accent1"/>
            </a:solidFill>
          </p:grpSpPr>
          <p:sp>
            <p:nvSpPr>
              <p:cNvPr id="40" name="Freeform 2">
                <a:extLst>
                  <a:ext uri="{FF2B5EF4-FFF2-40B4-BE49-F238E27FC236}">
                    <a16:creationId xmlns:a16="http://schemas.microsoft.com/office/drawing/2014/main" id="{48A39658-A005-493F-B66E-FE37C2B785A2}"/>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1" name="Freeform 36">
                <a:extLst>
                  <a:ext uri="{FF2B5EF4-FFF2-40B4-BE49-F238E27FC236}">
                    <a16:creationId xmlns:a16="http://schemas.microsoft.com/office/drawing/2014/main" id="{834735F1-1F2A-4D1F-98DC-095BF2585266}"/>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2" name="Freeform 37">
                <a:extLst>
                  <a:ext uri="{FF2B5EF4-FFF2-40B4-BE49-F238E27FC236}">
                    <a16:creationId xmlns:a16="http://schemas.microsoft.com/office/drawing/2014/main" id="{34361F84-4E61-4BD3-AF62-2C949CC40E88}"/>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5" name="Group 11">
              <a:extLst>
                <a:ext uri="{FF2B5EF4-FFF2-40B4-BE49-F238E27FC236}">
                  <a16:creationId xmlns:a16="http://schemas.microsoft.com/office/drawing/2014/main" id="{DBEC735E-2708-4DD9-811B-2D64217F1D8F}"/>
                </a:ext>
              </a:extLst>
            </p:cNvPr>
            <p:cNvGrpSpPr>
              <a:grpSpLocks/>
            </p:cNvGrpSpPr>
            <p:nvPr/>
          </p:nvGrpSpPr>
          <p:grpSpPr bwMode="auto">
            <a:xfrm>
              <a:off x="8066865" y="1409779"/>
              <a:ext cx="1456315" cy="1368413"/>
              <a:chOff x="3332163" y="2060575"/>
              <a:chExt cx="1946275" cy="1828800"/>
            </a:xfrm>
            <a:solidFill>
              <a:schemeClr val="accent3"/>
            </a:solidFill>
          </p:grpSpPr>
          <p:sp>
            <p:nvSpPr>
              <p:cNvPr id="33" name="Freeform 43">
                <a:extLst>
                  <a:ext uri="{FF2B5EF4-FFF2-40B4-BE49-F238E27FC236}">
                    <a16:creationId xmlns:a16="http://schemas.microsoft.com/office/drawing/2014/main" id="{126F54AF-1E39-465C-90BA-E2B9FFBB8D8A}"/>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4" name="Freeform 38">
                <a:extLst>
                  <a:ext uri="{FF2B5EF4-FFF2-40B4-BE49-F238E27FC236}">
                    <a16:creationId xmlns:a16="http://schemas.microsoft.com/office/drawing/2014/main" id="{D4398F79-8669-4D4D-86D6-E2B41BF951BF}"/>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5" name="Freeform 39">
                <a:extLst>
                  <a:ext uri="{FF2B5EF4-FFF2-40B4-BE49-F238E27FC236}">
                    <a16:creationId xmlns:a16="http://schemas.microsoft.com/office/drawing/2014/main" id="{2C2EFADC-4BF6-46C3-A50C-08E7618F0E6C}"/>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6" name="Freeform 40">
                <a:extLst>
                  <a:ext uri="{FF2B5EF4-FFF2-40B4-BE49-F238E27FC236}">
                    <a16:creationId xmlns:a16="http://schemas.microsoft.com/office/drawing/2014/main" id="{AA4D2FE9-4831-4A53-88BB-D37225DD27EC}"/>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7" name="Freeform 41">
                <a:extLst>
                  <a:ext uri="{FF2B5EF4-FFF2-40B4-BE49-F238E27FC236}">
                    <a16:creationId xmlns:a16="http://schemas.microsoft.com/office/drawing/2014/main" id="{9A07B16E-A933-49DD-895E-666E7831B84C}"/>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8" name="Freeform 42">
                <a:extLst>
                  <a:ext uri="{FF2B5EF4-FFF2-40B4-BE49-F238E27FC236}">
                    <a16:creationId xmlns:a16="http://schemas.microsoft.com/office/drawing/2014/main" id="{2BF55214-2641-47CC-8EC4-549A4BD09CCC}"/>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9" name="Freeform 44">
                <a:extLst>
                  <a:ext uri="{FF2B5EF4-FFF2-40B4-BE49-F238E27FC236}">
                    <a16:creationId xmlns:a16="http://schemas.microsoft.com/office/drawing/2014/main" id="{37BB6F6C-78AB-4DCE-8D68-25F0D405D634}"/>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6" name="Group 13">
              <a:extLst>
                <a:ext uri="{FF2B5EF4-FFF2-40B4-BE49-F238E27FC236}">
                  <a16:creationId xmlns:a16="http://schemas.microsoft.com/office/drawing/2014/main" id="{863849FC-33DC-4669-9B38-501A96D724EE}"/>
                </a:ext>
              </a:extLst>
            </p:cNvPr>
            <p:cNvGrpSpPr>
              <a:grpSpLocks/>
            </p:cNvGrpSpPr>
            <p:nvPr/>
          </p:nvGrpSpPr>
          <p:grpSpPr bwMode="auto">
            <a:xfrm>
              <a:off x="9263532" y="1260636"/>
              <a:ext cx="1325651" cy="667577"/>
              <a:chOff x="5826125" y="2760663"/>
              <a:chExt cx="1771650" cy="892175"/>
            </a:xfrm>
            <a:solidFill>
              <a:schemeClr val="accent5"/>
            </a:solidFill>
          </p:grpSpPr>
          <p:sp>
            <p:nvSpPr>
              <p:cNvPr id="27" name="Freeform 45">
                <a:extLst>
                  <a:ext uri="{FF2B5EF4-FFF2-40B4-BE49-F238E27FC236}">
                    <a16:creationId xmlns:a16="http://schemas.microsoft.com/office/drawing/2014/main" id="{125FB991-CEC5-4D18-936B-040FB1DFD853}"/>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8" name="Freeform 46">
                <a:extLst>
                  <a:ext uri="{FF2B5EF4-FFF2-40B4-BE49-F238E27FC236}">
                    <a16:creationId xmlns:a16="http://schemas.microsoft.com/office/drawing/2014/main" id="{A9A6C856-AA5A-445C-9677-2338EC88C5A5}"/>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9" name="Freeform 47">
                <a:extLst>
                  <a:ext uri="{FF2B5EF4-FFF2-40B4-BE49-F238E27FC236}">
                    <a16:creationId xmlns:a16="http://schemas.microsoft.com/office/drawing/2014/main" id="{A1A3ED48-589F-4D20-AE9C-A016A61B5241}"/>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0" name="Freeform 48">
                <a:extLst>
                  <a:ext uri="{FF2B5EF4-FFF2-40B4-BE49-F238E27FC236}">
                    <a16:creationId xmlns:a16="http://schemas.microsoft.com/office/drawing/2014/main" id="{2DDF00DA-366F-4876-9FE6-E35434E26A09}"/>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1" name="Freeform 49">
                <a:extLst>
                  <a:ext uri="{FF2B5EF4-FFF2-40B4-BE49-F238E27FC236}">
                    <a16:creationId xmlns:a16="http://schemas.microsoft.com/office/drawing/2014/main" id="{EC2F643F-6AAE-435F-A33F-26E35C63ADA1}"/>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2" name="Freeform 50">
                <a:extLst>
                  <a:ext uri="{FF2B5EF4-FFF2-40B4-BE49-F238E27FC236}">
                    <a16:creationId xmlns:a16="http://schemas.microsoft.com/office/drawing/2014/main" id="{D808C080-5FD5-487B-8650-C28C893AEB0F}"/>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7" name="Freeform 52">
              <a:extLst>
                <a:ext uri="{FF2B5EF4-FFF2-40B4-BE49-F238E27FC236}">
                  <a16:creationId xmlns:a16="http://schemas.microsoft.com/office/drawing/2014/main" id="{E0F21DDD-CD5C-4894-AB91-E2797229919C}"/>
                </a:ext>
              </a:extLst>
            </p:cNvPr>
            <p:cNvSpPr>
              <a:spLocks noChangeArrowheads="1"/>
            </p:cNvSpPr>
            <p:nvPr/>
          </p:nvSpPr>
          <p:spPr bwMode="auto">
            <a:xfrm rot="18231819">
              <a:off x="7895711" y="3561567"/>
              <a:ext cx="1103521" cy="970481"/>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3"/>
            </a:solidFill>
            <a:ln>
              <a:noFill/>
            </a:ln>
            <a:effectLst/>
          </p:spPr>
          <p:txBody>
            <a:bodyPr wrap="none" anchor="ctr"/>
            <a:lstStyle/>
            <a:p>
              <a:endParaRPr lang="es-ES_tradnl" sz="1633"/>
            </a:p>
          </p:txBody>
        </p:sp>
        <p:grpSp>
          <p:nvGrpSpPr>
            <p:cNvPr id="18" name="Group 12">
              <a:extLst>
                <a:ext uri="{FF2B5EF4-FFF2-40B4-BE49-F238E27FC236}">
                  <a16:creationId xmlns:a16="http://schemas.microsoft.com/office/drawing/2014/main" id="{6D522A25-4294-44A7-A80D-75FFD00B6C97}"/>
                </a:ext>
              </a:extLst>
            </p:cNvPr>
            <p:cNvGrpSpPr>
              <a:grpSpLocks/>
            </p:cNvGrpSpPr>
            <p:nvPr/>
          </p:nvGrpSpPr>
          <p:grpSpPr bwMode="auto">
            <a:xfrm>
              <a:off x="7845552" y="579268"/>
              <a:ext cx="1280512" cy="991862"/>
              <a:chOff x="3065463" y="1036638"/>
              <a:chExt cx="1711325" cy="1325562"/>
            </a:xfrm>
            <a:solidFill>
              <a:schemeClr val="accent4"/>
            </a:solidFill>
          </p:grpSpPr>
          <p:sp>
            <p:nvSpPr>
              <p:cNvPr id="19" name="Freeform 3">
                <a:extLst>
                  <a:ext uri="{FF2B5EF4-FFF2-40B4-BE49-F238E27FC236}">
                    <a16:creationId xmlns:a16="http://schemas.microsoft.com/office/drawing/2014/main" id="{C260E46F-037E-41B1-AD17-7049ED465991}"/>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0" name="Freeform 51">
                <a:extLst>
                  <a:ext uri="{FF2B5EF4-FFF2-40B4-BE49-F238E27FC236}">
                    <a16:creationId xmlns:a16="http://schemas.microsoft.com/office/drawing/2014/main" id="{F87CF4D1-E6F2-41AD-B356-B6F6C55958AD}"/>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1" name="Freeform 53">
                <a:extLst>
                  <a:ext uri="{FF2B5EF4-FFF2-40B4-BE49-F238E27FC236}">
                    <a16:creationId xmlns:a16="http://schemas.microsoft.com/office/drawing/2014/main" id="{9A9763CF-C89B-4D3E-93FB-BB1F3A5B3E77}"/>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2" name="Freeform 54">
                <a:extLst>
                  <a:ext uri="{FF2B5EF4-FFF2-40B4-BE49-F238E27FC236}">
                    <a16:creationId xmlns:a16="http://schemas.microsoft.com/office/drawing/2014/main" id="{EA6271CB-C296-4BE7-A44D-3F47BDE67664}"/>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3" name="Freeform 55">
                <a:extLst>
                  <a:ext uri="{FF2B5EF4-FFF2-40B4-BE49-F238E27FC236}">
                    <a16:creationId xmlns:a16="http://schemas.microsoft.com/office/drawing/2014/main" id="{D0438DDA-17CD-4AB2-8771-C692F8DB7726}"/>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4" name="Freeform 56">
                <a:extLst>
                  <a:ext uri="{FF2B5EF4-FFF2-40B4-BE49-F238E27FC236}">
                    <a16:creationId xmlns:a16="http://schemas.microsoft.com/office/drawing/2014/main" id="{D4E26D8B-6053-433B-9BDB-A7692C729322}"/>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5" name="Freeform 57">
                <a:extLst>
                  <a:ext uri="{FF2B5EF4-FFF2-40B4-BE49-F238E27FC236}">
                    <a16:creationId xmlns:a16="http://schemas.microsoft.com/office/drawing/2014/main" id="{6EA1BF82-AD5E-4808-B614-B86560D64D3F}"/>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6" name="Freeform 58">
                <a:extLst>
                  <a:ext uri="{FF2B5EF4-FFF2-40B4-BE49-F238E27FC236}">
                    <a16:creationId xmlns:a16="http://schemas.microsoft.com/office/drawing/2014/main" id="{E2CFB48A-85BB-4A3D-8CF5-ADE311EB776A}"/>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spTree>
    <p:extLst>
      <p:ext uri="{BB962C8B-B14F-4D97-AF65-F5344CB8AC3E}">
        <p14:creationId xmlns:p14="http://schemas.microsoft.com/office/powerpoint/2010/main" val="354661165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4751532" cy="2852737"/>
          </a:xfrm>
        </p:spPr>
        <p:txBody>
          <a:bodyPr anchor="b">
            <a:normAutofit/>
          </a:bodyPr>
          <a:lstStyle>
            <a:lvl1pPr>
              <a:defRPr sz="4800">
                <a:solidFill>
                  <a:schemeClr val="tx2"/>
                </a:solidFill>
              </a:defRPr>
            </a:lvl1pPr>
          </a:lstStyle>
          <a:p>
            <a:r>
              <a:rPr lang="en-US"/>
              <a:t>Click to edit Master title style</a:t>
            </a:r>
          </a:p>
        </p:txBody>
      </p:sp>
      <p:sp>
        <p:nvSpPr>
          <p:cNvPr id="3" name="Text Placeholder 2"/>
          <p:cNvSpPr>
            <a:spLocks noGrp="1"/>
          </p:cNvSpPr>
          <p:nvPr>
            <p:ph type="body" idx="1"/>
          </p:nvPr>
        </p:nvSpPr>
        <p:spPr>
          <a:xfrm>
            <a:off x="831850" y="4589463"/>
            <a:ext cx="4751532"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1" name="Group 70">
            <a:extLst>
              <a:ext uri="{FF2B5EF4-FFF2-40B4-BE49-F238E27FC236}">
                <a16:creationId xmlns:a16="http://schemas.microsoft.com/office/drawing/2014/main" id="{58066B15-3DAB-470B-9608-2DFF2639E406}"/>
              </a:ext>
            </a:extLst>
          </p:cNvPr>
          <p:cNvGrpSpPr/>
          <p:nvPr/>
        </p:nvGrpSpPr>
        <p:grpSpPr>
          <a:xfrm>
            <a:off x="6935880" y="579268"/>
            <a:ext cx="4424270" cy="5699464"/>
            <a:chOff x="6935880" y="579268"/>
            <a:chExt cx="4424270" cy="5699464"/>
          </a:xfrm>
        </p:grpSpPr>
        <p:grpSp>
          <p:nvGrpSpPr>
            <p:cNvPr id="72" name="Group 71">
              <a:extLst>
                <a:ext uri="{FF2B5EF4-FFF2-40B4-BE49-F238E27FC236}">
                  <a16:creationId xmlns:a16="http://schemas.microsoft.com/office/drawing/2014/main" id="{AB85C45B-1C93-40A0-8209-29DE1B868B0E}"/>
                </a:ext>
              </a:extLst>
            </p:cNvPr>
            <p:cNvGrpSpPr>
              <a:grpSpLocks/>
            </p:cNvGrpSpPr>
            <p:nvPr/>
          </p:nvGrpSpPr>
          <p:grpSpPr bwMode="auto">
            <a:xfrm>
              <a:off x="8553460" y="4098108"/>
              <a:ext cx="1223495" cy="1114212"/>
              <a:chOff x="2135188" y="3590925"/>
              <a:chExt cx="1635125" cy="1489075"/>
            </a:xfrm>
            <a:solidFill>
              <a:schemeClr val="accent5"/>
            </a:solidFill>
          </p:grpSpPr>
          <p:sp>
            <p:nvSpPr>
              <p:cNvPr id="126" name="Freeform 4">
                <a:extLst>
                  <a:ext uri="{FF2B5EF4-FFF2-40B4-BE49-F238E27FC236}">
                    <a16:creationId xmlns:a16="http://schemas.microsoft.com/office/drawing/2014/main" id="{091706A3-C7D8-4260-8625-DC5F63F81B6F}"/>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7" name="Freeform 5">
                <a:extLst>
                  <a:ext uri="{FF2B5EF4-FFF2-40B4-BE49-F238E27FC236}">
                    <a16:creationId xmlns:a16="http://schemas.microsoft.com/office/drawing/2014/main" id="{27FE0480-F07B-49A4-BD43-CBBB178467CC}"/>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8" name="Freeform 6">
                <a:extLst>
                  <a:ext uri="{FF2B5EF4-FFF2-40B4-BE49-F238E27FC236}">
                    <a16:creationId xmlns:a16="http://schemas.microsoft.com/office/drawing/2014/main" id="{2B7A8400-7988-44E6-A8E3-07983B6AE039}"/>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9" name="Freeform 7">
                <a:extLst>
                  <a:ext uri="{FF2B5EF4-FFF2-40B4-BE49-F238E27FC236}">
                    <a16:creationId xmlns:a16="http://schemas.microsoft.com/office/drawing/2014/main" id="{78172183-1D70-48CE-9AA2-D59B7CF46D5D}"/>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0" name="Freeform 8">
                <a:extLst>
                  <a:ext uri="{FF2B5EF4-FFF2-40B4-BE49-F238E27FC236}">
                    <a16:creationId xmlns:a16="http://schemas.microsoft.com/office/drawing/2014/main" id="{90DAB10C-FCA2-49E5-B563-2BC6795A715A}"/>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1" name="Freeform 9">
                <a:extLst>
                  <a:ext uri="{FF2B5EF4-FFF2-40B4-BE49-F238E27FC236}">
                    <a16:creationId xmlns:a16="http://schemas.microsoft.com/office/drawing/2014/main" id="{0F430AED-85D6-49F9-9215-D8983D3DACEF}"/>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2" name="Freeform 10">
                <a:extLst>
                  <a:ext uri="{FF2B5EF4-FFF2-40B4-BE49-F238E27FC236}">
                    <a16:creationId xmlns:a16="http://schemas.microsoft.com/office/drawing/2014/main" id="{FE3ECEEE-B236-4CB9-9511-B7C57DCCB4AD}"/>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3" name="Freeform 11">
                <a:extLst>
                  <a:ext uri="{FF2B5EF4-FFF2-40B4-BE49-F238E27FC236}">
                    <a16:creationId xmlns:a16="http://schemas.microsoft.com/office/drawing/2014/main" id="{09C54AB0-CBE3-42FC-BA56-EC668E89238B}"/>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4" name="Freeform 12">
                <a:extLst>
                  <a:ext uri="{FF2B5EF4-FFF2-40B4-BE49-F238E27FC236}">
                    <a16:creationId xmlns:a16="http://schemas.microsoft.com/office/drawing/2014/main" id="{BAE415A5-E013-44E4-AA8F-D3825F5EA0B1}"/>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5" name="Freeform 13">
                <a:extLst>
                  <a:ext uri="{FF2B5EF4-FFF2-40B4-BE49-F238E27FC236}">
                    <a16:creationId xmlns:a16="http://schemas.microsoft.com/office/drawing/2014/main" id="{7DF27E96-21E8-4FA3-A999-4DF713D2242C}"/>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6" name="Freeform 14">
                <a:extLst>
                  <a:ext uri="{FF2B5EF4-FFF2-40B4-BE49-F238E27FC236}">
                    <a16:creationId xmlns:a16="http://schemas.microsoft.com/office/drawing/2014/main" id="{5B8A13AB-804B-4D68-BE43-BC05A13C9405}"/>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73" name="Group 4">
              <a:extLst>
                <a:ext uri="{FF2B5EF4-FFF2-40B4-BE49-F238E27FC236}">
                  <a16:creationId xmlns:a16="http://schemas.microsoft.com/office/drawing/2014/main" id="{DF9991CE-B9DF-48AB-94FC-05BAC325ED28}"/>
                </a:ext>
              </a:extLst>
            </p:cNvPr>
            <p:cNvGrpSpPr>
              <a:grpSpLocks/>
            </p:cNvGrpSpPr>
            <p:nvPr/>
          </p:nvGrpSpPr>
          <p:grpSpPr bwMode="auto">
            <a:xfrm>
              <a:off x="9503527" y="5254798"/>
              <a:ext cx="1856623" cy="1023934"/>
              <a:chOff x="5265738" y="5084763"/>
              <a:chExt cx="2481262" cy="1368425"/>
            </a:xfrm>
            <a:solidFill>
              <a:schemeClr val="accent4"/>
            </a:solidFill>
          </p:grpSpPr>
          <p:sp>
            <p:nvSpPr>
              <p:cNvPr id="113" name="Freeform 20">
                <a:extLst>
                  <a:ext uri="{FF2B5EF4-FFF2-40B4-BE49-F238E27FC236}">
                    <a16:creationId xmlns:a16="http://schemas.microsoft.com/office/drawing/2014/main" id="{127686D2-F80D-49D2-B243-345B107BA821}"/>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4" name="Freeform 25">
                <a:extLst>
                  <a:ext uri="{FF2B5EF4-FFF2-40B4-BE49-F238E27FC236}">
                    <a16:creationId xmlns:a16="http://schemas.microsoft.com/office/drawing/2014/main" id="{A9A16ABA-0135-46C1-97DF-A403359105AB}"/>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5" name="Freeform 26">
                <a:extLst>
                  <a:ext uri="{FF2B5EF4-FFF2-40B4-BE49-F238E27FC236}">
                    <a16:creationId xmlns:a16="http://schemas.microsoft.com/office/drawing/2014/main" id="{66872410-136E-4CB8-AAA0-7D481B07C8EE}"/>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6" name="Freeform 27">
                <a:extLst>
                  <a:ext uri="{FF2B5EF4-FFF2-40B4-BE49-F238E27FC236}">
                    <a16:creationId xmlns:a16="http://schemas.microsoft.com/office/drawing/2014/main" id="{242E9E55-ECE9-4D88-9321-5AAA12F1684C}"/>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7" name="Freeform 15">
                <a:extLst>
                  <a:ext uri="{FF2B5EF4-FFF2-40B4-BE49-F238E27FC236}">
                    <a16:creationId xmlns:a16="http://schemas.microsoft.com/office/drawing/2014/main" id="{B7C7AC36-4202-4DEB-8E7C-12D9B8930788}"/>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8" name="Freeform 16">
                <a:extLst>
                  <a:ext uri="{FF2B5EF4-FFF2-40B4-BE49-F238E27FC236}">
                    <a16:creationId xmlns:a16="http://schemas.microsoft.com/office/drawing/2014/main" id="{4877687F-3165-4326-BAAB-152EAA51E75D}"/>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9" name="Freeform 17">
                <a:extLst>
                  <a:ext uri="{FF2B5EF4-FFF2-40B4-BE49-F238E27FC236}">
                    <a16:creationId xmlns:a16="http://schemas.microsoft.com/office/drawing/2014/main" id="{385C098A-2780-477D-9D0B-0DEDE2BDEBCB}"/>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0" name="Freeform 18">
                <a:extLst>
                  <a:ext uri="{FF2B5EF4-FFF2-40B4-BE49-F238E27FC236}">
                    <a16:creationId xmlns:a16="http://schemas.microsoft.com/office/drawing/2014/main" id="{D83C7469-C91E-42BC-97EB-7B051E35C8F8}"/>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1" name="Freeform 19">
                <a:extLst>
                  <a:ext uri="{FF2B5EF4-FFF2-40B4-BE49-F238E27FC236}">
                    <a16:creationId xmlns:a16="http://schemas.microsoft.com/office/drawing/2014/main" id="{20F26206-9188-4B06-B2C6-AF51627740A0}"/>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2" name="Freeform 21">
                <a:extLst>
                  <a:ext uri="{FF2B5EF4-FFF2-40B4-BE49-F238E27FC236}">
                    <a16:creationId xmlns:a16="http://schemas.microsoft.com/office/drawing/2014/main" id="{D611CAA3-F679-419A-BD49-F77B7C05A9FB}"/>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3" name="Freeform 22">
                <a:extLst>
                  <a:ext uri="{FF2B5EF4-FFF2-40B4-BE49-F238E27FC236}">
                    <a16:creationId xmlns:a16="http://schemas.microsoft.com/office/drawing/2014/main" id="{43AB2282-97C9-4DD5-A0C6-7C431EEE0461}"/>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4" name="Freeform 24">
                <a:extLst>
                  <a:ext uri="{FF2B5EF4-FFF2-40B4-BE49-F238E27FC236}">
                    <a16:creationId xmlns:a16="http://schemas.microsoft.com/office/drawing/2014/main" id="{FA170430-479C-4376-B267-D5824BE5C31D}"/>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5" name="Freeform 28">
                <a:extLst>
                  <a:ext uri="{FF2B5EF4-FFF2-40B4-BE49-F238E27FC236}">
                    <a16:creationId xmlns:a16="http://schemas.microsoft.com/office/drawing/2014/main" id="{55F92743-13EE-492B-9BC4-60CB476FC241}"/>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74" name="Freeform 29">
              <a:extLst>
                <a:ext uri="{FF2B5EF4-FFF2-40B4-BE49-F238E27FC236}">
                  <a16:creationId xmlns:a16="http://schemas.microsoft.com/office/drawing/2014/main" id="{DC505A13-012F-4EF2-9FF9-B00D8E7062A0}"/>
                </a:ext>
              </a:extLst>
            </p:cNvPr>
            <p:cNvSpPr>
              <a:spLocks noChangeArrowheads="1"/>
            </p:cNvSpPr>
            <p:nvPr/>
          </p:nvSpPr>
          <p:spPr bwMode="auto">
            <a:xfrm>
              <a:off x="9737360" y="4350908"/>
              <a:ext cx="819622" cy="829126"/>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75" name="Freeform 30">
              <a:extLst>
                <a:ext uri="{FF2B5EF4-FFF2-40B4-BE49-F238E27FC236}">
                  <a16:creationId xmlns:a16="http://schemas.microsoft.com/office/drawing/2014/main" id="{0FE22588-D435-4E58-9464-849A9C1BE177}"/>
                </a:ext>
              </a:extLst>
            </p:cNvPr>
            <p:cNvSpPr>
              <a:spLocks noChangeArrowheads="1"/>
            </p:cNvSpPr>
            <p:nvPr/>
          </p:nvSpPr>
          <p:spPr bwMode="auto">
            <a:xfrm>
              <a:off x="8066865" y="4868743"/>
              <a:ext cx="1444436" cy="1409989"/>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76" name="Group 6">
              <a:extLst>
                <a:ext uri="{FF2B5EF4-FFF2-40B4-BE49-F238E27FC236}">
                  <a16:creationId xmlns:a16="http://schemas.microsoft.com/office/drawing/2014/main" id="{CDC7E08E-438C-41CE-B42B-FF799247781A}"/>
                </a:ext>
              </a:extLst>
            </p:cNvPr>
            <p:cNvGrpSpPr>
              <a:grpSpLocks/>
            </p:cNvGrpSpPr>
            <p:nvPr/>
          </p:nvGrpSpPr>
          <p:grpSpPr bwMode="auto">
            <a:xfrm rot="19964076">
              <a:off x="6935880" y="1901724"/>
              <a:ext cx="1374352" cy="1774661"/>
              <a:chOff x="3309938" y="4121150"/>
              <a:chExt cx="1836737" cy="2371725"/>
            </a:xfrm>
            <a:solidFill>
              <a:schemeClr val="accent6"/>
            </a:solidFill>
          </p:grpSpPr>
          <p:sp>
            <p:nvSpPr>
              <p:cNvPr id="109" name="Freeform 1">
                <a:extLst>
                  <a:ext uri="{FF2B5EF4-FFF2-40B4-BE49-F238E27FC236}">
                    <a16:creationId xmlns:a16="http://schemas.microsoft.com/office/drawing/2014/main" id="{9687662A-6701-49FB-8344-701261B43C92}"/>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0" name="Freeform 31">
                <a:extLst>
                  <a:ext uri="{FF2B5EF4-FFF2-40B4-BE49-F238E27FC236}">
                    <a16:creationId xmlns:a16="http://schemas.microsoft.com/office/drawing/2014/main" id="{396359F1-8301-458D-A771-233BDDF8A265}"/>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1" name="Freeform 32">
                <a:extLst>
                  <a:ext uri="{FF2B5EF4-FFF2-40B4-BE49-F238E27FC236}">
                    <a16:creationId xmlns:a16="http://schemas.microsoft.com/office/drawing/2014/main" id="{85B0D654-2E21-48AB-96BB-BBE314F1EF06}"/>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2" name="Freeform 33">
                <a:extLst>
                  <a:ext uri="{FF2B5EF4-FFF2-40B4-BE49-F238E27FC236}">
                    <a16:creationId xmlns:a16="http://schemas.microsoft.com/office/drawing/2014/main" id="{869E17B8-58A4-4208-9CB2-8E6D30CD0E49}"/>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77" name="Group 9">
              <a:extLst>
                <a:ext uri="{FF2B5EF4-FFF2-40B4-BE49-F238E27FC236}">
                  <a16:creationId xmlns:a16="http://schemas.microsoft.com/office/drawing/2014/main" id="{EA60441D-8E4E-4C86-8598-252A50F96FCD}"/>
                </a:ext>
              </a:extLst>
            </p:cNvPr>
            <p:cNvGrpSpPr>
              <a:grpSpLocks/>
            </p:cNvGrpSpPr>
            <p:nvPr/>
          </p:nvGrpSpPr>
          <p:grpSpPr bwMode="auto">
            <a:xfrm>
              <a:off x="9219952" y="2110419"/>
              <a:ext cx="1394547" cy="797054"/>
              <a:chOff x="5507038" y="1647825"/>
              <a:chExt cx="1863725" cy="1065213"/>
            </a:xfrm>
            <a:solidFill>
              <a:schemeClr val="accent2">
                <a:lumMod val="75000"/>
              </a:schemeClr>
            </a:solidFill>
          </p:grpSpPr>
          <p:sp>
            <p:nvSpPr>
              <p:cNvPr id="107" name="Freeform 34">
                <a:extLst>
                  <a:ext uri="{FF2B5EF4-FFF2-40B4-BE49-F238E27FC236}">
                    <a16:creationId xmlns:a16="http://schemas.microsoft.com/office/drawing/2014/main" id="{E614A700-E313-4A3B-BBD4-D175B53E1A30}"/>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8" name="Freeform 35">
                <a:extLst>
                  <a:ext uri="{FF2B5EF4-FFF2-40B4-BE49-F238E27FC236}">
                    <a16:creationId xmlns:a16="http://schemas.microsoft.com/office/drawing/2014/main" id="{FCEE9D4D-C730-4082-9D3A-03ACB745237D}"/>
                  </a:ext>
                </a:extLst>
              </p:cNvPr>
              <p:cNvSpPr>
                <a:spLocks noChangeArrowheads="1"/>
              </p:cNvSpPr>
              <p:nvPr/>
            </p:nvSpPr>
            <p:spPr bwMode="auto">
              <a:xfrm>
                <a:off x="5507038"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78" name="Group 5">
              <a:extLst>
                <a:ext uri="{FF2B5EF4-FFF2-40B4-BE49-F238E27FC236}">
                  <a16:creationId xmlns:a16="http://schemas.microsoft.com/office/drawing/2014/main" id="{5FF24DBA-191E-4B13-AF32-EE477869713B}"/>
                </a:ext>
              </a:extLst>
            </p:cNvPr>
            <p:cNvGrpSpPr>
              <a:grpSpLocks/>
            </p:cNvGrpSpPr>
            <p:nvPr/>
          </p:nvGrpSpPr>
          <p:grpSpPr bwMode="auto">
            <a:xfrm>
              <a:off x="9015521" y="2992306"/>
              <a:ext cx="1216368" cy="1118963"/>
              <a:chOff x="4892675" y="3322638"/>
              <a:chExt cx="1625600" cy="1495425"/>
            </a:xfrm>
            <a:solidFill>
              <a:schemeClr val="accent1"/>
            </a:solidFill>
          </p:grpSpPr>
          <p:sp>
            <p:nvSpPr>
              <p:cNvPr id="104" name="Freeform 2">
                <a:extLst>
                  <a:ext uri="{FF2B5EF4-FFF2-40B4-BE49-F238E27FC236}">
                    <a16:creationId xmlns:a16="http://schemas.microsoft.com/office/drawing/2014/main" id="{980028C4-887E-41A4-841F-782F9E8DFE4A}"/>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5" name="Freeform 36">
                <a:extLst>
                  <a:ext uri="{FF2B5EF4-FFF2-40B4-BE49-F238E27FC236}">
                    <a16:creationId xmlns:a16="http://schemas.microsoft.com/office/drawing/2014/main" id="{37D46088-23F1-4DC6-9FF4-09A3D6D9C91D}"/>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6" name="Freeform 37">
                <a:extLst>
                  <a:ext uri="{FF2B5EF4-FFF2-40B4-BE49-F238E27FC236}">
                    <a16:creationId xmlns:a16="http://schemas.microsoft.com/office/drawing/2014/main" id="{138F2C08-F68E-43C0-A469-023DDE302E27}"/>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79" name="Group 11">
              <a:extLst>
                <a:ext uri="{FF2B5EF4-FFF2-40B4-BE49-F238E27FC236}">
                  <a16:creationId xmlns:a16="http://schemas.microsoft.com/office/drawing/2014/main" id="{DF3A6CE8-25FD-4C72-8307-E8E15AACE5FD}"/>
                </a:ext>
              </a:extLst>
            </p:cNvPr>
            <p:cNvGrpSpPr>
              <a:grpSpLocks/>
            </p:cNvGrpSpPr>
            <p:nvPr/>
          </p:nvGrpSpPr>
          <p:grpSpPr bwMode="auto">
            <a:xfrm>
              <a:off x="8066865" y="1409779"/>
              <a:ext cx="1456315" cy="1368413"/>
              <a:chOff x="3332163" y="2060575"/>
              <a:chExt cx="1946275" cy="1828800"/>
            </a:xfrm>
            <a:solidFill>
              <a:schemeClr val="accent3"/>
            </a:solidFill>
          </p:grpSpPr>
          <p:sp>
            <p:nvSpPr>
              <p:cNvPr id="97" name="Freeform 43">
                <a:extLst>
                  <a:ext uri="{FF2B5EF4-FFF2-40B4-BE49-F238E27FC236}">
                    <a16:creationId xmlns:a16="http://schemas.microsoft.com/office/drawing/2014/main" id="{89EBDA0E-54DC-4D74-8C4C-7813DCD4D877}"/>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8" name="Freeform 38">
                <a:extLst>
                  <a:ext uri="{FF2B5EF4-FFF2-40B4-BE49-F238E27FC236}">
                    <a16:creationId xmlns:a16="http://schemas.microsoft.com/office/drawing/2014/main" id="{6AE641BC-911C-49DA-9256-52BEA4E3011C}"/>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9" name="Freeform 39">
                <a:extLst>
                  <a:ext uri="{FF2B5EF4-FFF2-40B4-BE49-F238E27FC236}">
                    <a16:creationId xmlns:a16="http://schemas.microsoft.com/office/drawing/2014/main" id="{FF557279-E10E-4EB5-B0AD-FD50822AFE9F}"/>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0" name="Freeform 40">
                <a:extLst>
                  <a:ext uri="{FF2B5EF4-FFF2-40B4-BE49-F238E27FC236}">
                    <a16:creationId xmlns:a16="http://schemas.microsoft.com/office/drawing/2014/main" id="{2D553B46-97A2-46E1-A4AD-C15E4BE48A18}"/>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1" name="Freeform 41">
                <a:extLst>
                  <a:ext uri="{FF2B5EF4-FFF2-40B4-BE49-F238E27FC236}">
                    <a16:creationId xmlns:a16="http://schemas.microsoft.com/office/drawing/2014/main" id="{45626466-DEBB-4C65-9276-CE363B427FCB}"/>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2" name="Freeform 42">
                <a:extLst>
                  <a:ext uri="{FF2B5EF4-FFF2-40B4-BE49-F238E27FC236}">
                    <a16:creationId xmlns:a16="http://schemas.microsoft.com/office/drawing/2014/main" id="{5B3F7298-E9BE-49A4-AC43-48403A42EF21}"/>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3" name="Freeform 44">
                <a:extLst>
                  <a:ext uri="{FF2B5EF4-FFF2-40B4-BE49-F238E27FC236}">
                    <a16:creationId xmlns:a16="http://schemas.microsoft.com/office/drawing/2014/main" id="{4CB0B42B-B30B-4CDC-98C6-D38DFAE4B6A4}"/>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80" name="Group 13">
              <a:extLst>
                <a:ext uri="{FF2B5EF4-FFF2-40B4-BE49-F238E27FC236}">
                  <a16:creationId xmlns:a16="http://schemas.microsoft.com/office/drawing/2014/main" id="{F153E12E-7ED8-40C2-BDCC-F4AA615333E5}"/>
                </a:ext>
              </a:extLst>
            </p:cNvPr>
            <p:cNvGrpSpPr>
              <a:grpSpLocks/>
            </p:cNvGrpSpPr>
            <p:nvPr/>
          </p:nvGrpSpPr>
          <p:grpSpPr bwMode="auto">
            <a:xfrm>
              <a:off x="9263532" y="1260636"/>
              <a:ext cx="1325651" cy="667577"/>
              <a:chOff x="5826125" y="2760663"/>
              <a:chExt cx="1771650" cy="892175"/>
            </a:xfrm>
            <a:solidFill>
              <a:schemeClr val="accent5"/>
            </a:solidFill>
          </p:grpSpPr>
          <p:sp>
            <p:nvSpPr>
              <p:cNvPr id="91" name="Freeform 45">
                <a:extLst>
                  <a:ext uri="{FF2B5EF4-FFF2-40B4-BE49-F238E27FC236}">
                    <a16:creationId xmlns:a16="http://schemas.microsoft.com/office/drawing/2014/main" id="{B31B69AC-4E8F-4F3A-9DDF-85D09EE2642E}"/>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2" name="Freeform 46">
                <a:extLst>
                  <a:ext uri="{FF2B5EF4-FFF2-40B4-BE49-F238E27FC236}">
                    <a16:creationId xmlns:a16="http://schemas.microsoft.com/office/drawing/2014/main" id="{3F234105-87AD-4576-B31E-481DD3E97DBB}"/>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3" name="Freeform 47">
                <a:extLst>
                  <a:ext uri="{FF2B5EF4-FFF2-40B4-BE49-F238E27FC236}">
                    <a16:creationId xmlns:a16="http://schemas.microsoft.com/office/drawing/2014/main" id="{8A692F45-F974-4379-954B-3DC3597A4895}"/>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4" name="Freeform 48">
                <a:extLst>
                  <a:ext uri="{FF2B5EF4-FFF2-40B4-BE49-F238E27FC236}">
                    <a16:creationId xmlns:a16="http://schemas.microsoft.com/office/drawing/2014/main" id="{C4C1030B-9973-4EEF-B7FB-081AA2EADA0A}"/>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5" name="Freeform 49">
                <a:extLst>
                  <a:ext uri="{FF2B5EF4-FFF2-40B4-BE49-F238E27FC236}">
                    <a16:creationId xmlns:a16="http://schemas.microsoft.com/office/drawing/2014/main" id="{91627A76-E550-4233-8937-028F31846250}"/>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6" name="Freeform 50">
                <a:extLst>
                  <a:ext uri="{FF2B5EF4-FFF2-40B4-BE49-F238E27FC236}">
                    <a16:creationId xmlns:a16="http://schemas.microsoft.com/office/drawing/2014/main" id="{32900A4C-531B-4208-AE74-63E75ECBF893}"/>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81" name="Freeform 52">
              <a:extLst>
                <a:ext uri="{FF2B5EF4-FFF2-40B4-BE49-F238E27FC236}">
                  <a16:creationId xmlns:a16="http://schemas.microsoft.com/office/drawing/2014/main" id="{96E56327-A4B7-4A92-958F-F1E1CAE70E65}"/>
                </a:ext>
              </a:extLst>
            </p:cNvPr>
            <p:cNvSpPr>
              <a:spLocks noChangeArrowheads="1"/>
            </p:cNvSpPr>
            <p:nvPr/>
          </p:nvSpPr>
          <p:spPr bwMode="auto">
            <a:xfrm rot="18231819">
              <a:off x="7895711" y="3561567"/>
              <a:ext cx="1103521" cy="970481"/>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3"/>
            </a:solidFill>
            <a:ln>
              <a:noFill/>
            </a:ln>
            <a:effectLst/>
          </p:spPr>
          <p:txBody>
            <a:bodyPr wrap="none" anchor="ctr"/>
            <a:lstStyle/>
            <a:p>
              <a:endParaRPr lang="es-ES_tradnl" sz="1633"/>
            </a:p>
          </p:txBody>
        </p:sp>
        <p:grpSp>
          <p:nvGrpSpPr>
            <p:cNvPr id="82" name="Group 12">
              <a:extLst>
                <a:ext uri="{FF2B5EF4-FFF2-40B4-BE49-F238E27FC236}">
                  <a16:creationId xmlns:a16="http://schemas.microsoft.com/office/drawing/2014/main" id="{5CFE41AD-FCC8-4E13-9294-71193EFA8C05}"/>
                </a:ext>
              </a:extLst>
            </p:cNvPr>
            <p:cNvGrpSpPr>
              <a:grpSpLocks/>
            </p:cNvGrpSpPr>
            <p:nvPr/>
          </p:nvGrpSpPr>
          <p:grpSpPr bwMode="auto">
            <a:xfrm>
              <a:off x="7845552" y="579268"/>
              <a:ext cx="1280512" cy="991862"/>
              <a:chOff x="3065463" y="1036638"/>
              <a:chExt cx="1711325" cy="1325562"/>
            </a:xfrm>
            <a:solidFill>
              <a:schemeClr val="accent4"/>
            </a:solidFill>
          </p:grpSpPr>
          <p:sp>
            <p:nvSpPr>
              <p:cNvPr id="83" name="Freeform 3">
                <a:extLst>
                  <a:ext uri="{FF2B5EF4-FFF2-40B4-BE49-F238E27FC236}">
                    <a16:creationId xmlns:a16="http://schemas.microsoft.com/office/drawing/2014/main" id="{750BD29D-ED26-445A-B13C-29E4DE47EC5C}"/>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4" name="Freeform 51">
                <a:extLst>
                  <a:ext uri="{FF2B5EF4-FFF2-40B4-BE49-F238E27FC236}">
                    <a16:creationId xmlns:a16="http://schemas.microsoft.com/office/drawing/2014/main" id="{3B6378A5-56F5-4DD4-85F0-439ABC2E446E}"/>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5" name="Freeform 53">
                <a:extLst>
                  <a:ext uri="{FF2B5EF4-FFF2-40B4-BE49-F238E27FC236}">
                    <a16:creationId xmlns:a16="http://schemas.microsoft.com/office/drawing/2014/main" id="{C65ED728-AAE4-4B3E-8263-7C77B8111F00}"/>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6" name="Freeform 54">
                <a:extLst>
                  <a:ext uri="{FF2B5EF4-FFF2-40B4-BE49-F238E27FC236}">
                    <a16:creationId xmlns:a16="http://schemas.microsoft.com/office/drawing/2014/main" id="{8B284603-9B76-4D8C-97D1-3100CA2D8337}"/>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7" name="Freeform 55">
                <a:extLst>
                  <a:ext uri="{FF2B5EF4-FFF2-40B4-BE49-F238E27FC236}">
                    <a16:creationId xmlns:a16="http://schemas.microsoft.com/office/drawing/2014/main" id="{62EAA79C-D702-43DA-81A0-D56968F516D7}"/>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8" name="Freeform 56">
                <a:extLst>
                  <a:ext uri="{FF2B5EF4-FFF2-40B4-BE49-F238E27FC236}">
                    <a16:creationId xmlns:a16="http://schemas.microsoft.com/office/drawing/2014/main" id="{4D98D48C-F5DD-42EB-A9F5-7497826EBAE4}"/>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9" name="Freeform 57">
                <a:extLst>
                  <a:ext uri="{FF2B5EF4-FFF2-40B4-BE49-F238E27FC236}">
                    <a16:creationId xmlns:a16="http://schemas.microsoft.com/office/drawing/2014/main" id="{06A09CD0-9A4B-4886-AE70-86F507C166B0}"/>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0" name="Freeform 58">
                <a:extLst>
                  <a:ext uri="{FF2B5EF4-FFF2-40B4-BE49-F238E27FC236}">
                    <a16:creationId xmlns:a16="http://schemas.microsoft.com/office/drawing/2014/main" id="{C839589F-8C11-4B35-90D7-A5D4B2AB7F5D}"/>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pic>
        <p:nvPicPr>
          <p:cNvPr id="5" name="Picture 4" descr="A black and orange logo&#10;&#10;Description automatically generated">
            <a:extLst>
              <a:ext uri="{FF2B5EF4-FFF2-40B4-BE49-F238E27FC236}">
                <a16:creationId xmlns:a16="http://schemas.microsoft.com/office/drawing/2014/main" id="{0116ADB3-4D98-F0E9-D384-1454B38C41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61871" y="6235191"/>
            <a:ext cx="1383857" cy="553543"/>
          </a:xfrm>
          <a:prstGeom prst="rect">
            <a:avLst/>
          </a:prstGeom>
        </p:spPr>
      </p:pic>
    </p:spTree>
    <p:extLst>
      <p:ext uri="{BB962C8B-B14F-4D97-AF65-F5344CB8AC3E}">
        <p14:creationId xmlns:p14="http://schemas.microsoft.com/office/powerpoint/2010/main" val="425136985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Thanks_1">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6" name="Group 7">
            <a:extLst>
              <a:ext uri="{FF2B5EF4-FFF2-40B4-BE49-F238E27FC236}">
                <a16:creationId xmlns:a16="http://schemas.microsoft.com/office/drawing/2014/main" id="{4A9E56A3-D48D-446B-9A8D-3108C5F3A063}"/>
              </a:ext>
            </a:extLst>
          </p:cNvPr>
          <p:cNvGrpSpPr>
            <a:grpSpLocks/>
          </p:cNvGrpSpPr>
          <p:nvPr/>
        </p:nvGrpSpPr>
        <p:grpSpPr bwMode="auto">
          <a:xfrm>
            <a:off x="913264" y="3279368"/>
            <a:ext cx="1407504" cy="1281785"/>
            <a:chOff x="2135188" y="3590925"/>
            <a:chExt cx="1635125" cy="1489075"/>
          </a:xfrm>
          <a:solidFill>
            <a:schemeClr val="accent5"/>
          </a:solidFill>
        </p:grpSpPr>
        <p:sp>
          <p:nvSpPr>
            <p:cNvPr id="60" name="Freeform 4">
              <a:extLst>
                <a:ext uri="{FF2B5EF4-FFF2-40B4-BE49-F238E27FC236}">
                  <a16:creationId xmlns:a16="http://schemas.microsoft.com/office/drawing/2014/main" id="{075E5F47-FF35-4BBB-AB0F-E6A80F654BC8}"/>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1" name="Freeform 5">
              <a:extLst>
                <a:ext uri="{FF2B5EF4-FFF2-40B4-BE49-F238E27FC236}">
                  <a16:creationId xmlns:a16="http://schemas.microsoft.com/office/drawing/2014/main" id="{FE6A4A4E-E7BF-4ABA-B132-A42B73595782}"/>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2" name="Freeform 6">
              <a:extLst>
                <a:ext uri="{FF2B5EF4-FFF2-40B4-BE49-F238E27FC236}">
                  <a16:creationId xmlns:a16="http://schemas.microsoft.com/office/drawing/2014/main" id="{7919540C-206F-46AB-85BC-B87F7D25CF95}"/>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3" name="Freeform 7">
              <a:extLst>
                <a:ext uri="{FF2B5EF4-FFF2-40B4-BE49-F238E27FC236}">
                  <a16:creationId xmlns:a16="http://schemas.microsoft.com/office/drawing/2014/main" id="{B6E9E889-13A5-42B1-BB2D-86DE6C64A622}"/>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4" name="Freeform 8">
              <a:extLst>
                <a:ext uri="{FF2B5EF4-FFF2-40B4-BE49-F238E27FC236}">
                  <a16:creationId xmlns:a16="http://schemas.microsoft.com/office/drawing/2014/main" id="{1758BC21-E0EC-453B-B9D9-9BFD3C931633}"/>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5" name="Freeform 9">
              <a:extLst>
                <a:ext uri="{FF2B5EF4-FFF2-40B4-BE49-F238E27FC236}">
                  <a16:creationId xmlns:a16="http://schemas.microsoft.com/office/drawing/2014/main" id="{78919421-0ECD-4541-B2A1-8A9B8DED60FC}"/>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6" name="Freeform 10">
              <a:extLst>
                <a:ext uri="{FF2B5EF4-FFF2-40B4-BE49-F238E27FC236}">
                  <a16:creationId xmlns:a16="http://schemas.microsoft.com/office/drawing/2014/main" id="{15C6AA19-9D26-42A8-8D3F-B5E39E731FA7}"/>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7" name="Freeform 11">
              <a:extLst>
                <a:ext uri="{FF2B5EF4-FFF2-40B4-BE49-F238E27FC236}">
                  <a16:creationId xmlns:a16="http://schemas.microsoft.com/office/drawing/2014/main" id="{C49A4D7D-7A6E-4E78-88E2-37871BA6275D}"/>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8" name="Freeform 12">
              <a:extLst>
                <a:ext uri="{FF2B5EF4-FFF2-40B4-BE49-F238E27FC236}">
                  <a16:creationId xmlns:a16="http://schemas.microsoft.com/office/drawing/2014/main" id="{A4CC0090-7379-44D5-86F4-0431CDF1ADDE}"/>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69" name="Freeform 13">
              <a:extLst>
                <a:ext uri="{FF2B5EF4-FFF2-40B4-BE49-F238E27FC236}">
                  <a16:creationId xmlns:a16="http://schemas.microsoft.com/office/drawing/2014/main" id="{F35733C5-A25C-42FF-9148-70C3538E47C9}"/>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70" name="Freeform 14">
              <a:extLst>
                <a:ext uri="{FF2B5EF4-FFF2-40B4-BE49-F238E27FC236}">
                  <a16:creationId xmlns:a16="http://schemas.microsoft.com/office/drawing/2014/main" id="{09B5CC27-F65B-4C54-855F-A17E306F6AD4}"/>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7" name="Group 4">
            <a:extLst>
              <a:ext uri="{FF2B5EF4-FFF2-40B4-BE49-F238E27FC236}">
                <a16:creationId xmlns:a16="http://schemas.microsoft.com/office/drawing/2014/main" id="{8F1A9984-ACE1-4310-9DA3-6738453D9A17}"/>
              </a:ext>
            </a:extLst>
          </p:cNvPr>
          <p:cNvGrpSpPr>
            <a:grpSpLocks/>
          </p:cNvGrpSpPr>
          <p:nvPr/>
        </p:nvGrpSpPr>
        <p:grpSpPr bwMode="auto">
          <a:xfrm>
            <a:off x="3608018" y="4565252"/>
            <a:ext cx="2135852" cy="1177930"/>
            <a:chOff x="5265738" y="5084763"/>
            <a:chExt cx="2481262" cy="1368425"/>
          </a:xfrm>
          <a:solidFill>
            <a:schemeClr val="accent3"/>
          </a:solidFill>
        </p:grpSpPr>
        <p:sp>
          <p:nvSpPr>
            <p:cNvPr id="47" name="Freeform 20">
              <a:extLst>
                <a:ext uri="{FF2B5EF4-FFF2-40B4-BE49-F238E27FC236}">
                  <a16:creationId xmlns:a16="http://schemas.microsoft.com/office/drawing/2014/main" id="{C3C90CFE-05AC-4748-953F-4737A68700F3}"/>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 name="Freeform 25">
              <a:extLst>
                <a:ext uri="{FF2B5EF4-FFF2-40B4-BE49-F238E27FC236}">
                  <a16:creationId xmlns:a16="http://schemas.microsoft.com/office/drawing/2014/main" id="{8280C386-5124-415B-B61A-2414228456C9}"/>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 name="Freeform 26">
              <a:extLst>
                <a:ext uri="{FF2B5EF4-FFF2-40B4-BE49-F238E27FC236}">
                  <a16:creationId xmlns:a16="http://schemas.microsoft.com/office/drawing/2014/main" id="{88C710D2-8BD6-4E75-AF20-D0D88C62E60B}"/>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0" name="Freeform 27">
              <a:extLst>
                <a:ext uri="{FF2B5EF4-FFF2-40B4-BE49-F238E27FC236}">
                  <a16:creationId xmlns:a16="http://schemas.microsoft.com/office/drawing/2014/main" id="{2D925BA9-7CA1-41FE-BF34-79898A72CDBA}"/>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 name="Freeform 15">
              <a:extLst>
                <a:ext uri="{FF2B5EF4-FFF2-40B4-BE49-F238E27FC236}">
                  <a16:creationId xmlns:a16="http://schemas.microsoft.com/office/drawing/2014/main" id="{4F1A34F1-F952-485F-9EF2-6E443A637F57}"/>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2" name="Freeform 16">
              <a:extLst>
                <a:ext uri="{FF2B5EF4-FFF2-40B4-BE49-F238E27FC236}">
                  <a16:creationId xmlns:a16="http://schemas.microsoft.com/office/drawing/2014/main" id="{8DE0EFC3-CA7B-47B2-B9E9-54B56DDB63B5}"/>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3" name="Freeform 17">
              <a:extLst>
                <a:ext uri="{FF2B5EF4-FFF2-40B4-BE49-F238E27FC236}">
                  <a16:creationId xmlns:a16="http://schemas.microsoft.com/office/drawing/2014/main" id="{B82BCAAA-19A2-485B-B48F-5A461204432C}"/>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4" name="Freeform 18">
              <a:extLst>
                <a:ext uri="{FF2B5EF4-FFF2-40B4-BE49-F238E27FC236}">
                  <a16:creationId xmlns:a16="http://schemas.microsoft.com/office/drawing/2014/main" id="{A01413A4-B20A-43F3-944B-A06C366996B5}"/>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5" name="Freeform 19">
              <a:extLst>
                <a:ext uri="{FF2B5EF4-FFF2-40B4-BE49-F238E27FC236}">
                  <a16:creationId xmlns:a16="http://schemas.microsoft.com/office/drawing/2014/main" id="{C9D73C35-FD1F-4A09-B87E-D0DDEAEA4D71}"/>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6" name="Freeform 21">
              <a:extLst>
                <a:ext uri="{FF2B5EF4-FFF2-40B4-BE49-F238E27FC236}">
                  <a16:creationId xmlns:a16="http://schemas.microsoft.com/office/drawing/2014/main" id="{731334FE-F063-4EAF-B335-14D323CB29E3}"/>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7" name="Freeform 22">
              <a:extLst>
                <a:ext uri="{FF2B5EF4-FFF2-40B4-BE49-F238E27FC236}">
                  <a16:creationId xmlns:a16="http://schemas.microsoft.com/office/drawing/2014/main" id="{09FAEC27-44EC-4C2C-9C6F-256EEE4247AC}"/>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8" name="Freeform 24">
              <a:extLst>
                <a:ext uri="{FF2B5EF4-FFF2-40B4-BE49-F238E27FC236}">
                  <a16:creationId xmlns:a16="http://schemas.microsoft.com/office/drawing/2014/main" id="{ECAF6765-B69D-4443-9C67-A51FD654056E}"/>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9" name="Freeform 28">
              <a:extLst>
                <a:ext uri="{FF2B5EF4-FFF2-40B4-BE49-F238E27FC236}">
                  <a16:creationId xmlns:a16="http://schemas.microsoft.com/office/drawing/2014/main" id="{F006436D-48F5-4BF6-8D5B-F1BD9429CCE7}"/>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8" name="Freeform 29">
            <a:extLst>
              <a:ext uri="{FF2B5EF4-FFF2-40B4-BE49-F238E27FC236}">
                <a16:creationId xmlns:a16="http://schemas.microsoft.com/office/drawing/2014/main" id="{38301795-3762-4FB0-BD2F-8D63E680A0D5}"/>
              </a:ext>
            </a:extLst>
          </p:cNvPr>
          <p:cNvSpPr>
            <a:spLocks noChangeArrowheads="1"/>
          </p:cNvSpPr>
          <p:nvPr/>
        </p:nvSpPr>
        <p:spPr bwMode="auto">
          <a:xfrm>
            <a:off x="894133" y="2235354"/>
            <a:ext cx="942890" cy="953824"/>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9" name="Freeform 30">
            <a:extLst>
              <a:ext uri="{FF2B5EF4-FFF2-40B4-BE49-F238E27FC236}">
                <a16:creationId xmlns:a16="http://schemas.microsoft.com/office/drawing/2014/main" id="{5C3757D2-A144-426A-A070-7B54138BD971}"/>
              </a:ext>
            </a:extLst>
          </p:cNvPr>
          <p:cNvSpPr>
            <a:spLocks noChangeArrowheads="1"/>
          </p:cNvSpPr>
          <p:nvPr/>
        </p:nvSpPr>
        <p:spPr bwMode="auto">
          <a:xfrm>
            <a:off x="368026" y="4140268"/>
            <a:ext cx="1661675" cy="1622047"/>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10" name="Group 6">
            <a:extLst>
              <a:ext uri="{FF2B5EF4-FFF2-40B4-BE49-F238E27FC236}">
                <a16:creationId xmlns:a16="http://schemas.microsoft.com/office/drawing/2014/main" id="{4FB293BB-7C73-4DF3-91C1-A5186C7EF101}"/>
              </a:ext>
            </a:extLst>
          </p:cNvPr>
          <p:cNvGrpSpPr>
            <a:grpSpLocks/>
          </p:cNvGrpSpPr>
          <p:nvPr/>
        </p:nvGrpSpPr>
        <p:grpSpPr bwMode="auto">
          <a:xfrm>
            <a:off x="1924481" y="3735781"/>
            <a:ext cx="1581049" cy="2041564"/>
            <a:chOff x="3309938" y="4121150"/>
            <a:chExt cx="1836737" cy="2371725"/>
          </a:xfrm>
          <a:solidFill>
            <a:schemeClr val="accent4"/>
          </a:solidFill>
        </p:grpSpPr>
        <p:sp>
          <p:nvSpPr>
            <p:cNvPr id="43" name="Freeform 1">
              <a:extLst>
                <a:ext uri="{FF2B5EF4-FFF2-40B4-BE49-F238E27FC236}">
                  <a16:creationId xmlns:a16="http://schemas.microsoft.com/office/drawing/2014/main" id="{55B3F07A-A8F2-4D43-96C3-5AA8610A7387}"/>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4" name="Freeform 31">
              <a:extLst>
                <a:ext uri="{FF2B5EF4-FFF2-40B4-BE49-F238E27FC236}">
                  <a16:creationId xmlns:a16="http://schemas.microsoft.com/office/drawing/2014/main" id="{CC7E46D0-D1FD-47DB-B840-316295CB91E6}"/>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5" name="Freeform 32">
              <a:extLst>
                <a:ext uri="{FF2B5EF4-FFF2-40B4-BE49-F238E27FC236}">
                  <a16:creationId xmlns:a16="http://schemas.microsoft.com/office/drawing/2014/main" id="{6F698EA3-CACD-42CA-8E82-8A0B37D3DEDA}"/>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 name="Freeform 33">
              <a:extLst>
                <a:ext uri="{FF2B5EF4-FFF2-40B4-BE49-F238E27FC236}">
                  <a16:creationId xmlns:a16="http://schemas.microsoft.com/office/drawing/2014/main" id="{7FEEB047-CEA4-4AF0-8DA7-2914F2984E9F}"/>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1" name="Group 9">
            <a:extLst>
              <a:ext uri="{FF2B5EF4-FFF2-40B4-BE49-F238E27FC236}">
                <a16:creationId xmlns:a16="http://schemas.microsoft.com/office/drawing/2014/main" id="{1E50EE44-2B92-4169-9410-62322A03653E}"/>
              </a:ext>
            </a:extLst>
          </p:cNvPr>
          <p:cNvGrpSpPr>
            <a:grpSpLocks/>
          </p:cNvGrpSpPr>
          <p:nvPr/>
        </p:nvGrpSpPr>
        <p:grpSpPr bwMode="auto">
          <a:xfrm>
            <a:off x="3815729" y="1606760"/>
            <a:ext cx="1604282" cy="916928"/>
            <a:chOff x="5507038" y="1647825"/>
            <a:chExt cx="1863725" cy="1065213"/>
          </a:xfrm>
          <a:solidFill>
            <a:schemeClr val="bg2"/>
          </a:solidFill>
        </p:grpSpPr>
        <p:sp>
          <p:nvSpPr>
            <p:cNvPr id="41" name="Freeform 34">
              <a:extLst>
                <a:ext uri="{FF2B5EF4-FFF2-40B4-BE49-F238E27FC236}">
                  <a16:creationId xmlns:a16="http://schemas.microsoft.com/office/drawing/2014/main" id="{68800E9B-0664-4E33-BB5E-8CEAEA9944ED}"/>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2" name="Freeform 35">
              <a:extLst>
                <a:ext uri="{FF2B5EF4-FFF2-40B4-BE49-F238E27FC236}">
                  <a16:creationId xmlns:a16="http://schemas.microsoft.com/office/drawing/2014/main" id="{2302A09B-4FC2-4172-9A42-7CE436E51CAF}"/>
                </a:ext>
              </a:extLst>
            </p:cNvPr>
            <p:cNvSpPr>
              <a:spLocks noChangeArrowheads="1"/>
            </p:cNvSpPr>
            <p:nvPr/>
          </p:nvSpPr>
          <p:spPr bwMode="auto">
            <a:xfrm>
              <a:off x="5507038"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2" name="Group 5">
            <a:extLst>
              <a:ext uri="{FF2B5EF4-FFF2-40B4-BE49-F238E27FC236}">
                <a16:creationId xmlns:a16="http://schemas.microsoft.com/office/drawing/2014/main" id="{DAA8175D-DAD4-40F5-B97A-118C7D9A8900}"/>
              </a:ext>
            </a:extLst>
          </p:cNvPr>
          <p:cNvGrpSpPr>
            <a:grpSpLocks/>
          </p:cNvGrpSpPr>
          <p:nvPr/>
        </p:nvGrpSpPr>
        <p:grpSpPr bwMode="auto">
          <a:xfrm>
            <a:off x="3286889" y="3048428"/>
            <a:ext cx="1399305" cy="1287251"/>
            <a:chOff x="4892675" y="3322638"/>
            <a:chExt cx="1625600" cy="1495425"/>
          </a:xfrm>
          <a:solidFill>
            <a:schemeClr val="accent1"/>
          </a:solidFill>
        </p:grpSpPr>
        <p:sp>
          <p:nvSpPr>
            <p:cNvPr id="38" name="Freeform 2">
              <a:extLst>
                <a:ext uri="{FF2B5EF4-FFF2-40B4-BE49-F238E27FC236}">
                  <a16:creationId xmlns:a16="http://schemas.microsoft.com/office/drawing/2014/main" id="{FD082B37-09FC-4B3B-9846-42CBBE204637}"/>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9" name="Freeform 36">
              <a:extLst>
                <a:ext uri="{FF2B5EF4-FFF2-40B4-BE49-F238E27FC236}">
                  <a16:creationId xmlns:a16="http://schemas.microsoft.com/office/drawing/2014/main" id="{78A9CE46-73F6-4848-970E-1BDB57D747B0}"/>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0" name="Freeform 37">
              <a:extLst>
                <a:ext uri="{FF2B5EF4-FFF2-40B4-BE49-F238E27FC236}">
                  <a16:creationId xmlns:a16="http://schemas.microsoft.com/office/drawing/2014/main" id="{338C2925-4C3C-4B43-813E-81F61FABD1F0}"/>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3" name="Group 11">
            <a:extLst>
              <a:ext uri="{FF2B5EF4-FFF2-40B4-BE49-F238E27FC236}">
                <a16:creationId xmlns:a16="http://schemas.microsoft.com/office/drawing/2014/main" id="{F14C475A-CB4A-4004-8B05-820EFE42E95C}"/>
              </a:ext>
            </a:extLst>
          </p:cNvPr>
          <p:cNvGrpSpPr>
            <a:grpSpLocks/>
          </p:cNvGrpSpPr>
          <p:nvPr/>
        </p:nvGrpSpPr>
        <p:grpSpPr bwMode="auto">
          <a:xfrm>
            <a:off x="1943612" y="1962053"/>
            <a:ext cx="1675340" cy="1574218"/>
            <a:chOff x="3332163" y="2060575"/>
            <a:chExt cx="1946275" cy="1828800"/>
          </a:xfrm>
          <a:solidFill>
            <a:schemeClr val="accent3"/>
          </a:solidFill>
        </p:grpSpPr>
        <p:sp>
          <p:nvSpPr>
            <p:cNvPr id="31" name="Freeform 43">
              <a:extLst>
                <a:ext uri="{FF2B5EF4-FFF2-40B4-BE49-F238E27FC236}">
                  <a16:creationId xmlns:a16="http://schemas.microsoft.com/office/drawing/2014/main" id="{52749071-EAB6-4395-86A2-402C601F9BF9}"/>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2" name="Freeform 38">
              <a:extLst>
                <a:ext uri="{FF2B5EF4-FFF2-40B4-BE49-F238E27FC236}">
                  <a16:creationId xmlns:a16="http://schemas.microsoft.com/office/drawing/2014/main" id="{CFEF9489-2ACD-441A-AF67-E53E8F99E116}"/>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3" name="Freeform 39">
              <a:extLst>
                <a:ext uri="{FF2B5EF4-FFF2-40B4-BE49-F238E27FC236}">
                  <a16:creationId xmlns:a16="http://schemas.microsoft.com/office/drawing/2014/main" id="{1A990CF9-71EE-409D-A9D7-634211367BA1}"/>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4" name="Freeform 40">
              <a:extLst>
                <a:ext uri="{FF2B5EF4-FFF2-40B4-BE49-F238E27FC236}">
                  <a16:creationId xmlns:a16="http://schemas.microsoft.com/office/drawing/2014/main" id="{276AEB6B-9659-4F05-9697-EB54602CE5C1}"/>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5" name="Freeform 41">
              <a:extLst>
                <a:ext uri="{FF2B5EF4-FFF2-40B4-BE49-F238E27FC236}">
                  <a16:creationId xmlns:a16="http://schemas.microsoft.com/office/drawing/2014/main" id="{350B5598-FA80-4672-AEBF-8803FBB5860C}"/>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6" name="Freeform 42">
              <a:extLst>
                <a:ext uri="{FF2B5EF4-FFF2-40B4-BE49-F238E27FC236}">
                  <a16:creationId xmlns:a16="http://schemas.microsoft.com/office/drawing/2014/main" id="{EFE77945-C55D-480F-821B-223068FBC180}"/>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7" name="Freeform 44">
              <a:extLst>
                <a:ext uri="{FF2B5EF4-FFF2-40B4-BE49-F238E27FC236}">
                  <a16:creationId xmlns:a16="http://schemas.microsoft.com/office/drawing/2014/main" id="{85CC3A35-27D4-403A-8C0B-BB0F777E54EB}"/>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14" name="Group 13">
            <a:extLst>
              <a:ext uri="{FF2B5EF4-FFF2-40B4-BE49-F238E27FC236}">
                <a16:creationId xmlns:a16="http://schemas.microsoft.com/office/drawing/2014/main" id="{7BFEC486-C75D-4717-9D1E-DBECD3BA55B0}"/>
              </a:ext>
            </a:extLst>
          </p:cNvPr>
          <p:cNvGrpSpPr>
            <a:grpSpLocks/>
          </p:cNvGrpSpPr>
          <p:nvPr/>
        </p:nvGrpSpPr>
        <p:grpSpPr bwMode="auto">
          <a:xfrm>
            <a:off x="4090396" y="2564683"/>
            <a:ext cx="1525024" cy="767977"/>
            <a:chOff x="5826125" y="2760663"/>
            <a:chExt cx="1771650" cy="892175"/>
          </a:xfrm>
          <a:solidFill>
            <a:schemeClr val="accent5"/>
          </a:solidFill>
        </p:grpSpPr>
        <p:sp>
          <p:nvSpPr>
            <p:cNvPr id="25" name="Freeform 45">
              <a:extLst>
                <a:ext uri="{FF2B5EF4-FFF2-40B4-BE49-F238E27FC236}">
                  <a16:creationId xmlns:a16="http://schemas.microsoft.com/office/drawing/2014/main" id="{FA80F5B8-6F64-49F3-8455-A75548EF72B1}"/>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6" name="Freeform 46">
              <a:extLst>
                <a:ext uri="{FF2B5EF4-FFF2-40B4-BE49-F238E27FC236}">
                  <a16:creationId xmlns:a16="http://schemas.microsoft.com/office/drawing/2014/main" id="{7340E837-CDCE-49BB-AEAB-73C55CCAE71B}"/>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7" name="Freeform 47">
              <a:extLst>
                <a:ext uri="{FF2B5EF4-FFF2-40B4-BE49-F238E27FC236}">
                  <a16:creationId xmlns:a16="http://schemas.microsoft.com/office/drawing/2014/main" id="{ECFDC40A-B712-4314-998A-824F81101503}"/>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8" name="Freeform 48">
              <a:extLst>
                <a:ext uri="{FF2B5EF4-FFF2-40B4-BE49-F238E27FC236}">
                  <a16:creationId xmlns:a16="http://schemas.microsoft.com/office/drawing/2014/main" id="{7EA95585-8275-4A52-9A5C-AA4FEDAC3C23}"/>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9" name="Freeform 49">
              <a:extLst>
                <a:ext uri="{FF2B5EF4-FFF2-40B4-BE49-F238E27FC236}">
                  <a16:creationId xmlns:a16="http://schemas.microsoft.com/office/drawing/2014/main" id="{7F4E057F-148F-454B-B50F-A042B10907C6}"/>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30" name="Freeform 50">
              <a:extLst>
                <a:ext uri="{FF2B5EF4-FFF2-40B4-BE49-F238E27FC236}">
                  <a16:creationId xmlns:a16="http://schemas.microsoft.com/office/drawing/2014/main" id="{26797D37-9A55-4F5F-A9AD-7CDCABFFBAF0}"/>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5" name="Freeform 52">
            <a:extLst>
              <a:ext uri="{FF2B5EF4-FFF2-40B4-BE49-F238E27FC236}">
                <a16:creationId xmlns:a16="http://schemas.microsoft.com/office/drawing/2014/main" id="{518D8F9D-9F9F-4F7B-98ED-31587800CDC3}"/>
              </a:ext>
            </a:extLst>
          </p:cNvPr>
          <p:cNvSpPr>
            <a:spLocks noChangeArrowheads="1"/>
          </p:cNvSpPr>
          <p:nvPr/>
        </p:nvSpPr>
        <p:spPr bwMode="auto">
          <a:xfrm>
            <a:off x="4721723" y="3549936"/>
            <a:ext cx="1269487" cy="1116438"/>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6"/>
          </a:solidFill>
          <a:ln>
            <a:noFill/>
          </a:ln>
          <a:effectLst/>
        </p:spPr>
        <p:txBody>
          <a:bodyPr wrap="none" anchor="ctr"/>
          <a:lstStyle/>
          <a:p>
            <a:endParaRPr lang="es-ES_tradnl" sz="1633"/>
          </a:p>
        </p:txBody>
      </p:sp>
      <p:grpSp>
        <p:nvGrpSpPr>
          <p:cNvPr id="16" name="Group 12">
            <a:extLst>
              <a:ext uri="{FF2B5EF4-FFF2-40B4-BE49-F238E27FC236}">
                <a16:creationId xmlns:a16="http://schemas.microsoft.com/office/drawing/2014/main" id="{77B48525-2195-489B-A7AF-F5EE1EAECB14}"/>
              </a:ext>
            </a:extLst>
          </p:cNvPr>
          <p:cNvGrpSpPr>
            <a:grpSpLocks/>
          </p:cNvGrpSpPr>
          <p:nvPr/>
        </p:nvGrpSpPr>
        <p:grpSpPr bwMode="auto">
          <a:xfrm>
            <a:off x="1714038" y="1080655"/>
            <a:ext cx="1473097" cy="1141035"/>
            <a:chOff x="3065463" y="1036638"/>
            <a:chExt cx="1711325" cy="1325562"/>
          </a:xfrm>
          <a:solidFill>
            <a:schemeClr val="accent4"/>
          </a:solidFill>
        </p:grpSpPr>
        <p:sp>
          <p:nvSpPr>
            <p:cNvPr id="17" name="Freeform 3">
              <a:extLst>
                <a:ext uri="{FF2B5EF4-FFF2-40B4-BE49-F238E27FC236}">
                  <a16:creationId xmlns:a16="http://schemas.microsoft.com/office/drawing/2014/main" id="{147A012E-0F9D-4135-A9FA-E8C804573316}"/>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8" name="Freeform 51">
              <a:extLst>
                <a:ext uri="{FF2B5EF4-FFF2-40B4-BE49-F238E27FC236}">
                  <a16:creationId xmlns:a16="http://schemas.microsoft.com/office/drawing/2014/main" id="{1655ED82-21F2-4233-A8B9-77B2BB9F8A51}"/>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9" name="Freeform 53">
              <a:extLst>
                <a:ext uri="{FF2B5EF4-FFF2-40B4-BE49-F238E27FC236}">
                  <a16:creationId xmlns:a16="http://schemas.microsoft.com/office/drawing/2014/main" id="{66E8539F-2BA5-487E-9162-467F6047A90A}"/>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0" name="Freeform 54">
              <a:extLst>
                <a:ext uri="{FF2B5EF4-FFF2-40B4-BE49-F238E27FC236}">
                  <a16:creationId xmlns:a16="http://schemas.microsoft.com/office/drawing/2014/main" id="{BCD14AFD-1D30-437B-ABB8-7F441BAE0E2F}"/>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1" name="Freeform 55">
              <a:extLst>
                <a:ext uri="{FF2B5EF4-FFF2-40B4-BE49-F238E27FC236}">
                  <a16:creationId xmlns:a16="http://schemas.microsoft.com/office/drawing/2014/main" id="{F0D549E7-5168-484E-BC25-83058D6B8B18}"/>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2" name="Freeform 56">
              <a:extLst>
                <a:ext uri="{FF2B5EF4-FFF2-40B4-BE49-F238E27FC236}">
                  <a16:creationId xmlns:a16="http://schemas.microsoft.com/office/drawing/2014/main" id="{6A2E83E3-D6F6-4022-A82B-A4DA3A2354DE}"/>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3" name="Freeform 57">
              <a:extLst>
                <a:ext uri="{FF2B5EF4-FFF2-40B4-BE49-F238E27FC236}">
                  <a16:creationId xmlns:a16="http://schemas.microsoft.com/office/drawing/2014/main" id="{A2DD5299-F306-44BB-85DE-A5EED6901B34}"/>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24" name="Freeform 58">
              <a:extLst>
                <a:ext uri="{FF2B5EF4-FFF2-40B4-BE49-F238E27FC236}">
                  <a16:creationId xmlns:a16="http://schemas.microsoft.com/office/drawing/2014/main" id="{CC839FA9-FBC1-46DC-806F-EF3EF8B50DEF}"/>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138" name="TextBox 137">
            <a:extLst>
              <a:ext uri="{FF2B5EF4-FFF2-40B4-BE49-F238E27FC236}">
                <a16:creationId xmlns:a16="http://schemas.microsoft.com/office/drawing/2014/main" id="{FE3EC3FC-6318-47D4-8191-0AF12AA103F0}"/>
              </a:ext>
            </a:extLst>
          </p:cNvPr>
          <p:cNvSpPr txBox="1"/>
          <p:nvPr/>
        </p:nvSpPr>
        <p:spPr>
          <a:xfrm>
            <a:off x="6837245" y="2828836"/>
            <a:ext cx="4525689" cy="1200329"/>
          </a:xfrm>
          <a:prstGeom prst="rect">
            <a:avLst/>
          </a:prstGeom>
          <a:noFill/>
        </p:spPr>
        <p:txBody>
          <a:bodyPr wrap="square" rtlCol="0">
            <a:spAutoFit/>
          </a:bodyPr>
          <a:lstStyle/>
          <a:p>
            <a:pPr algn="ctr"/>
            <a:r>
              <a:rPr lang="en-US" sz="7200" b="1">
                <a:solidFill>
                  <a:schemeClr val="tx2"/>
                </a:solidFill>
                <a:latin typeface="+mj-lt"/>
                <a:ea typeface="Nunito Bold" charset="0"/>
                <a:cs typeface="Nunito Bold" charset="0"/>
              </a:rPr>
              <a:t>Thanks!</a:t>
            </a:r>
          </a:p>
        </p:txBody>
      </p:sp>
      <p:pic>
        <p:nvPicPr>
          <p:cNvPr id="4" name="Picture 3" descr="A black and orange logo&#10;&#10;Description automatically generated">
            <a:extLst>
              <a:ext uri="{FF2B5EF4-FFF2-40B4-BE49-F238E27FC236}">
                <a16:creationId xmlns:a16="http://schemas.microsoft.com/office/drawing/2014/main" id="{25FC8378-3AE7-E24E-51A3-E5B9D7921B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61871" y="6235191"/>
            <a:ext cx="1383857" cy="553543"/>
          </a:xfrm>
          <a:prstGeom prst="rect">
            <a:avLst/>
          </a:prstGeom>
        </p:spPr>
      </p:pic>
    </p:spTree>
    <p:extLst>
      <p:ext uri="{BB962C8B-B14F-4D97-AF65-F5344CB8AC3E}">
        <p14:creationId xmlns:p14="http://schemas.microsoft.com/office/powerpoint/2010/main" val="69402834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Thanks_2">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138" name="TextBox 137">
            <a:extLst>
              <a:ext uri="{FF2B5EF4-FFF2-40B4-BE49-F238E27FC236}">
                <a16:creationId xmlns:a16="http://schemas.microsoft.com/office/drawing/2014/main" id="{FE3EC3FC-6318-47D4-8191-0AF12AA103F0}"/>
              </a:ext>
            </a:extLst>
          </p:cNvPr>
          <p:cNvSpPr txBox="1"/>
          <p:nvPr/>
        </p:nvSpPr>
        <p:spPr>
          <a:xfrm>
            <a:off x="6837245" y="2828836"/>
            <a:ext cx="4525689" cy="1200329"/>
          </a:xfrm>
          <a:prstGeom prst="rect">
            <a:avLst/>
          </a:prstGeom>
          <a:noFill/>
        </p:spPr>
        <p:txBody>
          <a:bodyPr wrap="square" rtlCol="0">
            <a:spAutoFit/>
          </a:bodyPr>
          <a:lstStyle/>
          <a:p>
            <a:pPr algn="ctr"/>
            <a:r>
              <a:rPr lang="en-US" sz="7200" b="1">
                <a:solidFill>
                  <a:schemeClr val="tx2"/>
                </a:solidFill>
                <a:latin typeface="+mj-lt"/>
                <a:ea typeface="Nunito Bold" charset="0"/>
                <a:cs typeface="Nunito Bold" charset="0"/>
              </a:rPr>
              <a:t>Thanks!</a:t>
            </a:r>
          </a:p>
        </p:txBody>
      </p:sp>
      <p:grpSp>
        <p:nvGrpSpPr>
          <p:cNvPr id="74" name="Group 7">
            <a:extLst>
              <a:ext uri="{FF2B5EF4-FFF2-40B4-BE49-F238E27FC236}">
                <a16:creationId xmlns:a16="http://schemas.microsoft.com/office/drawing/2014/main" id="{FFA27D86-E674-4A38-BDC2-E4EAD4594F7A}"/>
              </a:ext>
            </a:extLst>
          </p:cNvPr>
          <p:cNvGrpSpPr>
            <a:grpSpLocks/>
          </p:cNvGrpSpPr>
          <p:nvPr/>
        </p:nvGrpSpPr>
        <p:grpSpPr bwMode="auto">
          <a:xfrm>
            <a:off x="913264" y="3279368"/>
            <a:ext cx="1407504" cy="1281785"/>
            <a:chOff x="2135188" y="3590925"/>
            <a:chExt cx="1635125" cy="1489075"/>
          </a:xfrm>
          <a:solidFill>
            <a:schemeClr val="accent5"/>
          </a:solidFill>
        </p:grpSpPr>
        <p:sp>
          <p:nvSpPr>
            <p:cNvPr id="128" name="Freeform 4">
              <a:extLst>
                <a:ext uri="{FF2B5EF4-FFF2-40B4-BE49-F238E27FC236}">
                  <a16:creationId xmlns:a16="http://schemas.microsoft.com/office/drawing/2014/main" id="{C9718BA7-040B-4F89-9AD8-5DF4AC9E6945}"/>
                </a:ext>
              </a:extLst>
            </p:cNvPr>
            <p:cNvSpPr>
              <a:spLocks noChangeArrowheads="1"/>
            </p:cNvSpPr>
            <p:nvPr/>
          </p:nvSpPr>
          <p:spPr bwMode="auto">
            <a:xfrm>
              <a:off x="2135188" y="3590925"/>
              <a:ext cx="1635125" cy="1489075"/>
            </a:xfrm>
            <a:custGeom>
              <a:avLst/>
              <a:gdLst>
                <a:gd name="T0" fmla="*/ 817383 w 4543"/>
                <a:gd name="T1" fmla="*/ 172010 h 4138"/>
                <a:gd name="T2" fmla="*/ 817383 w 4543"/>
                <a:gd name="T3" fmla="*/ 172010 h 4138"/>
                <a:gd name="T4" fmla="*/ 412470 w 4543"/>
                <a:gd name="T5" fmla="*/ 338982 h 4138"/>
                <a:gd name="T6" fmla="*/ 412470 w 4543"/>
                <a:gd name="T7" fmla="*/ 338982 h 4138"/>
                <a:gd name="T8" fmla="*/ 412470 w 4543"/>
                <a:gd name="T9" fmla="*/ 1149013 h 4138"/>
                <a:gd name="T10" fmla="*/ 412470 w 4543"/>
                <a:gd name="T11" fmla="*/ 1149013 h 4138"/>
                <a:gd name="T12" fmla="*/ 817383 w 4543"/>
                <a:gd name="T13" fmla="*/ 1316345 h 4138"/>
                <a:gd name="T14" fmla="*/ 817383 w 4543"/>
                <a:gd name="T15" fmla="*/ 1316345 h 4138"/>
                <a:gd name="T16" fmla="*/ 817383 w 4543"/>
                <a:gd name="T17" fmla="*/ 1316345 h 4138"/>
                <a:gd name="T18" fmla="*/ 1222295 w 4543"/>
                <a:gd name="T19" fmla="*/ 1149013 h 4138"/>
                <a:gd name="T20" fmla="*/ 1222295 w 4543"/>
                <a:gd name="T21" fmla="*/ 1149013 h 4138"/>
                <a:gd name="T22" fmla="*/ 1222655 w 4543"/>
                <a:gd name="T23" fmla="*/ 338982 h 4138"/>
                <a:gd name="T24" fmla="*/ 1222655 w 4543"/>
                <a:gd name="T25" fmla="*/ 338982 h 4138"/>
                <a:gd name="T26" fmla="*/ 817383 w 4543"/>
                <a:gd name="T27" fmla="*/ 172010 h 4138"/>
                <a:gd name="T28" fmla="*/ 817383 w 4543"/>
                <a:gd name="T29" fmla="*/ 1381479 h 4138"/>
                <a:gd name="T30" fmla="*/ 817383 w 4543"/>
                <a:gd name="T31" fmla="*/ 1381479 h 4138"/>
                <a:gd name="T32" fmla="*/ 817383 w 4543"/>
                <a:gd name="T33" fmla="*/ 1381479 h 4138"/>
                <a:gd name="T34" fmla="*/ 366400 w 4543"/>
                <a:gd name="T35" fmla="*/ 1195074 h 4138"/>
                <a:gd name="T36" fmla="*/ 366400 w 4543"/>
                <a:gd name="T37" fmla="*/ 1195074 h 4138"/>
                <a:gd name="T38" fmla="*/ 366400 w 4543"/>
                <a:gd name="T39" fmla="*/ 293281 h 4138"/>
                <a:gd name="T40" fmla="*/ 366400 w 4543"/>
                <a:gd name="T41" fmla="*/ 293281 h 4138"/>
                <a:gd name="T42" fmla="*/ 817383 w 4543"/>
                <a:gd name="T43" fmla="*/ 106877 h 4138"/>
                <a:gd name="T44" fmla="*/ 817383 w 4543"/>
                <a:gd name="T45" fmla="*/ 106877 h 4138"/>
                <a:gd name="T46" fmla="*/ 1268365 w 4543"/>
                <a:gd name="T47" fmla="*/ 293281 h 4138"/>
                <a:gd name="T48" fmla="*/ 1268365 w 4543"/>
                <a:gd name="T49" fmla="*/ 293281 h 4138"/>
                <a:gd name="T50" fmla="*/ 1268365 w 4543"/>
                <a:gd name="T51" fmla="*/ 1195074 h 4138"/>
                <a:gd name="T52" fmla="*/ 1268365 w 4543"/>
                <a:gd name="T53" fmla="*/ 1195074 h 4138"/>
                <a:gd name="T54" fmla="*/ 817383 w 4543"/>
                <a:gd name="T55" fmla="*/ 1381479 h 4138"/>
                <a:gd name="T56" fmla="*/ 817383 w 4543"/>
                <a:gd name="T57" fmla="*/ 65134 h 4138"/>
                <a:gd name="T58" fmla="*/ 817383 w 4543"/>
                <a:gd name="T59" fmla="*/ 65134 h 4138"/>
                <a:gd name="T60" fmla="*/ 336527 w 4543"/>
                <a:gd name="T61" fmla="*/ 263413 h 4138"/>
                <a:gd name="T62" fmla="*/ 336527 w 4543"/>
                <a:gd name="T63" fmla="*/ 263413 h 4138"/>
                <a:gd name="T64" fmla="*/ 336527 w 4543"/>
                <a:gd name="T65" fmla="*/ 1224942 h 4138"/>
                <a:gd name="T66" fmla="*/ 336527 w 4543"/>
                <a:gd name="T67" fmla="*/ 1224942 h 4138"/>
                <a:gd name="T68" fmla="*/ 817383 w 4543"/>
                <a:gd name="T69" fmla="*/ 1423582 h 4138"/>
                <a:gd name="T70" fmla="*/ 817383 w 4543"/>
                <a:gd name="T71" fmla="*/ 1423582 h 4138"/>
                <a:gd name="T72" fmla="*/ 1298238 w 4543"/>
                <a:gd name="T73" fmla="*/ 1224942 h 4138"/>
                <a:gd name="T74" fmla="*/ 1298238 w 4543"/>
                <a:gd name="T75" fmla="*/ 1224942 h 4138"/>
                <a:gd name="T76" fmla="*/ 1298238 w 4543"/>
                <a:gd name="T77" fmla="*/ 263413 h 4138"/>
                <a:gd name="T78" fmla="*/ 1298238 w 4543"/>
                <a:gd name="T79" fmla="*/ 263413 h 4138"/>
                <a:gd name="T80" fmla="*/ 817383 w 4543"/>
                <a:gd name="T81" fmla="*/ 65134 h 4138"/>
                <a:gd name="T82" fmla="*/ 817383 w 4543"/>
                <a:gd name="T83" fmla="*/ 1488715 h 4138"/>
                <a:gd name="T84" fmla="*/ 817383 w 4543"/>
                <a:gd name="T85" fmla="*/ 1488715 h 4138"/>
                <a:gd name="T86" fmla="*/ 290457 w 4543"/>
                <a:gd name="T87" fmla="*/ 1270644 h 4138"/>
                <a:gd name="T88" fmla="*/ 290457 w 4543"/>
                <a:gd name="T89" fmla="*/ 1270644 h 4138"/>
                <a:gd name="T90" fmla="*/ 290457 w 4543"/>
                <a:gd name="T91" fmla="*/ 217352 h 4138"/>
                <a:gd name="T92" fmla="*/ 290457 w 4543"/>
                <a:gd name="T93" fmla="*/ 217352 h 4138"/>
                <a:gd name="T94" fmla="*/ 817383 w 4543"/>
                <a:gd name="T95" fmla="*/ 0 h 4138"/>
                <a:gd name="T96" fmla="*/ 817383 w 4543"/>
                <a:gd name="T97" fmla="*/ 0 h 4138"/>
                <a:gd name="T98" fmla="*/ 1344308 w 4543"/>
                <a:gd name="T99" fmla="*/ 217352 h 4138"/>
                <a:gd name="T100" fmla="*/ 1344308 w 4543"/>
                <a:gd name="T101" fmla="*/ 217352 h 4138"/>
                <a:gd name="T102" fmla="*/ 1344308 w 4543"/>
                <a:gd name="T103" fmla="*/ 1270644 h 4138"/>
                <a:gd name="T104" fmla="*/ 1344308 w 4543"/>
                <a:gd name="T105" fmla="*/ 1270644 h 4138"/>
                <a:gd name="T106" fmla="*/ 817383 w 4543"/>
                <a:gd name="T107" fmla="*/ 1488715 h 413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543" h="4138">
                  <a:moveTo>
                    <a:pt x="2271" y="478"/>
                  </a:moveTo>
                  <a:lnTo>
                    <a:pt x="2271" y="478"/>
                  </a:lnTo>
                  <a:cubicBezTo>
                    <a:pt x="1845" y="478"/>
                    <a:pt x="1446" y="642"/>
                    <a:pt x="1146" y="942"/>
                  </a:cubicBezTo>
                  <a:cubicBezTo>
                    <a:pt x="525" y="1563"/>
                    <a:pt x="525" y="2573"/>
                    <a:pt x="1146" y="3193"/>
                  </a:cubicBezTo>
                  <a:cubicBezTo>
                    <a:pt x="1445" y="3493"/>
                    <a:pt x="1845" y="3658"/>
                    <a:pt x="2271" y="3658"/>
                  </a:cubicBezTo>
                  <a:cubicBezTo>
                    <a:pt x="2696" y="3658"/>
                    <a:pt x="3096" y="3493"/>
                    <a:pt x="3396" y="3193"/>
                  </a:cubicBezTo>
                  <a:cubicBezTo>
                    <a:pt x="4017" y="2573"/>
                    <a:pt x="4017" y="1563"/>
                    <a:pt x="3397" y="942"/>
                  </a:cubicBezTo>
                  <a:cubicBezTo>
                    <a:pt x="3096" y="642"/>
                    <a:pt x="2696" y="478"/>
                    <a:pt x="2271" y="478"/>
                  </a:cubicBezTo>
                  <a:close/>
                  <a:moveTo>
                    <a:pt x="2271" y="3839"/>
                  </a:moveTo>
                  <a:lnTo>
                    <a:pt x="2271" y="3839"/>
                  </a:lnTo>
                  <a:cubicBezTo>
                    <a:pt x="1797" y="3839"/>
                    <a:pt x="1352" y="3655"/>
                    <a:pt x="1018" y="3321"/>
                  </a:cubicBezTo>
                  <a:cubicBezTo>
                    <a:pt x="327" y="2630"/>
                    <a:pt x="327" y="1506"/>
                    <a:pt x="1018" y="815"/>
                  </a:cubicBezTo>
                  <a:cubicBezTo>
                    <a:pt x="1352" y="481"/>
                    <a:pt x="1797" y="297"/>
                    <a:pt x="2271" y="297"/>
                  </a:cubicBezTo>
                  <a:cubicBezTo>
                    <a:pt x="2744" y="297"/>
                    <a:pt x="3190" y="481"/>
                    <a:pt x="3524" y="815"/>
                  </a:cubicBezTo>
                  <a:cubicBezTo>
                    <a:pt x="4215" y="1506"/>
                    <a:pt x="4215" y="2630"/>
                    <a:pt x="3524" y="3321"/>
                  </a:cubicBezTo>
                  <a:cubicBezTo>
                    <a:pt x="3190" y="3655"/>
                    <a:pt x="2744" y="3839"/>
                    <a:pt x="2271" y="3839"/>
                  </a:cubicBezTo>
                  <a:close/>
                  <a:moveTo>
                    <a:pt x="2271" y="181"/>
                  </a:moveTo>
                  <a:lnTo>
                    <a:pt x="2271" y="181"/>
                  </a:lnTo>
                  <a:cubicBezTo>
                    <a:pt x="1766" y="181"/>
                    <a:pt x="1292" y="377"/>
                    <a:pt x="935" y="732"/>
                  </a:cubicBezTo>
                  <a:cubicBezTo>
                    <a:pt x="199" y="1469"/>
                    <a:pt x="199" y="2667"/>
                    <a:pt x="935" y="3404"/>
                  </a:cubicBezTo>
                  <a:cubicBezTo>
                    <a:pt x="1292" y="3760"/>
                    <a:pt x="1766" y="3956"/>
                    <a:pt x="2271" y="3956"/>
                  </a:cubicBezTo>
                  <a:cubicBezTo>
                    <a:pt x="2776" y="3956"/>
                    <a:pt x="3251" y="3760"/>
                    <a:pt x="3607" y="3404"/>
                  </a:cubicBezTo>
                  <a:cubicBezTo>
                    <a:pt x="4343" y="2667"/>
                    <a:pt x="4343" y="1469"/>
                    <a:pt x="3607" y="732"/>
                  </a:cubicBezTo>
                  <a:cubicBezTo>
                    <a:pt x="3251" y="377"/>
                    <a:pt x="2776" y="181"/>
                    <a:pt x="2271" y="181"/>
                  </a:cubicBezTo>
                  <a:close/>
                  <a:moveTo>
                    <a:pt x="2271" y="4137"/>
                  </a:moveTo>
                  <a:lnTo>
                    <a:pt x="2271" y="4137"/>
                  </a:lnTo>
                  <a:cubicBezTo>
                    <a:pt x="1717" y="4137"/>
                    <a:pt x="1198" y="3922"/>
                    <a:pt x="807" y="3531"/>
                  </a:cubicBezTo>
                  <a:cubicBezTo>
                    <a:pt x="0" y="2724"/>
                    <a:pt x="0" y="1411"/>
                    <a:pt x="807" y="604"/>
                  </a:cubicBezTo>
                  <a:cubicBezTo>
                    <a:pt x="1198" y="214"/>
                    <a:pt x="1717" y="0"/>
                    <a:pt x="2271" y="0"/>
                  </a:cubicBezTo>
                  <a:cubicBezTo>
                    <a:pt x="2824" y="0"/>
                    <a:pt x="3344" y="214"/>
                    <a:pt x="3735" y="604"/>
                  </a:cubicBezTo>
                  <a:cubicBezTo>
                    <a:pt x="4542" y="1411"/>
                    <a:pt x="4542" y="2724"/>
                    <a:pt x="3735" y="3531"/>
                  </a:cubicBezTo>
                  <a:cubicBezTo>
                    <a:pt x="3344" y="3922"/>
                    <a:pt x="2824" y="4137"/>
                    <a:pt x="2271" y="41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9" name="Freeform 5">
              <a:extLst>
                <a:ext uri="{FF2B5EF4-FFF2-40B4-BE49-F238E27FC236}">
                  <a16:creationId xmlns:a16="http://schemas.microsoft.com/office/drawing/2014/main" id="{B0DEA2D3-372A-4878-A51A-633B088F41A3}"/>
                </a:ext>
              </a:extLst>
            </p:cNvPr>
            <p:cNvSpPr>
              <a:spLocks noChangeArrowheads="1"/>
            </p:cNvSpPr>
            <p:nvPr/>
          </p:nvSpPr>
          <p:spPr bwMode="auto">
            <a:xfrm>
              <a:off x="2514600" y="3898900"/>
              <a:ext cx="92075" cy="92075"/>
            </a:xfrm>
            <a:custGeom>
              <a:avLst/>
              <a:gdLst>
                <a:gd name="T0" fmla="*/ 85241 w 256"/>
                <a:gd name="T1" fmla="*/ 82004 h 256"/>
                <a:gd name="T2" fmla="*/ 85241 w 256"/>
                <a:gd name="T3" fmla="*/ 82004 h 256"/>
                <a:gd name="T4" fmla="*/ 85241 w 256"/>
                <a:gd name="T5" fmla="*/ 58986 h 256"/>
                <a:gd name="T6" fmla="*/ 33809 w 256"/>
                <a:gd name="T7" fmla="*/ 7553 h 256"/>
                <a:gd name="T8" fmla="*/ 33809 w 256"/>
                <a:gd name="T9" fmla="*/ 7553 h 256"/>
                <a:gd name="T10" fmla="*/ 13308 w 256"/>
                <a:gd name="T11" fmla="*/ 4676 h 256"/>
                <a:gd name="T12" fmla="*/ 8992 w 256"/>
                <a:gd name="T13" fmla="*/ 8632 h 256"/>
                <a:gd name="T14" fmla="*/ 4676 w 256"/>
                <a:gd name="T15" fmla="*/ 13308 h 256"/>
                <a:gd name="T16" fmla="*/ 4676 w 256"/>
                <a:gd name="T17" fmla="*/ 13308 h 256"/>
                <a:gd name="T18" fmla="*/ 7553 w 256"/>
                <a:gd name="T19" fmla="*/ 33809 h 256"/>
                <a:gd name="T20" fmla="*/ 58986 w 256"/>
                <a:gd name="T21" fmla="*/ 85241 h 256"/>
                <a:gd name="T22" fmla="*/ 58986 w 256"/>
                <a:gd name="T23" fmla="*/ 85241 h 256"/>
                <a:gd name="T24" fmla="*/ 82004 w 256"/>
                <a:gd name="T25" fmla="*/ 85241 h 256"/>
                <a:gd name="T26" fmla="*/ 85241 w 256"/>
                <a:gd name="T27" fmla="*/ 8200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37" y="228"/>
                  </a:moveTo>
                  <a:lnTo>
                    <a:pt x="237" y="228"/>
                  </a:lnTo>
                  <a:cubicBezTo>
                    <a:pt x="255" y="211"/>
                    <a:pt x="255" y="182"/>
                    <a:pt x="237" y="164"/>
                  </a:cubicBezTo>
                  <a:lnTo>
                    <a:pt x="94" y="21"/>
                  </a:lnTo>
                  <a:cubicBezTo>
                    <a:pt x="76" y="3"/>
                    <a:pt x="51" y="0"/>
                    <a:pt x="37" y="13"/>
                  </a:cubicBezTo>
                  <a:lnTo>
                    <a:pt x="25" y="24"/>
                  </a:lnTo>
                  <a:lnTo>
                    <a:pt x="13" y="37"/>
                  </a:lnTo>
                  <a:cubicBezTo>
                    <a:pt x="0" y="51"/>
                    <a:pt x="4" y="77"/>
                    <a:pt x="21" y="94"/>
                  </a:cubicBezTo>
                  <a:lnTo>
                    <a:pt x="164" y="237"/>
                  </a:lnTo>
                  <a:cubicBezTo>
                    <a:pt x="182" y="255"/>
                    <a:pt x="210" y="255"/>
                    <a:pt x="228" y="237"/>
                  </a:cubicBezTo>
                  <a:lnTo>
                    <a:pt x="237" y="2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0" name="Freeform 6">
              <a:extLst>
                <a:ext uri="{FF2B5EF4-FFF2-40B4-BE49-F238E27FC236}">
                  <a16:creationId xmlns:a16="http://schemas.microsoft.com/office/drawing/2014/main" id="{ABC44599-9983-4DBD-AC68-B702EE404324}"/>
                </a:ext>
              </a:extLst>
            </p:cNvPr>
            <p:cNvSpPr>
              <a:spLocks noChangeArrowheads="1"/>
            </p:cNvSpPr>
            <p:nvPr/>
          </p:nvSpPr>
          <p:spPr bwMode="auto">
            <a:xfrm>
              <a:off x="2346325" y="4316413"/>
              <a:ext cx="106363" cy="38100"/>
            </a:xfrm>
            <a:custGeom>
              <a:avLst/>
              <a:gdLst>
                <a:gd name="T0" fmla="*/ 106001 w 294"/>
                <a:gd name="T1" fmla="*/ 16486 h 104"/>
                <a:gd name="T2" fmla="*/ 106001 w 294"/>
                <a:gd name="T3" fmla="*/ 16486 h 104"/>
                <a:gd name="T4" fmla="*/ 89721 w 294"/>
                <a:gd name="T5" fmla="*/ 0 h 104"/>
                <a:gd name="T6" fmla="*/ 17004 w 294"/>
                <a:gd name="T7" fmla="*/ 0 h 104"/>
                <a:gd name="T8" fmla="*/ 17004 w 294"/>
                <a:gd name="T9" fmla="*/ 0 h 104"/>
                <a:gd name="T10" fmla="*/ 362 w 294"/>
                <a:gd name="T11" fmla="*/ 12822 h 104"/>
                <a:gd name="T12" fmla="*/ 362 w 294"/>
                <a:gd name="T13" fmla="*/ 12822 h 104"/>
                <a:gd name="T14" fmla="*/ 17004 w 294"/>
                <a:gd name="T15" fmla="*/ 37734 h 104"/>
                <a:gd name="T16" fmla="*/ 89721 w 294"/>
                <a:gd name="T17" fmla="*/ 37734 h 104"/>
                <a:gd name="T18" fmla="*/ 89721 w 294"/>
                <a:gd name="T19" fmla="*/ 37734 h 104"/>
                <a:gd name="T20" fmla="*/ 106001 w 294"/>
                <a:gd name="T21" fmla="*/ 21248 h 104"/>
                <a:gd name="T22" fmla="*/ 106001 w 294"/>
                <a:gd name="T23" fmla="*/ 16486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4">
                  <a:moveTo>
                    <a:pt x="293" y="45"/>
                  </a:moveTo>
                  <a:lnTo>
                    <a:pt x="293" y="45"/>
                  </a:lnTo>
                  <a:cubicBezTo>
                    <a:pt x="293" y="21"/>
                    <a:pt x="273" y="0"/>
                    <a:pt x="248" y="0"/>
                  </a:cubicBezTo>
                  <a:lnTo>
                    <a:pt x="47" y="0"/>
                  </a:lnTo>
                  <a:cubicBezTo>
                    <a:pt x="21" y="0"/>
                    <a:pt x="1" y="15"/>
                    <a:pt x="1" y="35"/>
                  </a:cubicBezTo>
                  <a:cubicBezTo>
                    <a:pt x="0" y="53"/>
                    <a:pt x="21" y="103"/>
                    <a:pt x="47" y="103"/>
                  </a:cubicBezTo>
                  <a:lnTo>
                    <a:pt x="248" y="103"/>
                  </a:lnTo>
                  <a:cubicBezTo>
                    <a:pt x="273" y="103"/>
                    <a:pt x="293" y="83"/>
                    <a:pt x="293" y="58"/>
                  </a:cubicBezTo>
                  <a:lnTo>
                    <a:pt x="293" y="4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1" name="Freeform 7">
              <a:extLst>
                <a:ext uri="{FF2B5EF4-FFF2-40B4-BE49-F238E27FC236}">
                  <a16:creationId xmlns:a16="http://schemas.microsoft.com/office/drawing/2014/main" id="{CEAC7ED4-8679-45FB-A9CC-7CEEF637EF9A}"/>
                </a:ext>
              </a:extLst>
            </p:cNvPr>
            <p:cNvSpPr>
              <a:spLocks noChangeArrowheads="1"/>
            </p:cNvSpPr>
            <p:nvPr/>
          </p:nvSpPr>
          <p:spPr bwMode="auto">
            <a:xfrm>
              <a:off x="2514600" y="4679950"/>
              <a:ext cx="92075" cy="92075"/>
            </a:xfrm>
            <a:custGeom>
              <a:avLst/>
              <a:gdLst>
                <a:gd name="T0" fmla="*/ 82004 w 256"/>
                <a:gd name="T1" fmla="*/ 6114 h 256"/>
                <a:gd name="T2" fmla="*/ 82004 w 256"/>
                <a:gd name="T3" fmla="*/ 6114 h 256"/>
                <a:gd name="T4" fmla="*/ 58986 w 256"/>
                <a:gd name="T5" fmla="*/ 6114 h 256"/>
                <a:gd name="T6" fmla="*/ 7553 w 256"/>
                <a:gd name="T7" fmla="*/ 57907 h 256"/>
                <a:gd name="T8" fmla="*/ 7553 w 256"/>
                <a:gd name="T9" fmla="*/ 57907 h 256"/>
                <a:gd name="T10" fmla="*/ 4676 w 256"/>
                <a:gd name="T11" fmla="*/ 78408 h 256"/>
                <a:gd name="T12" fmla="*/ 8992 w 256"/>
                <a:gd name="T13" fmla="*/ 82724 h 256"/>
                <a:gd name="T14" fmla="*/ 13308 w 256"/>
                <a:gd name="T15" fmla="*/ 87399 h 256"/>
                <a:gd name="T16" fmla="*/ 13308 w 256"/>
                <a:gd name="T17" fmla="*/ 87399 h 256"/>
                <a:gd name="T18" fmla="*/ 33809 w 256"/>
                <a:gd name="T19" fmla="*/ 84162 h 256"/>
                <a:gd name="T20" fmla="*/ 85241 w 256"/>
                <a:gd name="T21" fmla="*/ 32370 h 256"/>
                <a:gd name="T22" fmla="*/ 85241 w 256"/>
                <a:gd name="T23" fmla="*/ 32370 h 256"/>
                <a:gd name="T24" fmla="*/ 85241 w 256"/>
                <a:gd name="T25" fmla="*/ 9711 h 256"/>
                <a:gd name="T26" fmla="*/ 82004 w 256"/>
                <a:gd name="T27" fmla="*/ 6114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256">
                  <a:moveTo>
                    <a:pt x="228" y="17"/>
                  </a:moveTo>
                  <a:lnTo>
                    <a:pt x="228" y="17"/>
                  </a:lnTo>
                  <a:cubicBezTo>
                    <a:pt x="210" y="0"/>
                    <a:pt x="182" y="0"/>
                    <a:pt x="164" y="17"/>
                  </a:cubicBezTo>
                  <a:lnTo>
                    <a:pt x="21" y="161"/>
                  </a:lnTo>
                  <a:cubicBezTo>
                    <a:pt x="4" y="178"/>
                    <a:pt x="0" y="204"/>
                    <a:pt x="13" y="218"/>
                  </a:cubicBezTo>
                  <a:lnTo>
                    <a:pt x="25" y="230"/>
                  </a:lnTo>
                  <a:lnTo>
                    <a:pt x="37" y="243"/>
                  </a:lnTo>
                  <a:cubicBezTo>
                    <a:pt x="51" y="255"/>
                    <a:pt x="76" y="251"/>
                    <a:pt x="94" y="234"/>
                  </a:cubicBezTo>
                  <a:lnTo>
                    <a:pt x="237" y="90"/>
                  </a:lnTo>
                  <a:cubicBezTo>
                    <a:pt x="255" y="73"/>
                    <a:pt x="255" y="44"/>
                    <a:pt x="237" y="27"/>
                  </a:cubicBezTo>
                  <a:lnTo>
                    <a:pt x="228" y="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2" name="Freeform 8">
              <a:extLst>
                <a:ext uri="{FF2B5EF4-FFF2-40B4-BE49-F238E27FC236}">
                  <a16:creationId xmlns:a16="http://schemas.microsoft.com/office/drawing/2014/main" id="{1BF24892-15B0-470C-A768-57CEC64C255F}"/>
                </a:ext>
              </a:extLst>
            </p:cNvPr>
            <p:cNvSpPr>
              <a:spLocks noChangeArrowheads="1"/>
            </p:cNvSpPr>
            <p:nvPr/>
          </p:nvSpPr>
          <p:spPr bwMode="auto">
            <a:xfrm>
              <a:off x="2933700" y="4835525"/>
              <a:ext cx="38100" cy="104775"/>
            </a:xfrm>
            <a:custGeom>
              <a:avLst/>
              <a:gdLst>
                <a:gd name="T0" fmla="*/ 16329 w 105"/>
                <a:gd name="T1" fmla="*/ 0 h 293"/>
                <a:gd name="T2" fmla="*/ 16329 w 105"/>
                <a:gd name="T3" fmla="*/ 0 h 293"/>
                <a:gd name="T4" fmla="*/ 0 w 105"/>
                <a:gd name="T5" fmla="*/ 16092 h 293"/>
                <a:gd name="T6" fmla="*/ 0 w 105"/>
                <a:gd name="T7" fmla="*/ 87968 h 293"/>
                <a:gd name="T8" fmla="*/ 0 w 105"/>
                <a:gd name="T9" fmla="*/ 87968 h 293"/>
                <a:gd name="T10" fmla="*/ 12700 w 105"/>
                <a:gd name="T11" fmla="*/ 104417 h 293"/>
                <a:gd name="T12" fmla="*/ 12700 w 105"/>
                <a:gd name="T13" fmla="*/ 104417 h 293"/>
                <a:gd name="T14" fmla="*/ 37737 w 105"/>
                <a:gd name="T15" fmla="*/ 87968 h 293"/>
                <a:gd name="T16" fmla="*/ 37737 w 105"/>
                <a:gd name="T17" fmla="*/ 16092 h 293"/>
                <a:gd name="T18" fmla="*/ 37737 w 105"/>
                <a:gd name="T19" fmla="*/ 16092 h 293"/>
                <a:gd name="T20" fmla="*/ 21046 w 105"/>
                <a:gd name="T21" fmla="*/ 0 h 293"/>
                <a:gd name="T22" fmla="*/ 16329 w 105"/>
                <a:gd name="T23" fmla="*/ 0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45" y="0"/>
                  </a:moveTo>
                  <a:lnTo>
                    <a:pt x="45" y="0"/>
                  </a:lnTo>
                  <a:cubicBezTo>
                    <a:pt x="20" y="0"/>
                    <a:pt x="0" y="20"/>
                    <a:pt x="0" y="45"/>
                  </a:cubicBezTo>
                  <a:lnTo>
                    <a:pt x="0" y="246"/>
                  </a:lnTo>
                  <a:cubicBezTo>
                    <a:pt x="0" y="271"/>
                    <a:pt x="16" y="292"/>
                    <a:pt x="35" y="292"/>
                  </a:cubicBezTo>
                  <a:cubicBezTo>
                    <a:pt x="54" y="292"/>
                    <a:pt x="104" y="271"/>
                    <a:pt x="104" y="246"/>
                  </a:cubicBezTo>
                  <a:lnTo>
                    <a:pt x="104" y="45"/>
                  </a:lnTo>
                  <a:cubicBezTo>
                    <a:pt x="104" y="20"/>
                    <a:pt x="83" y="0"/>
                    <a:pt x="58" y="0"/>
                  </a:cubicBezTo>
                  <a:lnTo>
                    <a:pt x="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3" name="Freeform 9">
              <a:extLst>
                <a:ext uri="{FF2B5EF4-FFF2-40B4-BE49-F238E27FC236}">
                  <a16:creationId xmlns:a16="http://schemas.microsoft.com/office/drawing/2014/main" id="{7326873A-36FC-4153-AF09-57475FD138FF}"/>
                </a:ext>
              </a:extLst>
            </p:cNvPr>
            <p:cNvSpPr>
              <a:spLocks noChangeArrowheads="1"/>
            </p:cNvSpPr>
            <p:nvPr/>
          </p:nvSpPr>
          <p:spPr bwMode="auto">
            <a:xfrm>
              <a:off x="3297238" y="4679950"/>
              <a:ext cx="92075" cy="92075"/>
            </a:xfrm>
            <a:custGeom>
              <a:avLst/>
              <a:gdLst>
                <a:gd name="T0" fmla="*/ 6449 w 257"/>
                <a:gd name="T1" fmla="*/ 9711 h 256"/>
                <a:gd name="T2" fmla="*/ 6449 w 257"/>
                <a:gd name="T3" fmla="*/ 9711 h 256"/>
                <a:gd name="T4" fmla="*/ 6449 w 257"/>
                <a:gd name="T5" fmla="*/ 32370 h 256"/>
                <a:gd name="T6" fmla="*/ 57681 w 257"/>
                <a:gd name="T7" fmla="*/ 84162 h 256"/>
                <a:gd name="T8" fmla="*/ 57681 w 257"/>
                <a:gd name="T9" fmla="*/ 84162 h 256"/>
                <a:gd name="T10" fmla="*/ 78461 w 257"/>
                <a:gd name="T11" fmla="*/ 87399 h 256"/>
                <a:gd name="T12" fmla="*/ 82760 w 257"/>
                <a:gd name="T13" fmla="*/ 82724 h 256"/>
                <a:gd name="T14" fmla="*/ 87059 w 257"/>
                <a:gd name="T15" fmla="*/ 78408 h 256"/>
                <a:gd name="T16" fmla="*/ 87059 w 257"/>
                <a:gd name="T17" fmla="*/ 78408 h 256"/>
                <a:gd name="T18" fmla="*/ 83835 w 257"/>
                <a:gd name="T19" fmla="*/ 57907 h 256"/>
                <a:gd name="T20" fmla="*/ 32961 w 257"/>
                <a:gd name="T21" fmla="*/ 6114 h 256"/>
                <a:gd name="T22" fmla="*/ 32961 w 257"/>
                <a:gd name="T23" fmla="*/ 6114 h 256"/>
                <a:gd name="T24" fmla="*/ 10032 w 257"/>
                <a:gd name="T25" fmla="*/ 6114 h 256"/>
                <a:gd name="T26" fmla="*/ 6449 w 257"/>
                <a:gd name="T27" fmla="*/ 971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18" y="27"/>
                  </a:moveTo>
                  <a:lnTo>
                    <a:pt x="18" y="27"/>
                  </a:lnTo>
                  <a:cubicBezTo>
                    <a:pt x="0" y="44"/>
                    <a:pt x="0" y="73"/>
                    <a:pt x="18" y="90"/>
                  </a:cubicBezTo>
                  <a:lnTo>
                    <a:pt x="161" y="234"/>
                  </a:lnTo>
                  <a:cubicBezTo>
                    <a:pt x="179" y="251"/>
                    <a:pt x="205" y="255"/>
                    <a:pt x="219" y="243"/>
                  </a:cubicBezTo>
                  <a:lnTo>
                    <a:pt x="231" y="230"/>
                  </a:lnTo>
                  <a:lnTo>
                    <a:pt x="243" y="218"/>
                  </a:lnTo>
                  <a:cubicBezTo>
                    <a:pt x="256" y="204"/>
                    <a:pt x="252" y="178"/>
                    <a:pt x="234" y="161"/>
                  </a:cubicBezTo>
                  <a:lnTo>
                    <a:pt x="92" y="17"/>
                  </a:lnTo>
                  <a:cubicBezTo>
                    <a:pt x="74" y="0"/>
                    <a:pt x="45" y="0"/>
                    <a:pt x="28" y="17"/>
                  </a:cubicBezTo>
                  <a:lnTo>
                    <a:pt x="18" y="2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4" name="Freeform 10">
              <a:extLst>
                <a:ext uri="{FF2B5EF4-FFF2-40B4-BE49-F238E27FC236}">
                  <a16:creationId xmlns:a16="http://schemas.microsoft.com/office/drawing/2014/main" id="{EB12E985-AD78-4202-85BC-28349EB807FD}"/>
                </a:ext>
              </a:extLst>
            </p:cNvPr>
            <p:cNvSpPr>
              <a:spLocks noChangeArrowheads="1"/>
            </p:cNvSpPr>
            <p:nvPr/>
          </p:nvSpPr>
          <p:spPr bwMode="auto">
            <a:xfrm>
              <a:off x="3451225" y="4316413"/>
              <a:ext cx="106363" cy="38100"/>
            </a:xfrm>
            <a:custGeom>
              <a:avLst/>
              <a:gdLst>
                <a:gd name="T0" fmla="*/ 0 w 294"/>
                <a:gd name="T1" fmla="*/ 21046 h 105"/>
                <a:gd name="T2" fmla="*/ 0 w 294"/>
                <a:gd name="T3" fmla="*/ 21046 h 105"/>
                <a:gd name="T4" fmla="*/ 16642 w 294"/>
                <a:gd name="T5" fmla="*/ 37374 h 105"/>
                <a:gd name="T6" fmla="*/ 89721 w 294"/>
                <a:gd name="T7" fmla="*/ 37737 h 105"/>
                <a:gd name="T8" fmla="*/ 89721 w 294"/>
                <a:gd name="T9" fmla="*/ 37737 h 105"/>
                <a:gd name="T10" fmla="*/ 106001 w 294"/>
                <a:gd name="T11" fmla="*/ 25037 h 105"/>
                <a:gd name="T12" fmla="*/ 106001 w 294"/>
                <a:gd name="T13" fmla="*/ 25037 h 105"/>
                <a:gd name="T14" fmla="*/ 89721 w 294"/>
                <a:gd name="T15" fmla="*/ 0 h 105"/>
                <a:gd name="T16" fmla="*/ 16642 w 294"/>
                <a:gd name="T17" fmla="*/ 0 h 105"/>
                <a:gd name="T18" fmla="*/ 16642 w 294"/>
                <a:gd name="T19" fmla="*/ 0 h 105"/>
                <a:gd name="T20" fmla="*/ 0 w 294"/>
                <a:gd name="T21" fmla="*/ 16329 h 105"/>
                <a:gd name="T22" fmla="*/ 0 w 294"/>
                <a:gd name="T23" fmla="*/ 21046 h 1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4" h="105">
                  <a:moveTo>
                    <a:pt x="0" y="58"/>
                  </a:moveTo>
                  <a:lnTo>
                    <a:pt x="0" y="58"/>
                  </a:lnTo>
                  <a:cubicBezTo>
                    <a:pt x="0" y="83"/>
                    <a:pt x="21" y="103"/>
                    <a:pt x="46" y="103"/>
                  </a:cubicBezTo>
                  <a:lnTo>
                    <a:pt x="248" y="104"/>
                  </a:lnTo>
                  <a:cubicBezTo>
                    <a:pt x="272" y="104"/>
                    <a:pt x="293" y="88"/>
                    <a:pt x="293" y="69"/>
                  </a:cubicBezTo>
                  <a:cubicBezTo>
                    <a:pt x="293" y="50"/>
                    <a:pt x="272" y="0"/>
                    <a:pt x="248" y="0"/>
                  </a:cubicBezTo>
                  <a:lnTo>
                    <a:pt x="46" y="0"/>
                  </a:lnTo>
                  <a:cubicBezTo>
                    <a:pt x="21" y="0"/>
                    <a:pt x="0" y="21"/>
                    <a:pt x="0" y="45"/>
                  </a:cubicBez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5" name="Freeform 11">
              <a:extLst>
                <a:ext uri="{FF2B5EF4-FFF2-40B4-BE49-F238E27FC236}">
                  <a16:creationId xmlns:a16="http://schemas.microsoft.com/office/drawing/2014/main" id="{9BA8D7B8-DA97-4590-B5D5-5FD553834347}"/>
                </a:ext>
              </a:extLst>
            </p:cNvPr>
            <p:cNvSpPr>
              <a:spLocks noChangeArrowheads="1"/>
            </p:cNvSpPr>
            <p:nvPr/>
          </p:nvSpPr>
          <p:spPr bwMode="auto">
            <a:xfrm>
              <a:off x="3297238" y="3898900"/>
              <a:ext cx="92075" cy="92075"/>
            </a:xfrm>
            <a:custGeom>
              <a:avLst/>
              <a:gdLst>
                <a:gd name="T0" fmla="*/ 10032 w 257"/>
                <a:gd name="T1" fmla="*/ 85601 h 256"/>
                <a:gd name="T2" fmla="*/ 10032 w 257"/>
                <a:gd name="T3" fmla="*/ 85601 h 256"/>
                <a:gd name="T4" fmla="*/ 32961 w 257"/>
                <a:gd name="T5" fmla="*/ 85601 h 256"/>
                <a:gd name="T6" fmla="*/ 84193 w 257"/>
                <a:gd name="T7" fmla="*/ 33809 h 256"/>
                <a:gd name="T8" fmla="*/ 84193 w 257"/>
                <a:gd name="T9" fmla="*/ 33809 h 256"/>
                <a:gd name="T10" fmla="*/ 87059 w 257"/>
                <a:gd name="T11" fmla="*/ 13308 h 256"/>
                <a:gd name="T12" fmla="*/ 82760 w 257"/>
                <a:gd name="T13" fmla="*/ 8632 h 256"/>
                <a:gd name="T14" fmla="*/ 78461 w 257"/>
                <a:gd name="T15" fmla="*/ 4676 h 256"/>
                <a:gd name="T16" fmla="*/ 78461 w 257"/>
                <a:gd name="T17" fmla="*/ 4676 h 256"/>
                <a:gd name="T18" fmla="*/ 57681 w 257"/>
                <a:gd name="T19" fmla="*/ 7553 h 256"/>
                <a:gd name="T20" fmla="*/ 6449 w 257"/>
                <a:gd name="T21" fmla="*/ 58986 h 256"/>
                <a:gd name="T22" fmla="*/ 6449 w 257"/>
                <a:gd name="T23" fmla="*/ 58986 h 256"/>
                <a:gd name="T24" fmla="*/ 6449 w 257"/>
                <a:gd name="T25" fmla="*/ 82004 h 256"/>
                <a:gd name="T26" fmla="*/ 10032 w 257"/>
                <a:gd name="T27" fmla="*/ 85601 h 2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7" h="256">
                  <a:moveTo>
                    <a:pt x="28" y="238"/>
                  </a:moveTo>
                  <a:lnTo>
                    <a:pt x="28" y="238"/>
                  </a:lnTo>
                  <a:cubicBezTo>
                    <a:pt x="45" y="255"/>
                    <a:pt x="74" y="255"/>
                    <a:pt x="92" y="238"/>
                  </a:cubicBezTo>
                  <a:lnTo>
                    <a:pt x="235" y="94"/>
                  </a:lnTo>
                  <a:cubicBezTo>
                    <a:pt x="252" y="77"/>
                    <a:pt x="256" y="51"/>
                    <a:pt x="243" y="37"/>
                  </a:cubicBezTo>
                  <a:lnTo>
                    <a:pt x="231" y="24"/>
                  </a:lnTo>
                  <a:lnTo>
                    <a:pt x="219" y="13"/>
                  </a:lnTo>
                  <a:cubicBezTo>
                    <a:pt x="205" y="0"/>
                    <a:pt x="179" y="3"/>
                    <a:pt x="161" y="21"/>
                  </a:cubicBezTo>
                  <a:lnTo>
                    <a:pt x="18" y="164"/>
                  </a:lnTo>
                  <a:cubicBezTo>
                    <a:pt x="0" y="182"/>
                    <a:pt x="0" y="211"/>
                    <a:pt x="18" y="228"/>
                  </a:cubicBezTo>
                  <a:lnTo>
                    <a:pt x="28"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6" name="Freeform 12">
              <a:extLst>
                <a:ext uri="{FF2B5EF4-FFF2-40B4-BE49-F238E27FC236}">
                  <a16:creationId xmlns:a16="http://schemas.microsoft.com/office/drawing/2014/main" id="{D34B90B2-16D4-4852-A287-B1B093963D01}"/>
                </a:ext>
              </a:extLst>
            </p:cNvPr>
            <p:cNvSpPr>
              <a:spLocks noChangeArrowheads="1"/>
            </p:cNvSpPr>
            <p:nvPr/>
          </p:nvSpPr>
          <p:spPr bwMode="auto">
            <a:xfrm>
              <a:off x="2933700" y="3730625"/>
              <a:ext cx="38100" cy="104775"/>
            </a:xfrm>
            <a:custGeom>
              <a:avLst/>
              <a:gdLst>
                <a:gd name="T0" fmla="*/ 21046 w 105"/>
                <a:gd name="T1" fmla="*/ 104417 h 293"/>
                <a:gd name="T2" fmla="*/ 21046 w 105"/>
                <a:gd name="T3" fmla="*/ 104417 h 293"/>
                <a:gd name="T4" fmla="*/ 37737 w 105"/>
                <a:gd name="T5" fmla="*/ 88326 h 293"/>
                <a:gd name="T6" fmla="*/ 37737 w 105"/>
                <a:gd name="T7" fmla="*/ 16449 h 293"/>
                <a:gd name="T8" fmla="*/ 37737 w 105"/>
                <a:gd name="T9" fmla="*/ 16449 h 293"/>
                <a:gd name="T10" fmla="*/ 25037 w 105"/>
                <a:gd name="T11" fmla="*/ 0 h 293"/>
                <a:gd name="T12" fmla="*/ 25037 w 105"/>
                <a:gd name="T13" fmla="*/ 0 h 293"/>
                <a:gd name="T14" fmla="*/ 0 w 105"/>
                <a:gd name="T15" fmla="*/ 16449 h 293"/>
                <a:gd name="T16" fmla="*/ 0 w 105"/>
                <a:gd name="T17" fmla="*/ 88326 h 293"/>
                <a:gd name="T18" fmla="*/ 0 w 105"/>
                <a:gd name="T19" fmla="*/ 88326 h 293"/>
                <a:gd name="T20" fmla="*/ 16329 w 105"/>
                <a:gd name="T21" fmla="*/ 104417 h 293"/>
                <a:gd name="T22" fmla="*/ 21046 w 105"/>
                <a:gd name="T23" fmla="*/ 104417 h 2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5" h="293">
                  <a:moveTo>
                    <a:pt x="58" y="292"/>
                  </a:moveTo>
                  <a:lnTo>
                    <a:pt x="58" y="292"/>
                  </a:lnTo>
                  <a:cubicBezTo>
                    <a:pt x="83" y="292"/>
                    <a:pt x="104" y="272"/>
                    <a:pt x="104" y="247"/>
                  </a:cubicBezTo>
                  <a:lnTo>
                    <a:pt x="104" y="46"/>
                  </a:lnTo>
                  <a:cubicBezTo>
                    <a:pt x="104" y="21"/>
                    <a:pt x="88" y="1"/>
                    <a:pt x="69" y="0"/>
                  </a:cubicBezTo>
                  <a:cubicBezTo>
                    <a:pt x="50" y="0"/>
                    <a:pt x="0" y="21"/>
                    <a:pt x="0" y="46"/>
                  </a:cubicBezTo>
                  <a:lnTo>
                    <a:pt x="0" y="247"/>
                  </a:lnTo>
                  <a:cubicBezTo>
                    <a:pt x="0" y="272"/>
                    <a:pt x="20" y="292"/>
                    <a:pt x="45" y="292"/>
                  </a:cubicBezTo>
                  <a:lnTo>
                    <a:pt x="58" y="2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7" name="Freeform 13">
              <a:extLst>
                <a:ext uri="{FF2B5EF4-FFF2-40B4-BE49-F238E27FC236}">
                  <a16:creationId xmlns:a16="http://schemas.microsoft.com/office/drawing/2014/main" id="{80252A3A-1F35-4093-BE83-C7D4B3F144B4}"/>
                </a:ext>
              </a:extLst>
            </p:cNvPr>
            <p:cNvSpPr>
              <a:spLocks noChangeArrowheads="1"/>
            </p:cNvSpPr>
            <p:nvPr/>
          </p:nvSpPr>
          <p:spPr bwMode="auto">
            <a:xfrm>
              <a:off x="2760663" y="4143375"/>
              <a:ext cx="250825" cy="250825"/>
            </a:xfrm>
            <a:custGeom>
              <a:avLst/>
              <a:gdLst>
                <a:gd name="T0" fmla="*/ 237529 w 698"/>
                <a:gd name="T1" fmla="*/ 185064 h 698"/>
                <a:gd name="T2" fmla="*/ 237529 w 698"/>
                <a:gd name="T3" fmla="*/ 185064 h 698"/>
                <a:gd name="T4" fmla="*/ 237529 w 698"/>
                <a:gd name="T5" fmla="*/ 231420 h 698"/>
                <a:gd name="T6" fmla="*/ 230702 w 698"/>
                <a:gd name="T7" fmla="*/ 237888 h 698"/>
                <a:gd name="T8" fmla="*/ 230702 w 698"/>
                <a:gd name="T9" fmla="*/ 237888 h 698"/>
                <a:gd name="T10" fmla="*/ 185064 w 698"/>
                <a:gd name="T11" fmla="*/ 237888 h 698"/>
                <a:gd name="T12" fmla="*/ 23717 w 698"/>
                <a:gd name="T13" fmla="*/ 76901 h 698"/>
                <a:gd name="T14" fmla="*/ 23717 w 698"/>
                <a:gd name="T15" fmla="*/ 76901 h 698"/>
                <a:gd name="T16" fmla="*/ 0 w 698"/>
                <a:gd name="T17" fmla="*/ 26951 h 698"/>
                <a:gd name="T18" fmla="*/ 0 w 698"/>
                <a:gd name="T19" fmla="*/ 26951 h 698"/>
                <a:gd name="T20" fmla="*/ 26592 w 698"/>
                <a:gd name="T21" fmla="*/ 719 h 698"/>
                <a:gd name="T22" fmla="*/ 26592 w 698"/>
                <a:gd name="T23" fmla="*/ 719 h 698"/>
                <a:gd name="T24" fmla="*/ 76182 w 698"/>
                <a:gd name="T25" fmla="*/ 24076 h 698"/>
                <a:gd name="T26" fmla="*/ 237529 w 698"/>
                <a:gd name="T27" fmla="*/ 185064 h 6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698">
                  <a:moveTo>
                    <a:pt x="661" y="515"/>
                  </a:moveTo>
                  <a:lnTo>
                    <a:pt x="661" y="515"/>
                  </a:lnTo>
                  <a:cubicBezTo>
                    <a:pt x="697" y="551"/>
                    <a:pt x="697" y="608"/>
                    <a:pt x="661" y="644"/>
                  </a:cubicBezTo>
                  <a:lnTo>
                    <a:pt x="642" y="662"/>
                  </a:lnTo>
                  <a:cubicBezTo>
                    <a:pt x="608" y="697"/>
                    <a:pt x="550" y="697"/>
                    <a:pt x="515" y="662"/>
                  </a:cubicBezTo>
                  <a:lnTo>
                    <a:pt x="66" y="214"/>
                  </a:lnTo>
                  <a:cubicBezTo>
                    <a:pt x="31" y="178"/>
                    <a:pt x="2" y="116"/>
                    <a:pt x="0" y="75"/>
                  </a:cubicBezTo>
                  <a:cubicBezTo>
                    <a:pt x="0" y="34"/>
                    <a:pt x="33" y="0"/>
                    <a:pt x="74" y="2"/>
                  </a:cubicBezTo>
                  <a:cubicBezTo>
                    <a:pt x="115" y="2"/>
                    <a:pt x="177" y="32"/>
                    <a:pt x="212" y="67"/>
                  </a:cubicBezTo>
                  <a:lnTo>
                    <a:pt x="661" y="51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39" name="Freeform 14">
              <a:extLst>
                <a:ext uri="{FF2B5EF4-FFF2-40B4-BE49-F238E27FC236}">
                  <a16:creationId xmlns:a16="http://schemas.microsoft.com/office/drawing/2014/main" id="{9DC01160-D6FF-4903-A6B1-D0994F7E11B4}"/>
                </a:ext>
              </a:extLst>
            </p:cNvPr>
            <p:cNvSpPr>
              <a:spLocks noChangeArrowheads="1"/>
            </p:cNvSpPr>
            <p:nvPr/>
          </p:nvSpPr>
          <p:spPr bwMode="auto">
            <a:xfrm>
              <a:off x="2889250" y="4049713"/>
              <a:ext cx="349250" cy="349250"/>
            </a:xfrm>
            <a:custGeom>
              <a:avLst/>
              <a:gdLst>
                <a:gd name="T0" fmla="*/ 52154 w 971"/>
                <a:gd name="T1" fmla="*/ 334518 h 972"/>
                <a:gd name="T2" fmla="*/ 52154 w 971"/>
                <a:gd name="T3" fmla="*/ 334518 h 972"/>
                <a:gd name="T4" fmla="*/ 10071 w 971"/>
                <a:gd name="T5" fmla="*/ 338471 h 972"/>
                <a:gd name="T6" fmla="*/ 10071 w 971"/>
                <a:gd name="T7" fmla="*/ 338471 h 972"/>
                <a:gd name="T8" fmla="*/ 14387 w 971"/>
                <a:gd name="T9" fmla="*/ 296431 h 972"/>
                <a:gd name="T10" fmla="*/ 287745 w 971"/>
                <a:gd name="T11" fmla="*/ 23715 h 972"/>
                <a:gd name="T12" fmla="*/ 287745 w 971"/>
                <a:gd name="T13" fmla="*/ 23715 h 972"/>
                <a:gd name="T14" fmla="*/ 329827 w 971"/>
                <a:gd name="T15" fmla="*/ 359 h 972"/>
                <a:gd name="T16" fmla="*/ 329827 w 971"/>
                <a:gd name="T17" fmla="*/ 359 h 972"/>
                <a:gd name="T18" fmla="*/ 348890 w 971"/>
                <a:gd name="T19" fmla="*/ 19403 h 972"/>
                <a:gd name="T20" fmla="*/ 348890 w 971"/>
                <a:gd name="T21" fmla="*/ 19403 h 972"/>
                <a:gd name="T22" fmla="*/ 325511 w 971"/>
                <a:gd name="T23" fmla="*/ 61801 h 972"/>
                <a:gd name="T24" fmla="*/ 52154 w 971"/>
                <a:gd name="T25" fmla="*/ 334518 h 9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71" h="972">
                  <a:moveTo>
                    <a:pt x="145" y="931"/>
                  </a:moveTo>
                  <a:lnTo>
                    <a:pt x="145" y="931"/>
                  </a:lnTo>
                  <a:cubicBezTo>
                    <a:pt x="110" y="966"/>
                    <a:pt x="58" y="971"/>
                    <a:pt x="28" y="942"/>
                  </a:cubicBezTo>
                  <a:cubicBezTo>
                    <a:pt x="0" y="913"/>
                    <a:pt x="4" y="861"/>
                    <a:pt x="40" y="825"/>
                  </a:cubicBezTo>
                  <a:lnTo>
                    <a:pt x="800" y="66"/>
                  </a:lnTo>
                  <a:cubicBezTo>
                    <a:pt x="834" y="31"/>
                    <a:pt x="888" y="1"/>
                    <a:pt x="917" y="1"/>
                  </a:cubicBezTo>
                  <a:cubicBezTo>
                    <a:pt x="947" y="0"/>
                    <a:pt x="970" y="24"/>
                    <a:pt x="970" y="54"/>
                  </a:cubicBezTo>
                  <a:cubicBezTo>
                    <a:pt x="969" y="84"/>
                    <a:pt x="940" y="136"/>
                    <a:pt x="905" y="172"/>
                  </a:cubicBezTo>
                  <a:lnTo>
                    <a:pt x="145" y="9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75" name="Group 4">
            <a:extLst>
              <a:ext uri="{FF2B5EF4-FFF2-40B4-BE49-F238E27FC236}">
                <a16:creationId xmlns:a16="http://schemas.microsoft.com/office/drawing/2014/main" id="{165B09A8-5AA9-4C83-B6FC-218578904071}"/>
              </a:ext>
            </a:extLst>
          </p:cNvPr>
          <p:cNvGrpSpPr>
            <a:grpSpLocks/>
          </p:cNvGrpSpPr>
          <p:nvPr/>
        </p:nvGrpSpPr>
        <p:grpSpPr bwMode="auto">
          <a:xfrm>
            <a:off x="3608018" y="4565252"/>
            <a:ext cx="2135852" cy="1177930"/>
            <a:chOff x="5265738" y="5084763"/>
            <a:chExt cx="2481262" cy="1368425"/>
          </a:xfrm>
          <a:solidFill>
            <a:schemeClr val="accent3"/>
          </a:solidFill>
        </p:grpSpPr>
        <p:sp>
          <p:nvSpPr>
            <p:cNvPr id="115" name="Freeform 20">
              <a:extLst>
                <a:ext uri="{FF2B5EF4-FFF2-40B4-BE49-F238E27FC236}">
                  <a16:creationId xmlns:a16="http://schemas.microsoft.com/office/drawing/2014/main" id="{BCCD78DD-EF54-484F-99BC-382FE880BA94}"/>
                </a:ext>
              </a:extLst>
            </p:cNvPr>
            <p:cNvSpPr>
              <a:spLocks noChangeArrowheads="1"/>
            </p:cNvSpPr>
            <p:nvPr/>
          </p:nvSpPr>
          <p:spPr bwMode="auto">
            <a:xfrm>
              <a:off x="7173913"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6" name="Freeform 25">
              <a:extLst>
                <a:ext uri="{FF2B5EF4-FFF2-40B4-BE49-F238E27FC236}">
                  <a16:creationId xmlns:a16="http://schemas.microsoft.com/office/drawing/2014/main" id="{A71A2E39-5211-4FA1-8791-64F8F3B7BAB7}"/>
                </a:ext>
              </a:extLst>
            </p:cNvPr>
            <p:cNvSpPr>
              <a:spLocks noChangeArrowheads="1"/>
            </p:cNvSpPr>
            <p:nvPr/>
          </p:nvSpPr>
          <p:spPr bwMode="auto">
            <a:xfrm>
              <a:off x="5627688" y="5230813"/>
              <a:ext cx="180975" cy="180975"/>
            </a:xfrm>
            <a:custGeom>
              <a:avLst/>
              <a:gdLst>
                <a:gd name="T0" fmla="*/ 0 w 501"/>
                <a:gd name="T1" fmla="*/ 180614 h 501"/>
                <a:gd name="T2" fmla="*/ 180614 w 501"/>
                <a:gd name="T3" fmla="*/ 0 h 501"/>
                <a:gd name="T4" fmla="*/ 0 w 501"/>
                <a:gd name="T5" fmla="*/ 0 h 501"/>
                <a:gd name="T6" fmla="*/ 0 w 501"/>
                <a:gd name="T7" fmla="*/ 180614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1">
                  <a:moveTo>
                    <a:pt x="0" y="500"/>
                  </a:moveTo>
                  <a:lnTo>
                    <a:pt x="500" y="0"/>
                  </a:lnTo>
                  <a:lnTo>
                    <a:pt x="0" y="0"/>
                  </a:lnTo>
                  <a:lnTo>
                    <a:pt x="0" y="50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7" name="Freeform 26">
              <a:extLst>
                <a:ext uri="{FF2B5EF4-FFF2-40B4-BE49-F238E27FC236}">
                  <a16:creationId xmlns:a16="http://schemas.microsoft.com/office/drawing/2014/main" id="{37B1E0BA-C620-4AC7-92D3-A04FB5EDDF49}"/>
                </a:ext>
              </a:extLst>
            </p:cNvPr>
            <p:cNvSpPr>
              <a:spLocks noChangeArrowheads="1"/>
            </p:cNvSpPr>
            <p:nvPr/>
          </p:nvSpPr>
          <p:spPr bwMode="auto">
            <a:xfrm>
              <a:off x="5627688" y="5884863"/>
              <a:ext cx="180975" cy="180975"/>
            </a:xfrm>
            <a:custGeom>
              <a:avLst/>
              <a:gdLst>
                <a:gd name="T0" fmla="*/ 180614 w 501"/>
                <a:gd name="T1" fmla="*/ 180614 h 502"/>
                <a:gd name="T2" fmla="*/ 0 w 501"/>
                <a:gd name="T3" fmla="*/ 0 h 502"/>
                <a:gd name="T4" fmla="*/ 0 w 501"/>
                <a:gd name="T5" fmla="*/ 180614 h 502"/>
                <a:gd name="T6" fmla="*/ 180614 w 501"/>
                <a:gd name="T7" fmla="*/ 180614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1" h="502">
                  <a:moveTo>
                    <a:pt x="500" y="501"/>
                  </a:moveTo>
                  <a:lnTo>
                    <a:pt x="0" y="0"/>
                  </a:lnTo>
                  <a:lnTo>
                    <a:pt x="0" y="501"/>
                  </a:lnTo>
                  <a:lnTo>
                    <a:pt x="500" y="50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8" name="Freeform 27">
              <a:extLst>
                <a:ext uri="{FF2B5EF4-FFF2-40B4-BE49-F238E27FC236}">
                  <a16:creationId xmlns:a16="http://schemas.microsoft.com/office/drawing/2014/main" id="{F9B3E1AF-D40D-4ADD-A50A-F2757F4AB2D1}"/>
                </a:ext>
              </a:extLst>
            </p:cNvPr>
            <p:cNvSpPr>
              <a:spLocks noChangeArrowheads="1"/>
            </p:cNvSpPr>
            <p:nvPr/>
          </p:nvSpPr>
          <p:spPr bwMode="auto">
            <a:xfrm>
              <a:off x="7432675" y="5884863"/>
              <a:ext cx="180975" cy="180975"/>
            </a:xfrm>
            <a:custGeom>
              <a:avLst/>
              <a:gdLst>
                <a:gd name="T0" fmla="*/ 180614 w 502"/>
                <a:gd name="T1" fmla="*/ 0 h 502"/>
                <a:gd name="T2" fmla="*/ 0 w 502"/>
                <a:gd name="T3" fmla="*/ 180614 h 502"/>
                <a:gd name="T4" fmla="*/ 180614 w 502"/>
                <a:gd name="T5" fmla="*/ 180614 h 502"/>
                <a:gd name="T6" fmla="*/ 180614 w 502"/>
                <a:gd name="T7" fmla="*/ 0 h 5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2">
                  <a:moveTo>
                    <a:pt x="501" y="0"/>
                  </a:moveTo>
                  <a:lnTo>
                    <a:pt x="0" y="501"/>
                  </a:lnTo>
                  <a:lnTo>
                    <a:pt x="501" y="501"/>
                  </a:lnTo>
                  <a:lnTo>
                    <a:pt x="50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9" name="Freeform 15">
              <a:extLst>
                <a:ext uri="{FF2B5EF4-FFF2-40B4-BE49-F238E27FC236}">
                  <a16:creationId xmlns:a16="http://schemas.microsoft.com/office/drawing/2014/main" id="{395E6914-5EEE-476D-BA2F-6504ECC0E8D8}"/>
                </a:ext>
              </a:extLst>
            </p:cNvPr>
            <p:cNvSpPr>
              <a:spLocks noChangeArrowheads="1"/>
            </p:cNvSpPr>
            <p:nvPr/>
          </p:nvSpPr>
          <p:spPr bwMode="auto">
            <a:xfrm>
              <a:off x="5265738" y="5329238"/>
              <a:ext cx="2252662" cy="1123950"/>
            </a:xfrm>
            <a:custGeom>
              <a:avLst/>
              <a:gdLst>
                <a:gd name="T0" fmla="*/ 2219905 w 6258"/>
                <a:gd name="T1" fmla="*/ 1123590 h 3124"/>
                <a:gd name="T2" fmla="*/ 64794 w 6258"/>
                <a:gd name="T3" fmla="*/ 1123590 h 3124"/>
                <a:gd name="T4" fmla="*/ 64794 w 6258"/>
                <a:gd name="T5" fmla="*/ 1123590 h 3124"/>
                <a:gd name="T6" fmla="*/ 0 w 6258"/>
                <a:gd name="T7" fmla="*/ 1058470 h 3124"/>
                <a:gd name="T8" fmla="*/ 0 w 6258"/>
                <a:gd name="T9" fmla="*/ 32380 h 3124"/>
                <a:gd name="T10" fmla="*/ 0 w 6258"/>
                <a:gd name="T11" fmla="*/ 32380 h 3124"/>
                <a:gd name="T12" fmla="*/ 32397 w 6258"/>
                <a:gd name="T13" fmla="*/ 0 h 3124"/>
                <a:gd name="T14" fmla="*/ 32397 w 6258"/>
                <a:gd name="T15" fmla="*/ 0 h 3124"/>
                <a:gd name="T16" fmla="*/ 64794 w 6258"/>
                <a:gd name="T17" fmla="*/ 32380 h 3124"/>
                <a:gd name="T18" fmla="*/ 64794 w 6258"/>
                <a:gd name="T19" fmla="*/ 1058470 h 3124"/>
                <a:gd name="T20" fmla="*/ 2219905 w 6258"/>
                <a:gd name="T21" fmla="*/ 1058470 h 3124"/>
                <a:gd name="T22" fmla="*/ 2219905 w 6258"/>
                <a:gd name="T23" fmla="*/ 1058470 h 3124"/>
                <a:gd name="T24" fmla="*/ 2252302 w 6258"/>
                <a:gd name="T25" fmla="*/ 1090850 h 3124"/>
                <a:gd name="T26" fmla="*/ 2252302 w 6258"/>
                <a:gd name="T27" fmla="*/ 1090850 h 3124"/>
                <a:gd name="T28" fmla="*/ 2219905 w 6258"/>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58" h="3124">
                  <a:moveTo>
                    <a:pt x="6167" y="3123"/>
                  </a:moveTo>
                  <a:lnTo>
                    <a:pt x="180" y="3123"/>
                  </a:lnTo>
                  <a:cubicBezTo>
                    <a:pt x="81" y="3123"/>
                    <a:pt x="0" y="3042"/>
                    <a:pt x="0" y="2942"/>
                  </a:cubicBezTo>
                  <a:lnTo>
                    <a:pt x="0" y="90"/>
                  </a:lnTo>
                  <a:cubicBezTo>
                    <a:pt x="0" y="40"/>
                    <a:pt x="40" y="0"/>
                    <a:pt x="90" y="0"/>
                  </a:cubicBezTo>
                  <a:cubicBezTo>
                    <a:pt x="140" y="0"/>
                    <a:pt x="180" y="40"/>
                    <a:pt x="180" y="90"/>
                  </a:cubicBezTo>
                  <a:lnTo>
                    <a:pt x="180" y="2942"/>
                  </a:lnTo>
                  <a:lnTo>
                    <a:pt x="6167" y="2942"/>
                  </a:lnTo>
                  <a:cubicBezTo>
                    <a:pt x="6217" y="2942"/>
                    <a:pt x="6257" y="2982"/>
                    <a:pt x="6257" y="3032"/>
                  </a:cubicBezTo>
                  <a:cubicBezTo>
                    <a:pt x="6257" y="3082"/>
                    <a:pt x="6217" y="3123"/>
                    <a:pt x="6167"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0" name="Freeform 16">
              <a:extLst>
                <a:ext uri="{FF2B5EF4-FFF2-40B4-BE49-F238E27FC236}">
                  <a16:creationId xmlns:a16="http://schemas.microsoft.com/office/drawing/2014/main" id="{2AE3907B-9FE0-423D-A42B-87A301209B86}"/>
                </a:ext>
              </a:extLst>
            </p:cNvPr>
            <p:cNvSpPr>
              <a:spLocks noChangeArrowheads="1"/>
            </p:cNvSpPr>
            <p:nvPr/>
          </p:nvSpPr>
          <p:spPr bwMode="auto">
            <a:xfrm>
              <a:off x="5380038" y="5214938"/>
              <a:ext cx="2254250" cy="1123950"/>
            </a:xfrm>
            <a:custGeom>
              <a:avLst/>
              <a:gdLst>
                <a:gd name="T0" fmla="*/ 2221120 w 6260"/>
                <a:gd name="T1" fmla="*/ 1123590 h 3124"/>
                <a:gd name="T2" fmla="*/ 65179 w 6260"/>
                <a:gd name="T3" fmla="*/ 1123590 h 3124"/>
                <a:gd name="T4" fmla="*/ 65179 w 6260"/>
                <a:gd name="T5" fmla="*/ 1123590 h 3124"/>
                <a:gd name="T6" fmla="*/ 0 w 6260"/>
                <a:gd name="T7" fmla="*/ 1058470 h 3124"/>
                <a:gd name="T8" fmla="*/ 0 w 6260"/>
                <a:gd name="T9" fmla="*/ 32740 h 3124"/>
                <a:gd name="T10" fmla="*/ 0 w 6260"/>
                <a:gd name="T11" fmla="*/ 32740 h 3124"/>
                <a:gd name="T12" fmla="*/ 32769 w 6260"/>
                <a:gd name="T13" fmla="*/ 0 h 3124"/>
                <a:gd name="T14" fmla="*/ 32769 w 6260"/>
                <a:gd name="T15" fmla="*/ 0 h 3124"/>
                <a:gd name="T16" fmla="*/ 65179 w 6260"/>
                <a:gd name="T17" fmla="*/ 32740 h 3124"/>
                <a:gd name="T18" fmla="*/ 65179 w 6260"/>
                <a:gd name="T19" fmla="*/ 1058470 h 3124"/>
                <a:gd name="T20" fmla="*/ 2221120 w 6260"/>
                <a:gd name="T21" fmla="*/ 1058470 h 3124"/>
                <a:gd name="T22" fmla="*/ 2221120 w 6260"/>
                <a:gd name="T23" fmla="*/ 1058470 h 3124"/>
                <a:gd name="T24" fmla="*/ 2253890 w 6260"/>
                <a:gd name="T25" fmla="*/ 1091210 h 3124"/>
                <a:gd name="T26" fmla="*/ 2253890 w 6260"/>
                <a:gd name="T27" fmla="*/ 1091210 h 3124"/>
                <a:gd name="T28" fmla="*/ 2221120 w 6260"/>
                <a:gd name="T29" fmla="*/ 1123590 h 31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260" h="3124">
                  <a:moveTo>
                    <a:pt x="6168" y="3123"/>
                  </a:moveTo>
                  <a:lnTo>
                    <a:pt x="181" y="3123"/>
                  </a:lnTo>
                  <a:cubicBezTo>
                    <a:pt x="81" y="3123"/>
                    <a:pt x="0" y="3042"/>
                    <a:pt x="0" y="2942"/>
                  </a:cubicBezTo>
                  <a:lnTo>
                    <a:pt x="0" y="91"/>
                  </a:lnTo>
                  <a:cubicBezTo>
                    <a:pt x="0" y="41"/>
                    <a:pt x="41" y="0"/>
                    <a:pt x="91" y="0"/>
                  </a:cubicBezTo>
                  <a:cubicBezTo>
                    <a:pt x="141" y="0"/>
                    <a:pt x="181" y="41"/>
                    <a:pt x="181" y="91"/>
                  </a:cubicBezTo>
                  <a:lnTo>
                    <a:pt x="181" y="2942"/>
                  </a:lnTo>
                  <a:lnTo>
                    <a:pt x="6168" y="2942"/>
                  </a:lnTo>
                  <a:cubicBezTo>
                    <a:pt x="6218" y="2942"/>
                    <a:pt x="6259" y="2983"/>
                    <a:pt x="6259" y="3033"/>
                  </a:cubicBezTo>
                  <a:cubicBezTo>
                    <a:pt x="6259" y="3083"/>
                    <a:pt x="6218" y="3123"/>
                    <a:pt x="6168" y="31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1" name="Freeform 17">
              <a:extLst>
                <a:ext uri="{FF2B5EF4-FFF2-40B4-BE49-F238E27FC236}">
                  <a16:creationId xmlns:a16="http://schemas.microsoft.com/office/drawing/2014/main" id="{04687511-AD6B-4100-B317-C651B894B952}"/>
                </a:ext>
              </a:extLst>
            </p:cNvPr>
            <p:cNvSpPr>
              <a:spLocks noChangeArrowheads="1"/>
            </p:cNvSpPr>
            <p:nvPr/>
          </p:nvSpPr>
          <p:spPr bwMode="auto">
            <a:xfrm>
              <a:off x="5594350" y="5195888"/>
              <a:ext cx="2051050" cy="903287"/>
            </a:xfrm>
            <a:custGeom>
              <a:avLst/>
              <a:gdLst>
                <a:gd name="T0" fmla="*/ 65141 w 5699"/>
                <a:gd name="T1" fmla="*/ 65215 h 2507"/>
                <a:gd name="T2" fmla="*/ 65141 w 5699"/>
                <a:gd name="T3" fmla="*/ 837711 h 2507"/>
                <a:gd name="T4" fmla="*/ 1985549 w 5699"/>
                <a:gd name="T5" fmla="*/ 837711 h 2507"/>
                <a:gd name="T6" fmla="*/ 1985549 w 5699"/>
                <a:gd name="T7" fmla="*/ 65215 h 2507"/>
                <a:gd name="T8" fmla="*/ 65141 w 5699"/>
                <a:gd name="T9" fmla="*/ 65215 h 2507"/>
                <a:gd name="T10" fmla="*/ 1985549 w 5699"/>
                <a:gd name="T11" fmla="*/ 837711 h 2507"/>
                <a:gd name="T12" fmla="*/ 1985549 w 5699"/>
                <a:gd name="T13" fmla="*/ 870499 h 2507"/>
                <a:gd name="T14" fmla="*/ 1985549 w 5699"/>
                <a:gd name="T15" fmla="*/ 837711 h 2507"/>
                <a:gd name="T16" fmla="*/ 1985549 w 5699"/>
                <a:gd name="T17" fmla="*/ 902927 h 2507"/>
                <a:gd name="T18" fmla="*/ 65141 w 5699"/>
                <a:gd name="T19" fmla="*/ 902927 h 2507"/>
                <a:gd name="T20" fmla="*/ 65141 w 5699"/>
                <a:gd name="T21" fmla="*/ 902927 h 2507"/>
                <a:gd name="T22" fmla="*/ 0 w 5699"/>
                <a:gd name="T23" fmla="*/ 837711 h 2507"/>
                <a:gd name="T24" fmla="*/ 0 w 5699"/>
                <a:gd name="T25" fmla="*/ 65215 h 2507"/>
                <a:gd name="T26" fmla="*/ 0 w 5699"/>
                <a:gd name="T27" fmla="*/ 65215 h 2507"/>
                <a:gd name="T28" fmla="*/ 65141 w 5699"/>
                <a:gd name="T29" fmla="*/ 0 h 2507"/>
                <a:gd name="T30" fmla="*/ 1985549 w 5699"/>
                <a:gd name="T31" fmla="*/ 0 h 2507"/>
                <a:gd name="T32" fmla="*/ 1985549 w 5699"/>
                <a:gd name="T33" fmla="*/ 0 h 2507"/>
                <a:gd name="T34" fmla="*/ 2050690 w 5699"/>
                <a:gd name="T35" fmla="*/ 65215 h 2507"/>
                <a:gd name="T36" fmla="*/ 2050690 w 5699"/>
                <a:gd name="T37" fmla="*/ 837711 h 2507"/>
                <a:gd name="T38" fmla="*/ 2050690 w 5699"/>
                <a:gd name="T39" fmla="*/ 837711 h 2507"/>
                <a:gd name="T40" fmla="*/ 1985549 w 5699"/>
                <a:gd name="T41" fmla="*/ 902927 h 25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699" h="2507">
                  <a:moveTo>
                    <a:pt x="181" y="181"/>
                  </a:moveTo>
                  <a:lnTo>
                    <a:pt x="181" y="2325"/>
                  </a:lnTo>
                  <a:lnTo>
                    <a:pt x="5517" y="2325"/>
                  </a:lnTo>
                  <a:lnTo>
                    <a:pt x="5517" y="181"/>
                  </a:lnTo>
                  <a:lnTo>
                    <a:pt x="181" y="181"/>
                  </a:lnTo>
                  <a:close/>
                  <a:moveTo>
                    <a:pt x="5517" y="2325"/>
                  </a:moveTo>
                  <a:lnTo>
                    <a:pt x="5517" y="2416"/>
                  </a:lnTo>
                  <a:lnTo>
                    <a:pt x="5517" y="2325"/>
                  </a:lnTo>
                  <a:close/>
                  <a:moveTo>
                    <a:pt x="5517" y="2506"/>
                  </a:moveTo>
                  <a:lnTo>
                    <a:pt x="181" y="2506"/>
                  </a:lnTo>
                  <a:cubicBezTo>
                    <a:pt x="81" y="2506"/>
                    <a:pt x="0" y="2425"/>
                    <a:pt x="0" y="2325"/>
                  </a:cubicBezTo>
                  <a:lnTo>
                    <a:pt x="0" y="181"/>
                  </a:lnTo>
                  <a:cubicBezTo>
                    <a:pt x="0" y="81"/>
                    <a:pt x="81" y="0"/>
                    <a:pt x="181" y="0"/>
                  </a:cubicBezTo>
                  <a:lnTo>
                    <a:pt x="5517" y="0"/>
                  </a:lnTo>
                  <a:cubicBezTo>
                    <a:pt x="5617" y="0"/>
                    <a:pt x="5698" y="81"/>
                    <a:pt x="5698" y="181"/>
                  </a:cubicBezTo>
                  <a:lnTo>
                    <a:pt x="5698" y="2325"/>
                  </a:lnTo>
                  <a:cubicBezTo>
                    <a:pt x="5698" y="2425"/>
                    <a:pt x="5617" y="2506"/>
                    <a:pt x="5517" y="250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2" name="Freeform 18">
              <a:extLst>
                <a:ext uri="{FF2B5EF4-FFF2-40B4-BE49-F238E27FC236}">
                  <a16:creationId xmlns:a16="http://schemas.microsoft.com/office/drawing/2014/main" id="{75969B8E-5E7F-4611-BEAB-FA2397A88181}"/>
                </a:ext>
              </a:extLst>
            </p:cNvPr>
            <p:cNvSpPr>
              <a:spLocks noChangeArrowheads="1"/>
            </p:cNvSpPr>
            <p:nvPr/>
          </p:nvSpPr>
          <p:spPr bwMode="auto">
            <a:xfrm>
              <a:off x="5494338" y="5084763"/>
              <a:ext cx="2252662" cy="1123950"/>
            </a:xfrm>
            <a:custGeom>
              <a:avLst/>
              <a:gdLst>
                <a:gd name="T0" fmla="*/ 65143 w 6259"/>
                <a:gd name="T1" fmla="*/ 64781 h 3123"/>
                <a:gd name="T2" fmla="*/ 65143 w 6259"/>
                <a:gd name="T3" fmla="*/ 1058809 h 3123"/>
                <a:gd name="T4" fmla="*/ 2187519 w 6259"/>
                <a:gd name="T5" fmla="*/ 1058809 h 3123"/>
                <a:gd name="T6" fmla="*/ 2187519 w 6259"/>
                <a:gd name="T7" fmla="*/ 64781 h 3123"/>
                <a:gd name="T8" fmla="*/ 65143 w 6259"/>
                <a:gd name="T9" fmla="*/ 64781 h 3123"/>
                <a:gd name="T10" fmla="*/ 2187519 w 6259"/>
                <a:gd name="T11" fmla="*/ 1058809 h 3123"/>
                <a:gd name="T12" fmla="*/ 2187519 w 6259"/>
                <a:gd name="T13" fmla="*/ 1091200 h 3123"/>
                <a:gd name="T14" fmla="*/ 2187519 w 6259"/>
                <a:gd name="T15" fmla="*/ 1058809 h 3123"/>
                <a:gd name="T16" fmla="*/ 2187519 w 6259"/>
                <a:gd name="T17" fmla="*/ 1123590 h 3123"/>
                <a:gd name="T18" fmla="*/ 65143 w 6259"/>
                <a:gd name="T19" fmla="*/ 1123590 h 3123"/>
                <a:gd name="T20" fmla="*/ 65143 w 6259"/>
                <a:gd name="T21" fmla="*/ 1123590 h 3123"/>
                <a:gd name="T22" fmla="*/ 0 w 6259"/>
                <a:gd name="T23" fmla="*/ 1058809 h 3123"/>
                <a:gd name="T24" fmla="*/ 0 w 6259"/>
                <a:gd name="T25" fmla="*/ 64781 h 3123"/>
                <a:gd name="T26" fmla="*/ 0 w 6259"/>
                <a:gd name="T27" fmla="*/ 64781 h 3123"/>
                <a:gd name="T28" fmla="*/ 65143 w 6259"/>
                <a:gd name="T29" fmla="*/ 0 h 3123"/>
                <a:gd name="T30" fmla="*/ 2187519 w 6259"/>
                <a:gd name="T31" fmla="*/ 0 h 3123"/>
                <a:gd name="T32" fmla="*/ 2187519 w 6259"/>
                <a:gd name="T33" fmla="*/ 0 h 3123"/>
                <a:gd name="T34" fmla="*/ 2252302 w 6259"/>
                <a:gd name="T35" fmla="*/ 64781 h 3123"/>
                <a:gd name="T36" fmla="*/ 2252302 w 6259"/>
                <a:gd name="T37" fmla="*/ 1058809 h 3123"/>
                <a:gd name="T38" fmla="*/ 2252302 w 6259"/>
                <a:gd name="T39" fmla="*/ 1058809 h 3123"/>
                <a:gd name="T40" fmla="*/ 2187519 w 6259"/>
                <a:gd name="T41" fmla="*/ 1123590 h 3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259" h="3123">
                  <a:moveTo>
                    <a:pt x="181" y="180"/>
                  </a:moveTo>
                  <a:lnTo>
                    <a:pt x="181" y="2942"/>
                  </a:lnTo>
                  <a:lnTo>
                    <a:pt x="6078" y="2942"/>
                  </a:lnTo>
                  <a:lnTo>
                    <a:pt x="6078" y="180"/>
                  </a:lnTo>
                  <a:lnTo>
                    <a:pt x="181" y="180"/>
                  </a:lnTo>
                  <a:close/>
                  <a:moveTo>
                    <a:pt x="6078" y="2942"/>
                  </a:moveTo>
                  <a:lnTo>
                    <a:pt x="6078" y="3032"/>
                  </a:lnTo>
                  <a:lnTo>
                    <a:pt x="6078" y="2942"/>
                  </a:lnTo>
                  <a:close/>
                  <a:moveTo>
                    <a:pt x="6078" y="3122"/>
                  </a:moveTo>
                  <a:lnTo>
                    <a:pt x="181" y="3122"/>
                  </a:lnTo>
                  <a:cubicBezTo>
                    <a:pt x="81" y="3122"/>
                    <a:pt x="0" y="3041"/>
                    <a:pt x="0" y="2942"/>
                  </a:cubicBezTo>
                  <a:lnTo>
                    <a:pt x="0" y="180"/>
                  </a:lnTo>
                  <a:cubicBezTo>
                    <a:pt x="0" y="81"/>
                    <a:pt x="81" y="0"/>
                    <a:pt x="181" y="0"/>
                  </a:cubicBezTo>
                  <a:lnTo>
                    <a:pt x="6078" y="0"/>
                  </a:lnTo>
                  <a:cubicBezTo>
                    <a:pt x="6177" y="0"/>
                    <a:pt x="6258" y="81"/>
                    <a:pt x="6258" y="180"/>
                  </a:cubicBezTo>
                  <a:lnTo>
                    <a:pt x="6258" y="2942"/>
                  </a:lnTo>
                  <a:cubicBezTo>
                    <a:pt x="6258" y="3041"/>
                    <a:pt x="6177" y="3122"/>
                    <a:pt x="6078" y="31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3" name="Freeform 19">
              <a:extLst>
                <a:ext uri="{FF2B5EF4-FFF2-40B4-BE49-F238E27FC236}">
                  <a16:creationId xmlns:a16="http://schemas.microsoft.com/office/drawing/2014/main" id="{0141F66A-0EA2-471D-B6B7-8B945ECF5931}"/>
                </a:ext>
              </a:extLst>
            </p:cNvPr>
            <p:cNvSpPr>
              <a:spLocks noChangeArrowheads="1"/>
            </p:cNvSpPr>
            <p:nvPr/>
          </p:nvSpPr>
          <p:spPr bwMode="auto">
            <a:xfrm>
              <a:off x="6300788" y="5273675"/>
              <a:ext cx="639762" cy="747713"/>
            </a:xfrm>
            <a:custGeom>
              <a:avLst/>
              <a:gdLst>
                <a:gd name="T0" fmla="*/ 319521 w 1778"/>
                <a:gd name="T1" fmla="*/ 65159 h 2077"/>
                <a:gd name="T2" fmla="*/ 319521 w 1778"/>
                <a:gd name="T3" fmla="*/ 65159 h 2077"/>
                <a:gd name="T4" fmla="*/ 64768 w 1778"/>
                <a:gd name="T5" fmla="*/ 373677 h 2077"/>
                <a:gd name="T6" fmla="*/ 64768 w 1778"/>
                <a:gd name="T7" fmla="*/ 373677 h 2077"/>
                <a:gd name="T8" fmla="*/ 319521 w 1778"/>
                <a:gd name="T9" fmla="*/ 682194 h 2077"/>
                <a:gd name="T10" fmla="*/ 319521 w 1778"/>
                <a:gd name="T11" fmla="*/ 682194 h 2077"/>
                <a:gd name="T12" fmla="*/ 574275 w 1778"/>
                <a:gd name="T13" fmla="*/ 373677 h 2077"/>
                <a:gd name="T14" fmla="*/ 574275 w 1778"/>
                <a:gd name="T15" fmla="*/ 373677 h 2077"/>
                <a:gd name="T16" fmla="*/ 319521 w 1778"/>
                <a:gd name="T17" fmla="*/ 65159 h 2077"/>
                <a:gd name="T18" fmla="*/ 319521 w 1778"/>
                <a:gd name="T19" fmla="*/ 747353 h 2077"/>
                <a:gd name="T20" fmla="*/ 319521 w 1778"/>
                <a:gd name="T21" fmla="*/ 747353 h 2077"/>
                <a:gd name="T22" fmla="*/ 0 w 1778"/>
                <a:gd name="T23" fmla="*/ 373677 h 2077"/>
                <a:gd name="T24" fmla="*/ 0 w 1778"/>
                <a:gd name="T25" fmla="*/ 373677 h 2077"/>
                <a:gd name="T26" fmla="*/ 319521 w 1778"/>
                <a:gd name="T27" fmla="*/ 0 h 2077"/>
                <a:gd name="T28" fmla="*/ 319521 w 1778"/>
                <a:gd name="T29" fmla="*/ 0 h 2077"/>
                <a:gd name="T30" fmla="*/ 639402 w 1778"/>
                <a:gd name="T31" fmla="*/ 373677 h 2077"/>
                <a:gd name="T32" fmla="*/ 639402 w 1778"/>
                <a:gd name="T33" fmla="*/ 373677 h 2077"/>
                <a:gd name="T34" fmla="*/ 319521 w 1778"/>
                <a:gd name="T35" fmla="*/ 747353 h 20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78" h="2077">
                  <a:moveTo>
                    <a:pt x="888" y="181"/>
                  </a:moveTo>
                  <a:lnTo>
                    <a:pt x="888" y="181"/>
                  </a:lnTo>
                  <a:cubicBezTo>
                    <a:pt x="498" y="181"/>
                    <a:pt x="180" y="565"/>
                    <a:pt x="180" y="1038"/>
                  </a:cubicBezTo>
                  <a:cubicBezTo>
                    <a:pt x="180" y="1510"/>
                    <a:pt x="498" y="1895"/>
                    <a:pt x="888" y="1895"/>
                  </a:cubicBezTo>
                  <a:cubicBezTo>
                    <a:pt x="1279" y="1895"/>
                    <a:pt x="1596" y="1510"/>
                    <a:pt x="1596" y="1038"/>
                  </a:cubicBezTo>
                  <a:cubicBezTo>
                    <a:pt x="1596" y="565"/>
                    <a:pt x="1279" y="181"/>
                    <a:pt x="888" y="181"/>
                  </a:cubicBezTo>
                  <a:close/>
                  <a:moveTo>
                    <a:pt x="888" y="2076"/>
                  </a:moveTo>
                  <a:lnTo>
                    <a:pt x="888" y="2076"/>
                  </a:lnTo>
                  <a:cubicBezTo>
                    <a:pt x="398" y="2076"/>
                    <a:pt x="0" y="1610"/>
                    <a:pt x="0" y="1038"/>
                  </a:cubicBezTo>
                  <a:cubicBezTo>
                    <a:pt x="0" y="466"/>
                    <a:pt x="398" y="0"/>
                    <a:pt x="888" y="0"/>
                  </a:cubicBezTo>
                  <a:cubicBezTo>
                    <a:pt x="1379" y="0"/>
                    <a:pt x="1777" y="466"/>
                    <a:pt x="1777" y="1038"/>
                  </a:cubicBezTo>
                  <a:cubicBezTo>
                    <a:pt x="1777" y="1610"/>
                    <a:pt x="1379" y="2076"/>
                    <a:pt x="888" y="207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4" name="Freeform 21">
              <a:extLst>
                <a:ext uri="{FF2B5EF4-FFF2-40B4-BE49-F238E27FC236}">
                  <a16:creationId xmlns:a16="http://schemas.microsoft.com/office/drawing/2014/main" id="{C34EF61F-42AC-44B6-A03D-DE7DA84D467E}"/>
                </a:ext>
              </a:extLst>
            </p:cNvPr>
            <p:cNvSpPr>
              <a:spLocks noChangeArrowheads="1"/>
            </p:cNvSpPr>
            <p:nvPr/>
          </p:nvSpPr>
          <p:spPr bwMode="auto">
            <a:xfrm>
              <a:off x="5886450" y="5557838"/>
              <a:ext cx="180975" cy="180975"/>
            </a:xfrm>
            <a:custGeom>
              <a:avLst/>
              <a:gdLst>
                <a:gd name="T0" fmla="*/ 180614 w 502"/>
                <a:gd name="T1" fmla="*/ 90307 h 501"/>
                <a:gd name="T2" fmla="*/ 180614 w 502"/>
                <a:gd name="T3" fmla="*/ 90307 h 501"/>
                <a:gd name="T4" fmla="*/ 90488 w 502"/>
                <a:gd name="T5" fmla="*/ 180614 h 501"/>
                <a:gd name="T6" fmla="*/ 90488 w 502"/>
                <a:gd name="T7" fmla="*/ 180614 h 501"/>
                <a:gd name="T8" fmla="*/ 0 w 502"/>
                <a:gd name="T9" fmla="*/ 90307 h 501"/>
                <a:gd name="T10" fmla="*/ 0 w 502"/>
                <a:gd name="T11" fmla="*/ 90307 h 501"/>
                <a:gd name="T12" fmla="*/ 90488 w 502"/>
                <a:gd name="T13" fmla="*/ 0 h 501"/>
                <a:gd name="T14" fmla="*/ 90488 w 502"/>
                <a:gd name="T15" fmla="*/ 0 h 501"/>
                <a:gd name="T16" fmla="*/ 180614 w 502"/>
                <a:gd name="T17" fmla="*/ 90307 h 5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2" h="501">
                  <a:moveTo>
                    <a:pt x="501" y="250"/>
                  </a:moveTo>
                  <a:lnTo>
                    <a:pt x="501" y="250"/>
                  </a:lnTo>
                  <a:cubicBezTo>
                    <a:pt x="501" y="388"/>
                    <a:pt x="389" y="500"/>
                    <a:pt x="251" y="500"/>
                  </a:cubicBezTo>
                  <a:cubicBezTo>
                    <a:pt x="112" y="500"/>
                    <a:pt x="0" y="388"/>
                    <a:pt x="0" y="250"/>
                  </a:cubicBezTo>
                  <a:cubicBezTo>
                    <a:pt x="0" y="111"/>
                    <a:pt x="112" y="0"/>
                    <a:pt x="251" y="0"/>
                  </a:cubicBezTo>
                  <a:cubicBezTo>
                    <a:pt x="389" y="0"/>
                    <a:pt x="501" y="111"/>
                    <a:pt x="501" y="2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5" name="Freeform 22">
              <a:extLst>
                <a:ext uri="{FF2B5EF4-FFF2-40B4-BE49-F238E27FC236}">
                  <a16:creationId xmlns:a16="http://schemas.microsoft.com/office/drawing/2014/main" id="{123D00AA-7E93-4F1D-9EC9-CEAA480D80A8}"/>
                </a:ext>
              </a:extLst>
            </p:cNvPr>
            <p:cNvSpPr>
              <a:spLocks noChangeArrowheads="1"/>
            </p:cNvSpPr>
            <p:nvPr/>
          </p:nvSpPr>
          <p:spPr bwMode="auto">
            <a:xfrm>
              <a:off x="6350000" y="5665788"/>
              <a:ext cx="541338" cy="322262"/>
            </a:xfrm>
            <a:custGeom>
              <a:avLst/>
              <a:gdLst>
                <a:gd name="T0" fmla="*/ 270489 w 1503"/>
                <a:gd name="T1" fmla="*/ 0 h 895"/>
                <a:gd name="T2" fmla="*/ 270489 w 1503"/>
                <a:gd name="T3" fmla="*/ 0 h 895"/>
                <a:gd name="T4" fmla="*/ 0 w 1503"/>
                <a:gd name="T5" fmla="*/ 97219 h 895"/>
                <a:gd name="T6" fmla="*/ 0 w 1503"/>
                <a:gd name="T7" fmla="*/ 97219 h 895"/>
                <a:gd name="T8" fmla="*/ 270489 w 1503"/>
                <a:gd name="T9" fmla="*/ 321902 h 895"/>
                <a:gd name="T10" fmla="*/ 270489 w 1503"/>
                <a:gd name="T11" fmla="*/ 321902 h 895"/>
                <a:gd name="T12" fmla="*/ 540978 w 1503"/>
                <a:gd name="T13" fmla="*/ 97219 h 895"/>
                <a:gd name="T14" fmla="*/ 540978 w 1503"/>
                <a:gd name="T15" fmla="*/ 97219 h 895"/>
                <a:gd name="T16" fmla="*/ 270489 w 1503"/>
                <a:gd name="T17" fmla="*/ 0 h 8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03" h="895">
                  <a:moveTo>
                    <a:pt x="751" y="0"/>
                  </a:moveTo>
                  <a:lnTo>
                    <a:pt x="751" y="0"/>
                  </a:lnTo>
                  <a:cubicBezTo>
                    <a:pt x="466" y="0"/>
                    <a:pt x="204" y="102"/>
                    <a:pt x="0" y="270"/>
                  </a:cubicBezTo>
                  <a:cubicBezTo>
                    <a:pt x="112" y="634"/>
                    <a:pt x="406" y="894"/>
                    <a:pt x="751" y="894"/>
                  </a:cubicBezTo>
                  <a:cubicBezTo>
                    <a:pt x="1097" y="894"/>
                    <a:pt x="1391" y="634"/>
                    <a:pt x="1502" y="270"/>
                  </a:cubicBezTo>
                  <a:cubicBezTo>
                    <a:pt x="1298" y="102"/>
                    <a:pt x="1037" y="0"/>
                    <a:pt x="75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6" name="Freeform 24">
              <a:extLst>
                <a:ext uri="{FF2B5EF4-FFF2-40B4-BE49-F238E27FC236}">
                  <a16:creationId xmlns:a16="http://schemas.microsoft.com/office/drawing/2014/main" id="{105F6147-3283-4951-BED2-E69093BEDDD2}"/>
                </a:ext>
              </a:extLst>
            </p:cNvPr>
            <p:cNvSpPr>
              <a:spLocks noChangeArrowheads="1"/>
            </p:cNvSpPr>
            <p:nvPr/>
          </p:nvSpPr>
          <p:spPr bwMode="auto">
            <a:xfrm>
              <a:off x="6492875" y="5381625"/>
              <a:ext cx="255588" cy="255588"/>
            </a:xfrm>
            <a:custGeom>
              <a:avLst/>
              <a:gdLst>
                <a:gd name="T0" fmla="*/ 255229 w 711"/>
                <a:gd name="T1" fmla="*/ 127614 h 711"/>
                <a:gd name="T2" fmla="*/ 255229 w 711"/>
                <a:gd name="T3" fmla="*/ 127614 h 711"/>
                <a:gd name="T4" fmla="*/ 127614 w 711"/>
                <a:gd name="T5" fmla="*/ 255229 h 711"/>
                <a:gd name="T6" fmla="*/ 127614 w 711"/>
                <a:gd name="T7" fmla="*/ 255229 h 711"/>
                <a:gd name="T8" fmla="*/ 0 w 711"/>
                <a:gd name="T9" fmla="*/ 127614 h 711"/>
                <a:gd name="T10" fmla="*/ 0 w 711"/>
                <a:gd name="T11" fmla="*/ 127614 h 711"/>
                <a:gd name="T12" fmla="*/ 127614 w 711"/>
                <a:gd name="T13" fmla="*/ 0 h 711"/>
                <a:gd name="T14" fmla="*/ 127614 w 711"/>
                <a:gd name="T15" fmla="*/ 0 h 711"/>
                <a:gd name="T16" fmla="*/ 255229 w 711"/>
                <a:gd name="T17" fmla="*/ 127614 h 7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1" h="711">
                  <a:moveTo>
                    <a:pt x="710" y="355"/>
                  </a:moveTo>
                  <a:lnTo>
                    <a:pt x="710" y="355"/>
                  </a:lnTo>
                  <a:cubicBezTo>
                    <a:pt x="710" y="552"/>
                    <a:pt x="551" y="710"/>
                    <a:pt x="355" y="710"/>
                  </a:cubicBezTo>
                  <a:cubicBezTo>
                    <a:pt x="159" y="710"/>
                    <a:pt x="0" y="552"/>
                    <a:pt x="0" y="355"/>
                  </a:cubicBezTo>
                  <a:cubicBezTo>
                    <a:pt x="0" y="159"/>
                    <a:pt x="159" y="0"/>
                    <a:pt x="355" y="0"/>
                  </a:cubicBezTo>
                  <a:cubicBezTo>
                    <a:pt x="551" y="0"/>
                    <a:pt x="710" y="159"/>
                    <a:pt x="710" y="3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27" name="Freeform 28">
              <a:extLst>
                <a:ext uri="{FF2B5EF4-FFF2-40B4-BE49-F238E27FC236}">
                  <a16:creationId xmlns:a16="http://schemas.microsoft.com/office/drawing/2014/main" id="{DAEA87BA-AAE9-4AE9-ACC2-E7A6C36D81C5}"/>
                </a:ext>
              </a:extLst>
            </p:cNvPr>
            <p:cNvSpPr>
              <a:spLocks noChangeArrowheads="1"/>
            </p:cNvSpPr>
            <p:nvPr/>
          </p:nvSpPr>
          <p:spPr bwMode="auto">
            <a:xfrm>
              <a:off x="7432675" y="5230813"/>
              <a:ext cx="180975" cy="180975"/>
            </a:xfrm>
            <a:custGeom>
              <a:avLst/>
              <a:gdLst>
                <a:gd name="T0" fmla="*/ 0 w 502"/>
                <a:gd name="T1" fmla="*/ 0 h 501"/>
                <a:gd name="T2" fmla="*/ 180614 w 502"/>
                <a:gd name="T3" fmla="*/ 180614 h 501"/>
                <a:gd name="T4" fmla="*/ 180614 w 502"/>
                <a:gd name="T5" fmla="*/ 0 h 501"/>
                <a:gd name="T6" fmla="*/ 0 w 502"/>
                <a:gd name="T7" fmla="*/ 0 h 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501">
                  <a:moveTo>
                    <a:pt x="0" y="0"/>
                  </a:moveTo>
                  <a:lnTo>
                    <a:pt x="501" y="500"/>
                  </a:lnTo>
                  <a:lnTo>
                    <a:pt x="50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76" name="Freeform 29">
            <a:extLst>
              <a:ext uri="{FF2B5EF4-FFF2-40B4-BE49-F238E27FC236}">
                <a16:creationId xmlns:a16="http://schemas.microsoft.com/office/drawing/2014/main" id="{B32051AE-8439-4207-88D5-8FCEB6064F52}"/>
              </a:ext>
            </a:extLst>
          </p:cNvPr>
          <p:cNvSpPr>
            <a:spLocks noChangeArrowheads="1"/>
          </p:cNvSpPr>
          <p:nvPr/>
        </p:nvSpPr>
        <p:spPr bwMode="auto">
          <a:xfrm>
            <a:off x="894133" y="2235354"/>
            <a:ext cx="942890" cy="953824"/>
          </a:xfrm>
          <a:custGeom>
            <a:avLst/>
            <a:gdLst>
              <a:gd name="T0" fmla="*/ 403066 w 3041"/>
              <a:gd name="T1" fmla="*/ 553858 h 3079"/>
              <a:gd name="T2" fmla="*/ 551470 w 3041"/>
              <a:gd name="T3" fmla="*/ 702848 h 3079"/>
              <a:gd name="T4" fmla="*/ 551470 w 3041"/>
              <a:gd name="T5" fmla="*/ 405227 h 3079"/>
              <a:gd name="T6" fmla="*/ 337870 w 3041"/>
              <a:gd name="T7" fmla="*/ 553858 h 3079"/>
              <a:gd name="T8" fmla="*/ 551470 w 3041"/>
              <a:gd name="T9" fmla="*/ 340088 h 3079"/>
              <a:gd name="T10" fmla="*/ 551470 w 3041"/>
              <a:gd name="T11" fmla="*/ 767987 h 3079"/>
              <a:gd name="T12" fmla="*/ 320580 w 3041"/>
              <a:gd name="T13" fmla="*/ 843562 h 3079"/>
              <a:gd name="T14" fmla="*/ 416394 w 3041"/>
              <a:gd name="T15" fmla="*/ 898984 h 3079"/>
              <a:gd name="T16" fmla="*/ 436925 w 3041"/>
              <a:gd name="T17" fmla="*/ 1026742 h 3079"/>
              <a:gd name="T18" fmla="*/ 650525 w 3041"/>
              <a:gd name="T19" fmla="*/ 1042577 h 3079"/>
              <a:gd name="T20" fmla="*/ 666374 w 3041"/>
              <a:gd name="T21" fmla="*/ 929214 h 3079"/>
              <a:gd name="T22" fmla="*/ 782719 w 3041"/>
              <a:gd name="T23" fmla="*/ 843562 h 3079"/>
              <a:gd name="T24" fmla="*/ 904108 w 3041"/>
              <a:gd name="T25" fmla="*/ 889987 h 3079"/>
              <a:gd name="T26" fmla="*/ 912032 w 3041"/>
              <a:gd name="T27" fmla="*/ 892146 h 3079"/>
              <a:gd name="T28" fmla="*/ 1024775 w 3041"/>
              <a:gd name="T29" fmla="*/ 712925 h 3079"/>
              <a:gd name="T30" fmla="*/ 1019012 w 3041"/>
              <a:gd name="T31" fmla="*/ 691332 h 3079"/>
              <a:gd name="T32" fmla="*/ 918516 w 3041"/>
              <a:gd name="T33" fmla="*/ 609279 h 3079"/>
              <a:gd name="T34" fmla="*/ 922478 w 3041"/>
              <a:gd name="T35" fmla="*/ 553858 h 3079"/>
              <a:gd name="T36" fmla="*/ 934365 w 3041"/>
              <a:gd name="T37" fmla="*/ 466046 h 3079"/>
              <a:gd name="T38" fmla="*/ 1026216 w 3041"/>
              <a:gd name="T39" fmla="*/ 407386 h 3079"/>
              <a:gd name="T40" fmla="*/ 925720 w 3041"/>
              <a:gd name="T41" fmla="*/ 224206 h 3079"/>
              <a:gd name="T42" fmla="*/ 912032 w 3041"/>
              <a:gd name="T43" fmla="*/ 216289 h 3079"/>
              <a:gd name="T44" fmla="*/ 819460 w 3041"/>
              <a:gd name="T45" fmla="*/ 267032 h 3079"/>
              <a:gd name="T46" fmla="*/ 687266 w 3041"/>
              <a:gd name="T47" fmla="*/ 209091 h 3079"/>
              <a:gd name="T48" fmla="*/ 666374 w 3041"/>
              <a:gd name="T49" fmla="*/ 80973 h 3079"/>
              <a:gd name="T50" fmla="*/ 452774 w 3041"/>
              <a:gd name="T51" fmla="*/ 65139 h 3079"/>
              <a:gd name="T52" fmla="*/ 436925 w 3041"/>
              <a:gd name="T53" fmla="*/ 178861 h 3079"/>
              <a:gd name="T54" fmla="*/ 416394 w 3041"/>
              <a:gd name="T55" fmla="*/ 209091 h 3079"/>
              <a:gd name="T56" fmla="*/ 283839 w 3041"/>
              <a:gd name="T57" fmla="*/ 267032 h 3079"/>
              <a:gd name="T58" fmla="*/ 191267 w 3041"/>
              <a:gd name="T59" fmla="*/ 216289 h 3079"/>
              <a:gd name="T60" fmla="*/ 78524 w 3041"/>
              <a:gd name="T61" fmla="*/ 395150 h 3079"/>
              <a:gd name="T62" fmla="*/ 77083 w 3041"/>
              <a:gd name="T63" fmla="*/ 407386 h 3079"/>
              <a:gd name="T64" fmla="*/ 169295 w 3041"/>
              <a:gd name="T65" fmla="*/ 465687 h 3079"/>
              <a:gd name="T66" fmla="*/ 180822 w 3041"/>
              <a:gd name="T67" fmla="*/ 553858 h 3079"/>
              <a:gd name="T68" fmla="*/ 184784 w 3041"/>
              <a:gd name="T69" fmla="*/ 609279 h 3079"/>
              <a:gd name="T70" fmla="*/ 84287 w 3041"/>
              <a:gd name="T71" fmla="*/ 691332 h 3079"/>
              <a:gd name="T72" fmla="*/ 177580 w 3041"/>
              <a:gd name="T73" fmla="*/ 883869 h 3079"/>
              <a:gd name="T74" fmla="*/ 199192 w 3041"/>
              <a:gd name="T75" fmla="*/ 889987 h 3079"/>
              <a:gd name="T76" fmla="*/ 300409 w 3041"/>
              <a:gd name="T77" fmla="*/ 836724 h 3079"/>
              <a:gd name="T78" fmla="*/ 452774 w 3041"/>
              <a:gd name="T79" fmla="*/ 1107715 h 3079"/>
              <a:gd name="T80" fmla="*/ 371729 w 3041"/>
              <a:gd name="T81" fmla="*/ 950807 h 3079"/>
              <a:gd name="T82" fmla="*/ 231610 w 3041"/>
              <a:gd name="T83" fmla="*/ 946128 h 3079"/>
              <a:gd name="T84" fmla="*/ 121028 w 3041"/>
              <a:gd name="T85" fmla="*/ 916618 h 3079"/>
              <a:gd name="T86" fmla="*/ 51869 w 3041"/>
              <a:gd name="T87" fmla="*/ 634831 h 3079"/>
              <a:gd name="T88" fmla="*/ 115625 w 3041"/>
              <a:gd name="T89" fmla="*/ 553858 h 3079"/>
              <a:gd name="T90" fmla="*/ 51869 w 3041"/>
              <a:gd name="T91" fmla="*/ 473244 h 3079"/>
              <a:gd name="T92" fmla="*/ 14048 w 3041"/>
              <a:gd name="T93" fmla="*/ 424300 h 3079"/>
              <a:gd name="T94" fmla="*/ 121028 w 3041"/>
              <a:gd name="T95" fmla="*/ 191457 h 3079"/>
              <a:gd name="T96" fmla="*/ 231610 w 3041"/>
              <a:gd name="T97" fmla="*/ 161947 h 3079"/>
              <a:gd name="T98" fmla="*/ 371729 w 3041"/>
              <a:gd name="T99" fmla="*/ 157268 h 3079"/>
              <a:gd name="T100" fmla="*/ 452774 w 3041"/>
              <a:gd name="T101" fmla="*/ 0 h 3079"/>
              <a:gd name="T102" fmla="*/ 731571 w 3041"/>
              <a:gd name="T103" fmla="*/ 80973 h 3079"/>
              <a:gd name="T104" fmla="*/ 805412 w 3041"/>
              <a:gd name="T105" fmla="*/ 200094 h 3079"/>
              <a:gd name="T106" fmla="*/ 912032 w 3041"/>
              <a:gd name="T107" fmla="*/ 151150 h 3079"/>
              <a:gd name="T108" fmla="*/ 1080967 w 3041"/>
              <a:gd name="T109" fmla="*/ 362761 h 3079"/>
              <a:gd name="T110" fmla="*/ 1089252 w 3041"/>
              <a:gd name="T111" fmla="*/ 424300 h 3079"/>
              <a:gd name="T112" fmla="*/ 985513 w 3041"/>
              <a:gd name="T113" fmla="*/ 511392 h 3079"/>
              <a:gd name="T114" fmla="*/ 985513 w 3041"/>
              <a:gd name="T115" fmla="*/ 596683 h 3079"/>
              <a:gd name="T116" fmla="*/ 1089252 w 3041"/>
              <a:gd name="T117" fmla="*/ 684135 h 3079"/>
              <a:gd name="T118" fmla="*/ 982271 w 3041"/>
              <a:gd name="T119" fmla="*/ 916618 h 3079"/>
              <a:gd name="T120" fmla="*/ 912032 w 3041"/>
              <a:gd name="T121" fmla="*/ 956925 h 3079"/>
              <a:gd name="T122" fmla="*/ 805412 w 3041"/>
              <a:gd name="T123" fmla="*/ 907981 h 3079"/>
              <a:gd name="T124" fmla="*/ 731571 w 3041"/>
              <a:gd name="T125" fmla="*/ 1026742 h 307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041" h="3079">
                <a:moveTo>
                  <a:pt x="1531" y="1126"/>
                </a:moveTo>
                <a:lnTo>
                  <a:pt x="1531" y="1126"/>
                </a:lnTo>
                <a:cubicBezTo>
                  <a:pt x="1303" y="1126"/>
                  <a:pt x="1119" y="1312"/>
                  <a:pt x="1119" y="1539"/>
                </a:cubicBezTo>
                <a:cubicBezTo>
                  <a:pt x="1119" y="1767"/>
                  <a:pt x="1303" y="1953"/>
                  <a:pt x="1531" y="1953"/>
                </a:cubicBezTo>
                <a:cubicBezTo>
                  <a:pt x="1759" y="1953"/>
                  <a:pt x="1945" y="1767"/>
                  <a:pt x="1945" y="1539"/>
                </a:cubicBezTo>
                <a:cubicBezTo>
                  <a:pt x="1945" y="1312"/>
                  <a:pt x="1759" y="1126"/>
                  <a:pt x="1531" y="1126"/>
                </a:cubicBezTo>
                <a:close/>
                <a:moveTo>
                  <a:pt x="1531" y="2134"/>
                </a:moveTo>
                <a:lnTo>
                  <a:pt x="1531" y="2134"/>
                </a:lnTo>
                <a:cubicBezTo>
                  <a:pt x="1204" y="2134"/>
                  <a:pt x="938" y="1867"/>
                  <a:pt x="938" y="1539"/>
                </a:cubicBezTo>
                <a:cubicBezTo>
                  <a:pt x="938" y="1212"/>
                  <a:pt x="1204" y="945"/>
                  <a:pt x="1531" y="945"/>
                </a:cubicBezTo>
                <a:cubicBezTo>
                  <a:pt x="1859" y="945"/>
                  <a:pt x="2126" y="1212"/>
                  <a:pt x="2126" y="1539"/>
                </a:cubicBezTo>
                <a:cubicBezTo>
                  <a:pt x="2126" y="1867"/>
                  <a:pt x="1859" y="2134"/>
                  <a:pt x="1531" y="2134"/>
                </a:cubicBezTo>
                <a:close/>
                <a:moveTo>
                  <a:pt x="834" y="2325"/>
                </a:moveTo>
                <a:lnTo>
                  <a:pt x="834" y="2325"/>
                </a:lnTo>
                <a:cubicBezTo>
                  <a:pt x="854" y="2325"/>
                  <a:pt x="874" y="2331"/>
                  <a:pt x="890" y="2344"/>
                </a:cubicBezTo>
                <a:cubicBezTo>
                  <a:pt x="970" y="2409"/>
                  <a:pt x="1060" y="2460"/>
                  <a:pt x="1156" y="2498"/>
                </a:cubicBezTo>
                <a:cubicBezTo>
                  <a:pt x="1190" y="2511"/>
                  <a:pt x="1213" y="2545"/>
                  <a:pt x="1213" y="2582"/>
                </a:cubicBezTo>
                <a:lnTo>
                  <a:pt x="1213" y="2853"/>
                </a:lnTo>
                <a:cubicBezTo>
                  <a:pt x="1213" y="2877"/>
                  <a:pt x="1233" y="2897"/>
                  <a:pt x="1257" y="2897"/>
                </a:cubicBezTo>
                <a:lnTo>
                  <a:pt x="1806" y="2897"/>
                </a:lnTo>
                <a:cubicBezTo>
                  <a:pt x="1830" y="2897"/>
                  <a:pt x="1850" y="2877"/>
                  <a:pt x="1850" y="2853"/>
                </a:cubicBezTo>
                <a:lnTo>
                  <a:pt x="1850" y="2582"/>
                </a:lnTo>
                <a:cubicBezTo>
                  <a:pt x="1850" y="2545"/>
                  <a:pt x="1873" y="2511"/>
                  <a:pt x="1908" y="2498"/>
                </a:cubicBezTo>
                <a:cubicBezTo>
                  <a:pt x="2003" y="2460"/>
                  <a:pt x="2093" y="2409"/>
                  <a:pt x="2173" y="2344"/>
                </a:cubicBezTo>
                <a:cubicBezTo>
                  <a:pt x="2202" y="2321"/>
                  <a:pt x="2243" y="2318"/>
                  <a:pt x="2275" y="2337"/>
                </a:cubicBezTo>
                <a:lnTo>
                  <a:pt x="2510" y="2473"/>
                </a:lnTo>
                <a:cubicBezTo>
                  <a:pt x="2517" y="2476"/>
                  <a:pt x="2524" y="2479"/>
                  <a:pt x="2532" y="2479"/>
                </a:cubicBezTo>
                <a:cubicBezTo>
                  <a:pt x="2545" y="2479"/>
                  <a:pt x="2561" y="2473"/>
                  <a:pt x="2570" y="2456"/>
                </a:cubicBezTo>
                <a:lnTo>
                  <a:pt x="2845" y="1981"/>
                </a:lnTo>
                <a:cubicBezTo>
                  <a:pt x="2853" y="1967"/>
                  <a:pt x="2851" y="1954"/>
                  <a:pt x="2849" y="1947"/>
                </a:cubicBezTo>
                <a:cubicBezTo>
                  <a:pt x="2848" y="1941"/>
                  <a:pt x="2842" y="1928"/>
                  <a:pt x="2829" y="1921"/>
                </a:cubicBezTo>
                <a:lnTo>
                  <a:pt x="2594" y="1785"/>
                </a:lnTo>
                <a:cubicBezTo>
                  <a:pt x="2561" y="1766"/>
                  <a:pt x="2544" y="1730"/>
                  <a:pt x="2550" y="1693"/>
                </a:cubicBezTo>
                <a:cubicBezTo>
                  <a:pt x="2557" y="1642"/>
                  <a:pt x="2561" y="1590"/>
                  <a:pt x="2561" y="1539"/>
                </a:cubicBezTo>
                <a:cubicBezTo>
                  <a:pt x="2561" y="1488"/>
                  <a:pt x="2557" y="1437"/>
                  <a:pt x="2550" y="1386"/>
                </a:cubicBezTo>
                <a:cubicBezTo>
                  <a:pt x="2544" y="1349"/>
                  <a:pt x="2561" y="1313"/>
                  <a:pt x="2594" y="1295"/>
                </a:cubicBezTo>
                <a:lnTo>
                  <a:pt x="2829" y="1158"/>
                </a:lnTo>
                <a:cubicBezTo>
                  <a:pt x="2842" y="1151"/>
                  <a:pt x="2848" y="1138"/>
                  <a:pt x="2849" y="1132"/>
                </a:cubicBezTo>
                <a:cubicBezTo>
                  <a:pt x="2851" y="1125"/>
                  <a:pt x="2853" y="1112"/>
                  <a:pt x="2845" y="1098"/>
                </a:cubicBezTo>
                <a:lnTo>
                  <a:pt x="2570" y="623"/>
                </a:lnTo>
                <a:cubicBezTo>
                  <a:pt x="2561" y="607"/>
                  <a:pt x="2545" y="601"/>
                  <a:pt x="2532" y="601"/>
                </a:cubicBezTo>
                <a:cubicBezTo>
                  <a:pt x="2524" y="601"/>
                  <a:pt x="2517" y="603"/>
                  <a:pt x="2510" y="607"/>
                </a:cubicBezTo>
                <a:lnTo>
                  <a:pt x="2275" y="742"/>
                </a:lnTo>
                <a:cubicBezTo>
                  <a:pt x="2243" y="760"/>
                  <a:pt x="2202" y="758"/>
                  <a:pt x="2173" y="735"/>
                </a:cubicBezTo>
                <a:cubicBezTo>
                  <a:pt x="2092" y="670"/>
                  <a:pt x="2003" y="618"/>
                  <a:pt x="1908" y="581"/>
                </a:cubicBezTo>
                <a:cubicBezTo>
                  <a:pt x="1873" y="567"/>
                  <a:pt x="1850" y="535"/>
                  <a:pt x="1850" y="497"/>
                </a:cubicBezTo>
                <a:lnTo>
                  <a:pt x="1850" y="225"/>
                </a:lnTo>
                <a:cubicBezTo>
                  <a:pt x="1850" y="201"/>
                  <a:pt x="1830" y="181"/>
                  <a:pt x="1806" y="181"/>
                </a:cubicBezTo>
                <a:lnTo>
                  <a:pt x="1257" y="181"/>
                </a:lnTo>
                <a:cubicBezTo>
                  <a:pt x="1233" y="181"/>
                  <a:pt x="1213" y="201"/>
                  <a:pt x="1213" y="225"/>
                </a:cubicBezTo>
                <a:lnTo>
                  <a:pt x="1213" y="497"/>
                </a:lnTo>
                <a:cubicBezTo>
                  <a:pt x="1213" y="535"/>
                  <a:pt x="1190" y="567"/>
                  <a:pt x="1156" y="581"/>
                </a:cubicBezTo>
                <a:cubicBezTo>
                  <a:pt x="1060" y="618"/>
                  <a:pt x="970" y="670"/>
                  <a:pt x="890" y="735"/>
                </a:cubicBezTo>
                <a:cubicBezTo>
                  <a:pt x="861" y="758"/>
                  <a:pt x="821" y="760"/>
                  <a:pt x="788" y="742"/>
                </a:cubicBezTo>
                <a:lnTo>
                  <a:pt x="553" y="607"/>
                </a:lnTo>
                <a:cubicBezTo>
                  <a:pt x="546" y="603"/>
                  <a:pt x="539" y="601"/>
                  <a:pt x="531" y="601"/>
                </a:cubicBezTo>
                <a:cubicBezTo>
                  <a:pt x="519" y="601"/>
                  <a:pt x="502" y="607"/>
                  <a:pt x="493" y="623"/>
                </a:cubicBezTo>
                <a:lnTo>
                  <a:pt x="218" y="1098"/>
                </a:lnTo>
                <a:cubicBezTo>
                  <a:pt x="210" y="1112"/>
                  <a:pt x="212" y="1125"/>
                  <a:pt x="214" y="1132"/>
                </a:cubicBezTo>
                <a:cubicBezTo>
                  <a:pt x="216" y="1138"/>
                  <a:pt x="220" y="1151"/>
                  <a:pt x="234" y="1158"/>
                </a:cubicBezTo>
                <a:lnTo>
                  <a:pt x="470" y="1294"/>
                </a:lnTo>
                <a:cubicBezTo>
                  <a:pt x="502" y="1313"/>
                  <a:pt x="519" y="1349"/>
                  <a:pt x="513" y="1386"/>
                </a:cubicBezTo>
                <a:cubicBezTo>
                  <a:pt x="506" y="1437"/>
                  <a:pt x="502" y="1488"/>
                  <a:pt x="502" y="1539"/>
                </a:cubicBezTo>
                <a:cubicBezTo>
                  <a:pt x="502" y="1590"/>
                  <a:pt x="506" y="1642"/>
                  <a:pt x="513" y="1693"/>
                </a:cubicBezTo>
                <a:cubicBezTo>
                  <a:pt x="519" y="1730"/>
                  <a:pt x="501" y="1766"/>
                  <a:pt x="470" y="1785"/>
                </a:cubicBezTo>
                <a:lnTo>
                  <a:pt x="234" y="1921"/>
                </a:lnTo>
                <a:cubicBezTo>
                  <a:pt x="213" y="1932"/>
                  <a:pt x="206" y="1960"/>
                  <a:pt x="218" y="1981"/>
                </a:cubicBezTo>
                <a:lnTo>
                  <a:pt x="493" y="2456"/>
                </a:lnTo>
                <a:cubicBezTo>
                  <a:pt x="502" y="2473"/>
                  <a:pt x="519" y="2479"/>
                  <a:pt x="531" y="2479"/>
                </a:cubicBezTo>
                <a:cubicBezTo>
                  <a:pt x="539" y="2479"/>
                  <a:pt x="546" y="2476"/>
                  <a:pt x="553" y="2473"/>
                </a:cubicBezTo>
                <a:lnTo>
                  <a:pt x="788" y="2337"/>
                </a:lnTo>
                <a:cubicBezTo>
                  <a:pt x="803" y="2328"/>
                  <a:pt x="818" y="2325"/>
                  <a:pt x="834" y="2325"/>
                </a:cubicBezTo>
                <a:close/>
                <a:moveTo>
                  <a:pt x="1806" y="3078"/>
                </a:moveTo>
                <a:lnTo>
                  <a:pt x="1257" y="3078"/>
                </a:lnTo>
                <a:cubicBezTo>
                  <a:pt x="1133" y="3078"/>
                  <a:pt x="1032" y="2978"/>
                  <a:pt x="1032" y="2853"/>
                </a:cubicBezTo>
                <a:lnTo>
                  <a:pt x="1032" y="2642"/>
                </a:lnTo>
                <a:cubicBezTo>
                  <a:pt x="960" y="2609"/>
                  <a:pt x="891" y="2570"/>
                  <a:pt x="827" y="2523"/>
                </a:cubicBezTo>
                <a:lnTo>
                  <a:pt x="643" y="2629"/>
                </a:lnTo>
                <a:cubicBezTo>
                  <a:pt x="609" y="2649"/>
                  <a:pt x="571" y="2659"/>
                  <a:pt x="531" y="2659"/>
                </a:cubicBezTo>
                <a:cubicBezTo>
                  <a:pt x="451" y="2659"/>
                  <a:pt x="376" y="2616"/>
                  <a:pt x="336" y="2547"/>
                </a:cubicBezTo>
                <a:lnTo>
                  <a:pt x="61" y="2071"/>
                </a:lnTo>
                <a:cubicBezTo>
                  <a:pt x="0" y="1963"/>
                  <a:pt x="37" y="1826"/>
                  <a:pt x="144" y="1764"/>
                </a:cubicBezTo>
                <a:lnTo>
                  <a:pt x="327" y="1658"/>
                </a:lnTo>
                <a:cubicBezTo>
                  <a:pt x="323" y="1619"/>
                  <a:pt x="321" y="1579"/>
                  <a:pt x="321" y="1539"/>
                </a:cubicBezTo>
                <a:cubicBezTo>
                  <a:pt x="321" y="1500"/>
                  <a:pt x="323" y="1460"/>
                  <a:pt x="327" y="1421"/>
                </a:cubicBezTo>
                <a:lnTo>
                  <a:pt x="144" y="1315"/>
                </a:lnTo>
                <a:cubicBezTo>
                  <a:pt x="92" y="1285"/>
                  <a:pt x="55" y="1237"/>
                  <a:pt x="39" y="1179"/>
                </a:cubicBezTo>
                <a:cubicBezTo>
                  <a:pt x="24" y="1121"/>
                  <a:pt x="32" y="1060"/>
                  <a:pt x="62" y="1008"/>
                </a:cubicBezTo>
                <a:lnTo>
                  <a:pt x="336" y="532"/>
                </a:lnTo>
                <a:cubicBezTo>
                  <a:pt x="376" y="463"/>
                  <a:pt x="451" y="420"/>
                  <a:pt x="531" y="420"/>
                </a:cubicBezTo>
                <a:cubicBezTo>
                  <a:pt x="571" y="420"/>
                  <a:pt x="609" y="431"/>
                  <a:pt x="643" y="450"/>
                </a:cubicBezTo>
                <a:lnTo>
                  <a:pt x="827" y="556"/>
                </a:lnTo>
                <a:cubicBezTo>
                  <a:pt x="891" y="509"/>
                  <a:pt x="960" y="470"/>
                  <a:pt x="1032" y="437"/>
                </a:cubicBezTo>
                <a:lnTo>
                  <a:pt x="1032" y="225"/>
                </a:lnTo>
                <a:cubicBezTo>
                  <a:pt x="1032" y="102"/>
                  <a:pt x="1133" y="0"/>
                  <a:pt x="1257" y="0"/>
                </a:cubicBezTo>
                <a:lnTo>
                  <a:pt x="1806" y="0"/>
                </a:lnTo>
                <a:cubicBezTo>
                  <a:pt x="1930" y="0"/>
                  <a:pt x="2031" y="102"/>
                  <a:pt x="2031" y="225"/>
                </a:cubicBezTo>
                <a:lnTo>
                  <a:pt x="2031" y="437"/>
                </a:lnTo>
                <a:cubicBezTo>
                  <a:pt x="2103" y="470"/>
                  <a:pt x="2172" y="510"/>
                  <a:pt x="2236" y="556"/>
                </a:cubicBezTo>
                <a:lnTo>
                  <a:pt x="2420" y="450"/>
                </a:lnTo>
                <a:cubicBezTo>
                  <a:pt x="2454" y="431"/>
                  <a:pt x="2493" y="420"/>
                  <a:pt x="2532" y="420"/>
                </a:cubicBezTo>
                <a:cubicBezTo>
                  <a:pt x="2612" y="420"/>
                  <a:pt x="2687" y="463"/>
                  <a:pt x="2727" y="532"/>
                </a:cubicBezTo>
                <a:lnTo>
                  <a:pt x="3001" y="1008"/>
                </a:lnTo>
                <a:cubicBezTo>
                  <a:pt x="3031" y="1060"/>
                  <a:pt x="3040" y="1121"/>
                  <a:pt x="3024" y="1179"/>
                </a:cubicBezTo>
                <a:cubicBezTo>
                  <a:pt x="3009" y="1236"/>
                  <a:pt x="2971" y="1285"/>
                  <a:pt x="2919" y="1315"/>
                </a:cubicBezTo>
                <a:lnTo>
                  <a:pt x="2736" y="1421"/>
                </a:lnTo>
                <a:cubicBezTo>
                  <a:pt x="2740" y="1460"/>
                  <a:pt x="2742" y="1500"/>
                  <a:pt x="2742" y="1539"/>
                </a:cubicBezTo>
                <a:cubicBezTo>
                  <a:pt x="2742" y="1579"/>
                  <a:pt x="2740" y="1619"/>
                  <a:pt x="2736" y="1658"/>
                </a:cubicBezTo>
                <a:lnTo>
                  <a:pt x="2919" y="1764"/>
                </a:lnTo>
                <a:cubicBezTo>
                  <a:pt x="2971" y="1794"/>
                  <a:pt x="3009" y="1842"/>
                  <a:pt x="3024" y="1901"/>
                </a:cubicBezTo>
                <a:cubicBezTo>
                  <a:pt x="3040" y="1959"/>
                  <a:pt x="3031" y="2019"/>
                  <a:pt x="3001" y="2071"/>
                </a:cubicBezTo>
                <a:lnTo>
                  <a:pt x="2727" y="2547"/>
                </a:lnTo>
                <a:cubicBezTo>
                  <a:pt x="2687" y="2616"/>
                  <a:pt x="2612" y="2659"/>
                  <a:pt x="2532" y="2659"/>
                </a:cubicBezTo>
                <a:cubicBezTo>
                  <a:pt x="2493" y="2659"/>
                  <a:pt x="2454" y="2649"/>
                  <a:pt x="2420" y="2629"/>
                </a:cubicBezTo>
                <a:lnTo>
                  <a:pt x="2236" y="2523"/>
                </a:lnTo>
                <a:cubicBezTo>
                  <a:pt x="2172" y="2570"/>
                  <a:pt x="2103" y="2609"/>
                  <a:pt x="2031" y="2642"/>
                </a:cubicBezTo>
                <a:lnTo>
                  <a:pt x="2031" y="2853"/>
                </a:lnTo>
                <a:cubicBezTo>
                  <a:pt x="2031" y="2978"/>
                  <a:pt x="1930" y="3078"/>
                  <a:pt x="1806" y="3078"/>
                </a:cubicBezTo>
                <a:close/>
              </a:path>
            </a:pathLst>
          </a:custGeom>
          <a:solidFill>
            <a:schemeClr val="accent6"/>
          </a:solidFill>
          <a:ln>
            <a:noFill/>
          </a:ln>
          <a:effectLst/>
        </p:spPr>
        <p:txBody>
          <a:bodyPr wrap="none" anchor="ctr"/>
          <a:lstStyle/>
          <a:p>
            <a:endParaRPr lang="es-ES_tradnl" sz="1633"/>
          </a:p>
        </p:txBody>
      </p:sp>
      <p:sp>
        <p:nvSpPr>
          <p:cNvPr id="77" name="Freeform 30">
            <a:extLst>
              <a:ext uri="{FF2B5EF4-FFF2-40B4-BE49-F238E27FC236}">
                <a16:creationId xmlns:a16="http://schemas.microsoft.com/office/drawing/2014/main" id="{078DD215-AA9D-4EB9-BED5-742D7002F0C0}"/>
              </a:ext>
            </a:extLst>
          </p:cNvPr>
          <p:cNvSpPr>
            <a:spLocks noChangeArrowheads="1"/>
          </p:cNvSpPr>
          <p:nvPr/>
        </p:nvSpPr>
        <p:spPr bwMode="auto">
          <a:xfrm>
            <a:off x="368026" y="4140268"/>
            <a:ext cx="1661675" cy="1622047"/>
          </a:xfrm>
          <a:custGeom>
            <a:avLst/>
            <a:gdLst>
              <a:gd name="T0" fmla="*/ 1748198 w 5361"/>
              <a:gd name="T1" fmla="*/ 1076676 h 5233"/>
              <a:gd name="T2" fmla="*/ 1662139 w 5361"/>
              <a:gd name="T3" fmla="*/ 1002857 h 5233"/>
              <a:gd name="T4" fmla="*/ 1669701 w 5361"/>
              <a:gd name="T5" fmla="*/ 897710 h 5233"/>
              <a:gd name="T6" fmla="*/ 1677982 w 5361"/>
              <a:gd name="T7" fmla="*/ 759435 h 5233"/>
              <a:gd name="T8" fmla="*/ 1858744 w 5361"/>
              <a:gd name="T9" fmla="*/ 636283 h 5233"/>
              <a:gd name="T10" fmla="*/ 1785647 w 5361"/>
              <a:gd name="T11" fmla="*/ 476762 h 5233"/>
              <a:gd name="T12" fmla="*/ 1797530 w 5361"/>
              <a:gd name="T13" fmla="*/ 432471 h 5233"/>
              <a:gd name="T14" fmla="*/ 1909515 w 5361"/>
              <a:gd name="T15" fmla="*/ 561384 h 5233"/>
              <a:gd name="T16" fmla="*/ 1865225 w 5361"/>
              <a:gd name="T17" fmla="*/ 726306 h 5233"/>
              <a:gd name="T18" fmla="*/ 1734875 w 5361"/>
              <a:gd name="T19" fmla="*/ 897710 h 5233"/>
              <a:gd name="T20" fmla="*/ 1780966 w 5361"/>
              <a:gd name="T21" fmla="*/ 1020141 h 5233"/>
              <a:gd name="T22" fmla="*/ 1792489 w 5361"/>
              <a:gd name="T23" fmla="*/ 1064433 h 5233"/>
              <a:gd name="T24" fmla="*/ 965020 w 5361"/>
              <a:gd name="T25" fmla="*/ 598473 h 5233"/>
              <a:gd name="T26" fmla="*/ 965020 w 5361"/>
              <a:gd name="T27" fmla="*/ 1196587 h 5233"/>
              <a:gd name="T28" fmla="*/ 1263888 w 5361"/>
              <a:gd name="T29" fmla="*/ 897710 h 5233"/>
              <a:gd name="T30" fmla="*/ 965020 w 5361"/>
              <a:gd name="T31" fmla="*/ 1261763 h 5233"/>
              <a:gd name="T32" fmla="*/ 965020 w 5361"/>
              <a:gd name="T33" fmla="*/ 533297 h 5233"/>
              <a:gd name="T34" fmla="*/ 1329063 w 5361"/>
              <a:gd name="T35" fmla="*/ 897710 h 5233"/>
              <a:gd name="T36" fmla="*/ 784259 w 5361"/>
              <a:gd name="T37" fmla="*/ 1884003 h 5233"/>
              <a:gd name="T38" fmla="*/ 662911 w 5361"/>
              <a:gd name="T39" fmla="*/ 1606012 h 5233"/>
              <a:gd name="T40" fmla="*/ 366564 w 5361"/>
              <a:gd name="T41" fmla="*/ 1591968 h 5233"/>
              <a:gd name="T42" fmla="*/ 275103 w 5361"/>
              <a:gd name="T43" fmla="*/ 1603851 h 5233"/>
              <a:gd name="T44" fmla="*/ 20165 w 5361"/>
              <a:gd name="T45" fmla="*/ 1234396 h 5233"/>
              <a:gd name="T46" fmla="*/ 64455 w 5361"/>
              <a:gd name="T47" fmla="*/ 1068754 h 5233"/>
              <a:gd name="T48" fmla="*/ 194804 w 5361"/>
              <a:gd name="T49" fmla="*/ 897710 h 5233"/>
              <a:gd name="T50" fmla="*/ 64815 w 5361"/>
              <a:gd name="T51" fmla="*/ 726306 h 5233"/>
              <a:gd name="T52" fmla="*/ 8642 w 5361"/>
              <a:gd name="T53" fmla="*/ 652847 h 5233"/>
              <a:gd name="T54" fmla="*/ 201286 w 5361"/>
              <a:gd name="T55" fmla="*/ 247744 h 5233"/>
              <a:gd name="T56" fmla="*/ 366564 w 5361"/>
              <a:gd name="T57" fmla="*/ 203452 h 5233"/>
              <a:gd name="T58" fmla="*/ 662911 w 5361"/>
              <a:gd name="T59" fmla="*/ 189409 h 5233"/>
              <a:gd name="T60" fmla="*/ 695679 w 5361"/>
              <a:gd name="T61" fmla="*/ 0 h 5233"/>
              <a:gd name="T62" fmla="*/ 728086 w 5361"/>
              <a:gd name="T63" fmla="*/ 211014 h 5233"/>
              <a:gd name="T64" fmla="*/ 707561 w 5361"/>
              <a:gd name="T65" fmla="*/ 241262 h 5233"/>
              <a:gd name="T66" fmla="*/ 488991 w 5361"/>
              <a:gd name="T67" fmla="*/ 349290 h 5233"/>
              <a:gd name="T68" fmla="*/ 291666 w 5361"/>
              <a:gd name="T69" fmla="*/ 254225 h 5233"/>
              <a:gd name="T70" fmla="*/ 76697 w 5361"/>
              <a:gd name="T71" fmla="*/ 593792 h 5233"/>
              <a:gd name="T72" fmla="*/ 71296 w 5361"/>
              <a:gd name="T73" fmla="*/ 636283 h 5233"/>
              <a:gd name="T74" fmla="*/ 252057 w 5361"/>
              <a:gd name="T75" fmla="*/ 759435 h 5233"/>
              <a:gd name="T76" fmla="*/ 259979 w 5361"/>
              <a:gd name="T77" fmla="*/ 897710 h 5233"/>
              <a:gd name="T78" fmla="*/ 267901 w 5361"/>
              <a:gd name="T79" fmla="*/ 1002857 h 5233"/>
              <a:gd name="T80" fmla="*/ 96862 w 5361"/>
              <a:gd name="T81" fmla="*/ 1125288 h 5233"/>
              <a:gd name="T82" fmla="*/ 76697 w 5361"/>
              <a:gd name="T83" fmla="*/ 1201628 h 5233"/>
              <a:gd name="T84" fmla="*/ 291666 w 5361"/>
              <a:gd name="T85" fmla="*/ 1540835 h 5233"/>
              <a:gd name="T86" fmla="*/ 488991 w 5361"/>
              <a:gd name="T87" fmla="*/ 1445771 h 5233"/>
              <a:gd name="T88" fmla="*/ 525720 w 5361"/>
              <a:gd name="T89" fmla="*/ 1448651 h 5233"/>
              <a:gd name="T90" fmla="*/ 728086 w 5361"/>
              <a:gd name="T91" fmla="*/ 1584406 h 5233"/>
              <a:gd name="T92" fmla="*/ 784259 w 5361"/>
              <a:gd name="T93" fmla="*/ 1818826 h 5233"/>
              <a:gd name="T94" fmla="*/ 1201954 w 5361"/>
              <a:gd name="T95" fmla="*/ 1763012 h 5233"/>
              <a:gd name="T96" fmla="*/ 1222479 w 5361"/>
              <a:gd name="T97" fmla="*/ 1553798 h 5233"/>
              <a:gd name="T98" fmla="*/ 1404320 w 5361"/>
              <a:gd name="T99" fmla="*/ 1448651 h 5233"/>
              <a:gd name="T100" fmla="*/ 1595884 w 5361"/>
              <a:gd name="T101" fmla="*/ 1535434 h 5233"/>
              <a:gd name="T102" fmla="*/ 1744238 w 5361"/>
              <a:gd name="T103" fmla="*/ 1391037 h 5233"/>
              <a:gd name="T104" fmla="*/ 1800410 w 5361"/>
              <a:gd name="T105" fmla="*/ 1423085 h 5233"/>
              <a:gd name="T106" fmla="*/ 1563116 w 5361"/>
              <a:gd name="T107" fmla="*/ 1591968 h 5233"/>
              <a:gd name="T108" fmla="*/ 1266769 w 5361"/>
              <a:gd name="T109" fmla="*/ 1606012 h 5233"/>
              <a:gd name="T110" fmla="*/ 1145781 w 5361"/>
              <a:gd name="T111" fmla="*/ 1884003 h 5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361" h="5233">
                <a:moveTo>
                  <a:pt x="4901" y="3002"/>
                </a:moveTo>
                <a:lnTo>
                  <a:pt x="4901" y="3002"/>
                </a:lnTo>
                <a:cubicBezTo>
                  <a:pt x="4885" y="3002"/>
                  <a:pt x="4869" y="2998"/>
                  <a:pt x="4855" y="2990"/>
                </a:cubicBezTo>
                <a:lnTo>
                  <a:pt x="4660" y="2876"/>
                </a:lnTo>
                <a:cubicBezTo>
                  <a:pt x="4627" y="2858"/>
                  <a:pt x="4610" y="2822"/>
                  <a:pt x="4616" y="2785"/>
                </a:cubicBezTo>
                <a:cubicBezTo>
                  <a:pt x="4630" y="2689"/>
                  <a:pt x="4637" y="2591"/>
                  <a:pt x="4637" y="2493"/>
                </a:cubicBezTo>
                <a:cubicBezTo>
                  <a:pt x="4637" y="2396"/>
                  <a:pt x="4630" y="2297"/>
                  <a:pt x="4616" y="2201"/>
                </a:cubicBezTo>
                <a:cubicBezTo>
                  <a:pt x="4610" y="2164"/>
                  <a:pt x="4627" y="2128"/>
                  <a:pt x="4660" y="2109"/>
                </a:cubicBezTo>
                <a:lnTo>
                  <a:pt x="5089" y="1861"/>
                </a:lnTo>
                <a:cubicBezTo>
                  <a:pt x="5126" y="1841"/>
                  <a:pt x="5151" y="1807"/>
                  <a:pt x="5162" y="1767"/>
                </a:cubicBezTo>
                <a:cubicBezTo>
                  <a:pt x="5172" y="1727"/>
                  <a:pt x="5167" y="1684"/>
                  <a:pt x="5147" y="1649"/>
                </a:cubicBezTo>
                <a:lnTo>
                  <a:pt x="4959" y="1324"/>
                </a:lnTo>
                <a:cubicBezTo>
                  <a:pt x="4934" y="1281"/>
                  <a:pt x="4949" y="1225"/>
                  <a:pt x="4992" y="1201"/>
                </a:cubicBezTo>
                <a:cubicBezTo>
                  <a:pt x="5036" y="1176"/>
                  <a:pt x="5091" y="1190"/>
                  <a:pt x="5116" y="1234"/>
                </a:cubicBezTo>
                <a:lnTo>
                  <a:pt x="5303" y="1559"/>
                </a:lnTo>
                <a:cubicBezTo>
                  <a:pt x="5348" y="1636"/>
                  <a:pt x="5360" y="1727"/>
                  <a:pt x="5336" y="1813"/>
                </a:cubicBezTo>
                <a:cubicBezTo>
                  <a:pt x="5313" y="1900"/>
                  <a:pt x="5258" y="1973"/>
                  <a:pt x="5180" y="2017"/>
                </a:cubicBezTo>
                <a:lnTo>
                  <a:pt x="4802" y="2236"/>
                </a:lnTo>
                <a:cubicBezTo>
                  <a:pt x="4813" y="2321"/>
                  <a:pt x="4818" y="2407"/>
                  <a:pt x="4818" y="2493"/>
                </a:cubicBezTo>
                <a:cubicBezTo>
                  <a:pt x="4818" y="2579"/>
                  <a:pt x="4813" y="2665"/>
                  <a:pt x="4802" y="2750"/>
                </a:cubicBezTo>
                <a:lnTo>
                  <a:pt x="4946" y="2833"/>
                </a:lnTo>
                <a:cubicBezTo>
                  <a:pt x="4989" y="2858"/>
                  <a:pt x="5004" y="2914"/>
                  <a:pt x="4978" y="2956"/>
                </a:cubicBezTo>
                <a:cubicBezTo>
                  <a:pt x="4962" y="2986"/>
                  <a:pt x="4932" y="3002"/>
                  <a:pt x="4901" y="3002"/>
                </a:cubicBezTo>
                <a:close/>
                <a:moveTo>
                  <a:pt x="2680" y="1662"/>
                </a:moveTo>
                <a:lnTo>
                  <a:pt x="2680" y="1662"/>
                </a:lnTo>
                <a:cubicBezTo>
                  <a:pt x="2222" y="1662"/>
                  <a:pt x="1849" y="2035"/>
                  <a:pt x="1849" y="2493"/>
                </a:cubicBezTo>
                <a:cubicBezTo>
                  <a:pt x="1849" y="2951"/>
                  <a:pt x="2222" y="3323"/>
                  <a:pt x="2680" y="3323"/>
                </a:cubicBezTo>
                <a:cubicBezTo>
                  <a:pt x="3138" y="3323"/>
                  <a:pt x="3510" y="2951"/>
                  <a:pt x="3510" y="2493"/>
                </a:cubicBezTo>
                <a:cubicBezTo>
                  <a:pt x="3510" y="2035"/>
                  <a:pt x="3138" y="1662"/>
                  <a:pt x="2680" y="1662"/>
                </a:cubicBezTo>
                <a:close/>
                <a:moveTo>
                  <a:pt x="2680" y="3504"/>
                </a:moveTo>
                <a:lnTo>
                  <a:pt x="2680" y="3504"/>
                </a:lnTo>
                <a:cubicBezTo>
                  <a:pt x="2122" y="3504"/>
                  <a:pt x="1668" y="3051"/>
                  <a:pt x="1668" y="2493"/>
                </a:cubicBezTo>
                <a:cubicBezTo>
                  <a:pt x="1668" y="1935"/>
                  <a:pt x="2122" y="1481"/>
                  <a:pt x="2680" y="1481"/>
                </a:cubicBezTo>
                <a:cubicBezTo>
                  <a:pt x="3237" y="1481"/>
                  <a:pt x="3691" y="1935"/>
                  <a:pt x="3691" y="2493"/>
                </a:cubicBezTo>
                <a:cubicBezTo>
                  <a:pt x="3691" y="3051"/>
                  <a:pt x="3237" y="3504"/>
                  <a:pt x="2680" y="3504"/>
                </a:cubicBezTo>
                <a:close/>
                <a:moveTo>
                  <a:pt x="3182" y="5232"/>
                </a:moveTo>
                <a:lnTo>
                  <a:pt x="2178" y="5232"/>
                </a:lnTo>
                <a:cubicBezTo>
                  <a:pt x="1992" y="5232"/>
                  <a:pt x="1841" y="5081"/>
                  <a:pt x="1841" y="4896"/>
                </a:cubicBezTo>
                <a:lnTo>
                  <a:pt x="1841" y="4460"/>
                </a:lnTo>
                <a:cubicBezTo>
                  <a:pt x="1683" y="4393"/>
                  <a:pt x="1533" y="4306"/>
                  <a:pt x="1395" y="4203"/>
                </a:cubicBezTo>
                <a:lnTo>
                  <a:pt x="1018" y="4421"/>
                </a:lnTo>
                <a:cubicBezTo>
                  <a:pt x="941" y="4465"/>
                  <a:pt x="850" y="4477"/>
                  <a:pt x="764" y="4454"/>
                </a:cubicBezTo>
                <a:cubicBezTo>
                  <a:pt x="676" y="4431"/>
                  <a:pt x="604" y="4375"/>
                  <a:pt x="559" y="4298"/>
                </a:cubicBezTo>
                <a:lnTo>
                  <a:pt x="56" y="3428"/>
                </a:lnTo>
                <a:cubicBezTo>
                  <a:pt x="12" y="3350"/>
                  <a:pt x="0" y="3259"/>
                  <a:pt x="23" y="3173"/>
                </a:cubicBezTo>
                <a:cubicBezTo>
                  <a:pt x="46" y="3086"/>
                  <a:pt x="102" y="3013"/>
                  <a:pt x="179" y="2968"/>
                </a:cubicBezTo>
                <a:lnTo>
                  <a:pt x="557" y="2750"/>
                </a:lnTo>
                <a:cubicBezTo>
                  <a:pt x="547" y="2664"/>
                  <a:pt x="541" y="2578"/>
                  <a:pt x="541" y="2493"/>
                </a:cubicBezTo>
                <a:cubicBezTo>
                  <a:pt x="541" y="2407"/>
                  <a:pt x="547" y="2321"/>
                  <a:pt x="557" y="2236"/>
                </a:cubicBezTo>
                <a:lnTo>
                  <a:pt x="180" y="2017"/>
                </a:lnTo>
                <a:cubicBezTo>
                  <a:pt x="102" y="1973"/>
                  <a:pt x="46" y="1900"/>
                  <a:pt x="24" y="1813"/>
                </a:cubicBezTo>
                <a:cubicBezTo>
                  <a:pt x="0" y="1727"/>
                  <a:pt x="12" y="1636"/>
                  <a:pt x="56" y="1559"/>
                </a:cubicBezTo>
                <a:lnTo>
                  <a:pt x="559" y="688"/>
                </a:lnTo>
                <a:cubicBezTo>
                  <a:pt x="604" y="611"/>
                  <a:pt x="676" y="555"/>
                  <a:pt x="763" y="532"/>
                </a:cubicBezTo>
                <a:cubicBezTo>
                  <a:pt x="850" y="508"/>
                  <a:pt x="940" y="521"/>
                  <a:pt x="1018" y="565"/>
                </a:cubicBezTo>
                <a:lnTo>
                  <a:pt x="1396" y="783"/>
                </a:lnTo>
                <a:cubicBezTo>
                  <a:pt x="1533" y="679"/>
                  <a:pt x="1683" y="593"/>
                  <a:pt x="1841" y="526"/>
                </a:cubicBezTo>
                <a:lnTo>
                  <a:pt x="1841" y="90"/>
                </a:lnTo>
                <a:cubicBezTo>
                  <a:pt x="1841" y="40"/>
                  <a:pt x="1882" y="0"/>
                  <a:pt x="1932" y="0"/>
                </a:cubicBezTo>
                <a:cubicBezTo>
                  <a:pt x="1981" y="0"/>
                  <a:pt x="2022" y="40"/>
                  <a:pt x="2022" y="90"/>
                </a:cubicBezTo>
                <a:lnTo>
                  <a:pt x="2022" y="586"/>
                </a:lnTo>
                <a:cubicBezTo>
                  <a:pt x="2022" y="624"/>
                  <a:pt x="1999" y="657"/>
                  <a:pt x="1965" y="670"/>
                </a:cubicBezTo>
                <a:cubicBezTo>
                  <a:pt x="1783" y="742"/>
                  <a:pt x="1613" y="840"/>
                  <a:pt x="1460" y="962"/>
                </a:cubicBezTo>
                <a:cubicBezTo>
                  <a:pt x="1431" y="986"/>
                  <a:pt x="1390" y="989"/>
                  <a:pt x="1358" y="970"/>
                </a:cubicBezTo>
                <a:lnTo>
                  <a:pt x="927" y="722"/>
                </a:lnTo>
                <a:cubicBezTo>
                  <a:pt x="892" y="701"/>
                  <a:pt x="850" y="696"/>
                  <a:pt x="810" y="706"/>
                </a:cubicBezTo>
                <a:cubicBezTo>
                  <a:pt x="769" y="717"/>
                  <a:pt x="736" y="743"/>
                  <a:pt x="715" y="779"/>
                </a:cubicBezTo>
                <a:lnTo>
                  <a:pt x="213" y="1649"/>
                </a:lnTo>
                <a:cubicBezTo>
                  <a:pt x="193" y="1685"/>
                  <a:pt x="187" y="1727"/>
                  <a:pt x="198" y="1767"/>
                </a:cubicBezTo>
                <a:cubicBezTo>
                  <a:pt x="208" y="1807"/>
                  <a:pt x="234" y="1841"/>
                  <a:pt x="270" y="1861"/>
                </a:cubicBezTo>
                <a:lnTo>
                  <a:pt x="700" y="2109"/>
                </a:lnTo>
                <a:cubicBezTo>
                  <a:pt x="732" y="2128"/>
                  <a:pt x="749" y="2164"/>
                  <a:pt x="744" y="2201"/>
                </a:cubicBezTo>
                <a:cubicBezTo>
                  <a:pt x="729" y="2298"/>
                  <a:pt x="722" y="2396"/>
                  <a:pt x="722" y="2493"/>
                </a:cubicBezTo>
                <a:cubicBezTo>
                  <a:pt x="722" y="2590"/>
                  <a:pt x="729" y="2688"/>
                  <a:pt x="744" y="2785"/>
                </a:cubicBezTo>
                <a:cubicBezTo>
                  <a:pt x="749" y="2822"/>
                  <a:pt x="732" y="2858"/>
                  <a:pt x="700" y="2876"/>
                </a:cubicBezTo>
                <a:lnTo>
                  <a:pt x="269" y="3125"/>
                </a:lnTo>
                <a:cubicBezTo>
                  <a:pt x="234" y="3146"/>
                  <a:pt x="208" y="3179"/>
                  <a:pt x="198" y="3219"/>
                </a:cubicBezTo>
                <a:cubicBezTo>
                  <a:pt x="187" y="3259"/>
                  <a:pt x="193" y="3301"/>
                  <a:pt x="213" y="3337"/>
                </a:cubicBezTo>
                <a:lnTo>
                  <a:pt x="715" y="4208"/>
                </a:lnTo>
                <a:cubicBezTo>
                  <a:pt x="736" y="4243"/>
                  <a:pt x="769" y="4269"/>
                  <a:pt x="810" y="4279"/>
                </a:cubicBezTo>
                <a:cubicBezTo>
                  <a:pt x="850" y="4290"/>
                  <a:pt x="892" y="4284"/>
                  <a:pt x="927" y="4264"/>
                </a:cubicBezTo>
                <a:lnTo>
                  <a:pt x="1358" y="4015"/>
                </a:lnTo>
                <a:cubicBezTo>
                  <a:pt x="1390" y="3997"/>
                  <a:pt x="1431" y="4000"/>
                  <a:pt x="1460" y="4023"/>
                </a:cubicBezTo>
                <a:cubicBezTo>
                  <a:pt x="1612" y="4145"/>
                  <a:pt x="1782" y="4244"/>
                  <a:pt x="1965" y="4315"/>
                </a:cubicBezTo>
                <a:cubicBezTo>
                  <a:pt x="1999" y="4329"/>
                  <a:pt x="2022" y="4362"/>
                  <a:pt x="2022" y="4400"/>
                </a:cubicBezTo>
                <a:lnTo>
                  <a:pt x="2022" y="4896"/>
                </a:lnTo>
                <a:cubicBezTo>
                  <a:pt x="2022" y="4982"/>
                  <a:pt x="2092" y="5051"/>
                  <a:pt x="2178" y="5051"/>
                </a:cubicBezTo>
                <a:lnTo>
                  <a:pt x="3182" y="5051"/>
                </a:lnTo>
                <a:cubicBezTo>
                  <a:pt x="3268" y="5051"/>
                  <a:pt x="3338" y="4982"/>
                  <a:pt x="3338" y="4896"/>
                </a:cubicBezTo>
                <a:lnTo>
                  <a:pt x="3338" y="4400"/>
                </a:lnTo>
                <a:cubicBezTo>
                  <a:pt x="3338" y="4362"/>
                  <a:pt x="3360" y="4329"/>
                  <a:pt x="3395" y="4315"/>
                </a:cubicBezTo>
                <a:cubicBezTo>
                  <a:pt x="3577" y="4244"/>
                  <a:pt x="3747" y="4146"/>
                  <a:pt x="3900" y="4023"/>
                </a:cubicBezTo>
                <a:cubicBezTo>
                  <a:pt x="3929" y="4000"/>
                  <a:pt x="3970" y="3997"/>
                  <a:pt x="4001" y="4015"/>
                </a:cubicBezTo>
                <a:lnTo>
                  <a:pt x="4432" y="4264"/>
                </a:lnTo>
                <a:cubicBezTo>
                  <a:pt x="4506" y="4307"/>
                  <a:pt x="4602" y="4282"/>
                  <a:pt x="4644" y="4207"/>
                </a:cubicBezTo>
                <a:lnTo>
                  <a:pt x="4844" y="3863"/>
                </a:lnTo>
                <a:cubicBezTo>
                  <a:pt x="4868" y="3819"/>
                  <a:pt x="4923" y="3805"/>
                  <a:pt x="4967" y="3829"/>
                </a:cubicBezTo>
                <a:cubicBezTo>
                  <a:pt x="5010" y="3855"/>
                  <a:pt x="5025" y="3910"/>
                  <a:pt x="5000" y="3952"/>
                </a:cubicBezTo>
                <a:lnTo>
                  <a:pt x="4801" y="4298"/>
                </a:lnTo>
                <a:cubicBezTo>
                  <a:pt x="4708" y="4458"/>
                  <a:pt x="4502" y="4514"/>
                  <a:pt x="4341" y="4421"/>
                </a:cubicBezTo>
                <a:lnTo>
                  <a:pt x="3964" y="4203"/>
                </a:lnTo>
                <a:cubicBezTo>
                  <a:pt x="3826" y="4306"/>
                  <a:pt x="3677" y="4393"/>
                  <a:pt x="3518" y="4460"/>
                </a:cubicBezTo>
                <a:lnTo>
                  <a:pt x="3518" y="4896"/>
                </a:lnTo>
                <a:cubicBezTo>
                  <a:pt x="3518" y="5081"/>
                  <a:pt x="3368" y="5232"/>
                  <a:pt x="3182" y="5232"/>
                </a:cubicBezTo>
                <a:close/>
              </a:path>
            </a:pathLst>
          </a:custGeom>
          <a:solidFill>
            <a:schemeClr val="accent1"/>
          </a:solidFill>
          <a:ln>
            <a:noFill/>
          </a:ln>
          <a:effectLst/>
        </p:spPr>
        <p:txBody>
          <a:bodyPr wrap="none" anchor="ctr"/>
          <a:lstStyle/>
          <a:p>
            <a:endParaRPr lang="es-ES_tradnl" sz="1633"/>
          </a:p>
        </p:txBody>
      </p:sp>
      <p:grpSp>
        <p:nvGrpSpPr>
          <p:cNvPr id="78" name="Group 6">
            <a:extLst>
              <a:ext uri="{FF2B5EF4-FFF2-40B4-BE49-F238E27FC236}">
                <a16:creationId xmlns:a16="http://schemas.microsoft.com/office/drawing/2014/main" id="{E92D1515-6AA3-4B86-B908-E1CA65205ABF}"/>
              </a:ext>
            </a:extLst>
          </p:cNvPr>
          <p:cNvGrpSpPr>
            <a:grpSpLocks/>
          </p:cNvGrpSpPr>
          <p:nvPr/>
        </p:nvGrpSpPr>
        <p:grpSpPr bwMode="auto">
          <a:xfrm>
            <a:off x="1924481" y="3735781"/>
            <a:ext cx="1581049" cy="2041564"/>
            <a:chOff x="3309938" y="4121150"/>
            <a:chExt cx="1836737" cy="2371725"/>
          </a:xfrm>
          <a:solidFill>
            <a:schemeClr val="accent4"/>
          </a:solidFill>
        </p:grpSpPr>
        <p:sp>
          <p:nvSpPr>
            <p:cNvPr id="111" name="Freeform 1">
              <a:extLst>
                <a:ext uri="{FF2B5EF4-FFF2-40B4-BE49-F238E27FC236}">
                  <a16:creationId xmlns:a16="http://schemas.microsoft.com/office/drawing/2014/main" id="{19B18786-5421-4BFA-96F1-ED02BE977472}"/>
                </a:ext>
              </a:extLst>
            </p:cNvPr>
            <p:cNvSpPr>
              <a:spLocks noChangeArrowheads="1"/>
            </p:cNvSpPr>
            <p:nvPr/>
          </p:nvSpPr>
          <p:spPr bwMode="auto">
            <a:xfrm>
              <a:off x="4108450" y="5248275"/>
              <a:ext cx="290513" cy="741363"/>
            </a:xfrm>
            <a:custGeom>
              <a:avLst/>
              <a:gdLst>
                <a:gd name="T0" fmla="*/ 175099 w 808"/>
                <a:gd name="T1" fmla="*/ 51798 h 2061"/>
                <a:gd name="T2" fmla="*/ 175099 w 808"/>
                <a:gd name="T3" fmla="*/ 51798 h 2061"/>
                <a:gd name="T4" fmla="*/ 289075 w 808"/>
                <a:gd name="T5" fmla="*/ 210431 h 2061"/>
                <a:gd name="T6" fmla="*/ 289075 w 808"/>
                <a:gd name="T7" fmla="*/ 227697 h 2061"/>
                <a:gd name="T8" fmla="*/ 221840 w 808"/>
                <a:gd name="T9" fmla="*/ 227697 h 2061"/>
                <a:gd name="T10" fmla="*/ 221840 w 808"/>
                <a:gd name="T11" fmla="*/ 205754 h 2061"/>
                <a:gd name="T12" fmla="*/ 221840 w 808"/>
                <a:gd name="T13" fmla="*/ 205754 h 2061"/>
                <a:gd name="T14" fmla="*/ 147414 w 808"/>
                <a:gd name="T15" fmla="*/ 113668 h 2061"/>
                <a:gd name="T16" fmla="*/ 147414 w 808"/>
                <a:gd name="T17" fmla="*/ 113668 h 2061"/>
                <a:gd name="T18" fmla="*/ 73707 w 808"/>
                <a:gd name="T19" fmla="*/ 205754 h 2061"/>
                <a:gd name="T20" fmla="*/ 73707 w 808"/>
                <a:gd name="T21" fmla="*/ 205754 h 2061"/>
                <a:gd name="T22" fmla="*/ 290153 w 808"/>
                <a:gd name="T23" fmla="*/ 532731 h 2061"/>
                <a:gd name="T24" fmla="*/ 290153 w 808"/>
                <a:gd name="T25" fmla="*/ 532731 h 2061"/>
                <a:gd name="T26" fmla="*/ 175099 w 808"/>
                <a:gd name="T27" fmla="*/ 692083 h 2061"/>
                <a:gd name="T28" fmla="*/ 175099 w 808"/>
                <a:gd name="T29" fmla="*/ 741003 h 2061"/>
                <a:gd name="T30" fmla="*/ 116133 w 808"/>
                <a:gd name="T31" fmla="*/ 741003 h 2061"/>
                <a:gd name="T32" fmla="*/ 116133 w 808"/>
                <a:gd name="T33" fmla="*/ 692083 h 2061"/>
                <a:gd name="T34" fmla="*/ 116133 w 808"/>
                <a:gd name="T35" fmla="*/ 692083 h 2061"/>
                <a:gd name="T36" fmla="*/ 0 w 808"/>
                <a:gd name="T37" fmla="*/ 532731 h 2061"/>
                <a:gd name="T38" fmla="*/ 0 w 808"/>
                <a:gd name="T39" fmla="*/ 493163 h 2061"/>
                <a:gd name="T40" fmla="*/ 67235 w 808"/>
                <a:gd name="T41" fmla="*/ 493163 h 2061"/>
                <a:gd name="T42" fmla="*/ 67235 w 808"/>
                <a:gd name="T43" fmla="*/ 537407 h 2061"/>
                <a:gd name="T44" fmla="*/ 67235 w 808"/>
                <a:gd name="T45" fmla="*/ 537407 h 2061"/>
                <a:gd name="T46" fmla="*/ 142740 w 808"/>
                <a:gd name="T47" fmla="*/ 628774 h 2061"/>
                <a:gd name="T48" fmla="*/ 142740 w 808"/>
                <a:gd name="T49" fmla="*/ 628774 h 2061"/>
                <a:gd name="T50" fmla="*/ 218244 w 808"/>
                <a:gd name="T51" fmla="*/ 537407 h 2061"/>
                <a:gd name="T52" fmla="*/ 218244 w 808"/>
                <a:gd name="T53" fmla="*/ 537407 h 2061"/>
                <a:gd name="T54" fmla="*/ 2876 w 808"/>
                <a:gd name="T55" fmla="*/ 210431 h 2061"/>
                <a:gd name="T56" fmla="*/ 2876 w 808"/>
                <a:gd name="T57" fmla="*/ 210431 h 2061"/>
                <a:gd name="T58" fmla="*/ 116133 w 808"/>
                <a:gd name="T59" fmla="*/ 51798 h 2061"/>
                <a:gd name="T60" fmla="*/ 116133 w 808"/>
                <a:gd name="T61" fmla="*/ 0 h 2061"/>
                <a:gd name="T62" fmla="*/ 175099 w 808"/>
                <a:gd name="T63" fmla="*/ 0 h 2061"/>
                <a:gd name="T64" fmla="*/ 175099 w 808"/>
                <a:gd name="T65" fmla="*/ 51798 h 20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8" h="2061">
                  <a:moveTo>
                    <a:pt x="487" y="144"/>
                  </a:moveTo>
                  <a:lnTo>
                    <a:pt x="487" y="144"/>
                  </a:lnTo>
                  <a:cubicBezTo>
                    <a:pt x="705" y="175"/>
                    <a:pt x="804" y="344"/>
                    <a:pt x="804" y="585"/>
                  </a:cubicBezTo>
                  <a:lnTo>
                    <a:pt x="804" y="633"/>
                  </a:lnTo>
                  <a:lnTo>
                    <a:pt x="617" y="633"/>
                  </a:lnTo>
                  <a:lnTo>
                    <a:pt x="617" y="572"/>
                  </a:lnTo>
                  <a:cubicBezTo>
                    <a:pt x="617" y="413"/>
                    <a:pt x="553" y="316"/>
                    <a:pt x="410" y="316"/>
                  </a:cubicBezTo>
                  <a:cubicBezTo>
                    <a:pt x="269" y="316"/>
                    <a:pt x="205" y="413"/>
                    <a:pt x="205" y="572"/>
                  </a:cubicBezTo>
                  <a:cubicBezTo>
                    <a:pt x="205" y="974"/>
                    <a:pt x="807" y="977"/>
                    <a:pt x="807" y="1481"/>
                  </a:cubicBezTo>
                  <a:cubicBezTo>
                    <a:pt x="807" y="1722"/>
                    <a:pt x="705" y="1893"/>
                    <a:pt x="487" y="1924"/>
                  </a:cubicBezTo>
                  <a:lnTo>
                    <a:pt x="487" y="2060"/>
                  </a:lnTo>
                  <a:lnTo>
                    <a:pt x="323" y="2060"/>
                  </a:lnTo>
                  <a:lnTo>
                    <a:pt x="323" y="1924"/>
                  </a:lnTo>
                  <a:cubicBezTo>
                    <a:pt x="100" y="1893"/>
                    <a:pt x="0" y="1724"/>
                    <a:pt x="0" y="1481"/>
                  </a:cubicBezTo>
                  <a:lnTo>
                    <a:pt x="0" y="1371"/>
                  </a:lnTo>
                  <a:lnTo>
                    <a:pt x="187" y="1371"/>
                  </a:lnTo>
                  <a:lnTo>
                    <a:pt x="187" y="1494"/>
                  </a:lnTo>
                  <a:cubicBezTo>
                    <a:pt x="187" y="1656"/>
                    <a:pt x="254" y="1748"/>
                    <a:pt x="397" y="1748"/>
                  </a:cubicBezTo>
                  <a:cubicBezTo>
                    <a:pt x="543" y="1748"/>
                    <a:pt x="607" y="1656"/>
                    <a:pt x="607" y="1494"/>
                  </a:cubicBezTo>
                  <a:cubicBezTo>
                    <a:pt x="607" y="1095"/>
                    <a:pt x="8" y="1089"/>
                    <a:pt x="8" y="585"/>
                  </a:cubicBezTo>
                  <a:cubicBezTo>
                    <a:pt x="8" y="339"/>
                    <a:pt x="107" y="177"/>
                    <a:pt x="323" y="144"/>
                  </a:cubicBezTo>
                  <a:lnTo>
                    <a:pt x="323" y="0"/>
                  </a:lnTo>
                  <a:lnTo>
                    <a:pt x="487" y="0"/>
                  </a:lnTo>
                  <a:lnTo>
                    <a:pt x="487" y="14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2" name="Freeform 31">
              <a:extLst>
                <a:ext uri="{FF2B5EF4-FFF2-40B4-BE49-F238E27FC236}">
                  <a16:creationId xmlns:a16="http://schemas.microsoft.com/office/drawing/2014/main" id="{196AEF25-334E-4E2A-81B6-D2B3AF50A342}"/>
                </a:ext>
              </a:extLst>
            </p:cNvPr>
            <p:cNvSpPr>
              <a:spLocks noChangeArrowheads="1"/>
            </p:cNvSpPr>
            <p:nvPr/>
          </p:nvSpPr>
          <p:spPr bwMode="auto">
            <a:xfrm>
              <a:off x="3309938" y="4754563"/>
              <a:ext cx="1836737" cy="1738312"/>
            </a:xfrm>
            <a:custGeom>
              <a:avLst/>
              <a:gdLst>
                <a:gd name="T0" fmla="*/ 918008 w 5102"/>
                <a:gd name="T1" fmla="*/ 64782 h 4830"/>
                <a:gd name="T2" fmla="*/ 918008 w 5102"/>
                <a:gd name="T3" fmla="*/ 64782 h 4830"/>
                <a:gd name="T4" fmla="*/ 317163 w 5102"/>
                <a:gd name="T5" fmla="*/ 396609 h 4830"/>
                <a:gd name="T6" fmla="*/ 317163 w 5102"/>
                <a:gd name="T7" fmla="*/ 396609 h 4830"/>
                <a:gd name="T8" fmla="*/ 64801 w 5102"/>
                <a:gd name="T9" fmla="*/ 1044787 h 4830"/>
                <a:gd name="T10" fmla="*/ 64801 w 5102"/>
                <a:gd name="T11" fmla="*/ 1044787 h 4830"/>
                <a:gd name="T12" fmla="*/ 918008 w 5102"/>
                <a:gd name="T13" fmla="*/ 1672810 h 4830"/>
                <a:gd name="T14" fmla="*/ 918008 w 5102"/>
                <a:gd name="T15" fmla="*/ 1672810 h 4830"/>
                <a:gd name="T16" fmla="*/ 1771216 w 5102"/>
                <a:gd name="T17" fmla="*/ 1044787 h 4830"/>
                <a:gd name="T18" fmla="*/ 1771216 w 5102"/>
                <a:gd name="T19" fmla="*/ 1044787 h 4830"/>
                <a:gd name="T20" fmla="*/ 1518854 w 5102"/>
                <a:gd name="T21" fmla="*/ 396609 h 4830"/>
                <a:gd name="T22" fmla="*/ 1518854 w 5102"/>
                <a:gd name="T23" fmla="*/ 396609 h 4830"/>
                <a:gd name="T24" fmla="*/ 918008 w 5102"/>
                <a:gd name="T25" fmla="*/ 64782 h 4830"/>
                <a:gd name="T26" fmla="*/ 918008 w 5102"/>
                <a:gd name="T27" fmla="*/ 1737952 h 4830"/>
                <a:gd name="T28" fmla="*/ 918008 w 5102"/>
                <a:gd name="T29" fmla="*/ 1737952 h 4830"/>
                <a:gd name="T30" fmla="*/ 0 w 5102"/>
                <a:gd name="T31" fmla="*/ 1044787 h 4830"/>
                <a:gd name="T32" fmla="*/ 0 w 5102"/>
                <a:gd name="T33" fmla="*/ 1044787 h 4830"/>
                <a:gd name="T34" fmla="*/ 918008 w 5102"/>
                <a:gd name="T35" fmla="*/ 0 h 4830"/>
                <a:gd name="T36" fmla="*/ 918008 w 5102"/>
                <a:gd name="T37" fmla="*/ 0 h 4830"/>
                <a:gd name="T38" fmla="*/ 1569615 w 5102"/>
                <a:gd name="T39" fmla="*/ 355940 h 4830"/>
                <a:gd name="T40" fmla="*/ 1569615 w 5102"/>
                <a:gd name="T41" fmla="*/ 355940 h 4830"/>
                <a:gd name="T42" fmla="*/ 1836377 w 5102"/>
                <a:gd name="T43" fmla="*/ 1044787 h 4830"/>
                <a:gd name="T44" fmla="*/ 1836377 w 5102"/>
                <a:gd name="T45" fmla="*/ 1044787 h 4830"/>
                <a:gd name="T46" fmla="*/ 918008 w 5102"/>
                <a:gd name="T47" fmla="*/ 1737952 h 48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02" h="4830">
                  <a:moveTo>
                    <a:pt x="2550" y="180"/>
                  </a:moveTo>
                  <a:lnTo>
                    <a:pt x="2550" y="180"/>
                  </a:lnTo>
                  <a:cubicBezTo>
                    <a:pt x="1952" y="180"/>
                    <a:pt x="1360" y="507"/>
                    <a:pt x="881" y="1102"/>
                  </a:cubicBezTo>
                  <a:cubicBezTo>
                    <a:pt x="449" y="1638"/>
                    <a:pt x="180" y="2329"/>
                    <a:pt x="180" y="2903"/>
                  </a:cubicBezTo>
                  <a:cubicBezTo>
                    <a:pt x="180" y="3963"/>
                    <a:pt x="1111" y="4648"/>
                    <a:pt x="2550" y="4648"/>
                  </a:cubicBezTo>
                  <a:cubicBezTo>
                    <a:pt x="3989" y="4648"/>
                    <a:pt x="4920" y="3963"/>
                    <a:pt x="4920" y="2903"/>
                  </a:cubicBezTo>
                  <a:cubicBezTo>
                    <a:pt x="4920" y="2329"/>
                    <a:pt x="4651" y="1638"/>
                    <a:pt x="4219" y="1102"/>
                  </a:cubicBezTo>
                  <a:cubicBezTo>
                    <a:pt x="3741" y="507"/>
                    <a:pt x="3149" y="180"/>
                    <a:pt x="2550" y="180"/>
                  </a:cubicBezTo>
                  <a:close/>
                  <a:moveTo>
                    <a:pt x="2550" y="4829"/>
                  </a:moveTo>
                  <a:lnTo>
                    <a:pt x="2550" y="4829"/>
                  </a:lnTo>
                  <a:cubicBezTo>
                    <a:pt x="1001" y="4829"/>
                    <a:pt x="0" y="4072"/>
                    <a:pt x="0" y="2903"/>
                  </a:cubicBezTo>
                  <a:cubicBezTo>
                    <a:pt x="0" y="1596"/>
                    <a:pt x="1176" y="0"/>
                    <a:pt x="2550" y="0"/>
                  </a:cubicBezTo>
                  <a:cubicBezTo>
                    <a:pt x="3204" y="0"/>
                    <a:pt x="3846" y="351"/>
                    <a:pt x="4360" y="989"/>
                  </a:cubicBezTo>
                  <a:cubicBezTo>
                    <a:pt x="4823" y="1564"/>
                    <a:pt x="5101" y="2280"/>
                    <a:pt x="5101" y="2903"/>
                  </a:cubicBezTo>
                  <a:cubicBezTo>
                    <a:pt x="5101" y="4072"/>
                    <a:pt x="4099" y="4829"/>
                    <a:pt x="2550" y="482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3" name="Freeform 32">
              <a:extLst>
                <a:ext uri="{FF2B5EF4-FFF2-40B4-BE49-F238E27FC236}">
                  <a16:creationId xmlns:a16="http://schemas.microsoft.com/office/drawing/2014/main" id="{1EB17B88-B82C-48C6-82DF-29670D5740FB}"/>
                </a:ext>
              </a:extLst>
            </p:cNvPr>
            <p:cNvSpPr>
              <a:spLocks noChangeArrowheads="1"/>
            </p:cNvSpPr>
            <p:nvPr/>
          </p:nvSpPr>
          <p:spPr bwMode="auto">
            <a:xfrm>
              <a:off x="3843338" y="4121150"/>
              <a:ext cx="769937" cy="534988"/>
            </a:xfrm>
            <a:custGeom>
              <a:avLst/>
              <a:gdLst>
                <a:gd name="T0" fmla="*/ 80705 w 2137"/>
                <a:gd name="T1" fmla="*/ 65076 h 1488"/>
                <a:gd name="T2" fmla="*/ 381546 w 2137"/>
                <a:gd name="T3" fmla="*/ 466676 h 1488"/>
                <a:gd name="T4" fmla="*/ 381546 w 2137"/>
                <a:gd name="T5" fmla="*/ 466676 h 1488"/>
                <a:gd name="T6" fmla="*/ 384788 w 2137"/>
                <a:gd name="T7" fmla="*/ 469553 h 1488"/>
                <a:gd name="T8" fmla="*/ 384788 w 2137"/>
                <a:gd name="T9" fmla="*/ 469553 h 1488"/>
                <a:gd name="T10" fmla="*/ 388031 w 2137"/>
                <a:gd name="T11" fmla="*/ 466676 h 1488"/>
                <a:gd name="T12" fmla="*/ 688872 w 2137"/>
                <a:gd name="T13" fmla="*/ 65076 h 1488"/>
                <a:gd name="T14" fmla="*/ 80705 w 2137"/>
                <a:gd name="T15" fmla="*/ 65076 h 1488"/>
                <a:gd name="T16" fmla="*/ 384788 w 2137"/>
                <a:gd name="T17" fmla="*/ 534628 h 1488"/>
                <a:gd name="T18" fmla="*/ 384788 w 2137"/>
                <a:gd name="T19" fmla="*/ 534628 h 1488"/>
                <a:gd name="T20" fmla="*/ 329664 w 2137"/>
                <a:gd name="T21" fmla="*/ 505506 h 1488"/>
                <a:gd name="T22" fmla="*/ 19095 w 2137"/>
                <a:gd name="T23" fmla="*/ 90962 h 1488"/>
                <a:gd name="T24" fmla="*/ 19095 w 2137"/>
                <a:gd name="T25" fmla="*/ 90962 h 1488"/>
                <a:gd name="T26" fmla="*/ 9728 w 2137"/>
                <a:gd name="T27" fmla="*/ 29482 h 1488"/>
                <a:gd name="T28" fmla="*/ 9728 w 2137"/>
                <a:gd name="T29" fmla="*/ 29482 h 1488"/>
                <a:gd name="T30" fmla="*/ 64852 w 2137"/>
                <a:gd name="T31" fmla="*/ 0 h 1488"/>
                <a:gd name="T32" fmla="*/ 705085 w 2137"/>
                <a:gd name="T33" fmla="*/ 0 h 1488"/>
                <a:gd name="T34" fmla="*/ 705085 w 2137"/>
                <a:gd name="T35" fmla="*/ 0 h 1488"/>
                <a:gd name="T36" fmla="*/ 760209 w 2137"/>
                <a:gd name="T37" fmla="*/ 29482 h 1488"/>
                <a:gd name="T38" fmla="*/ 760209 w 2137"/>
                <a:gd name="T39" fmla="*/ 29482 h 1488"/>
                <a:gd name="T40" fmla="*/ 750842 w 2137"/>
                <a:gd name="T41" fmla="*/ 90962 h 1488"/>
                <a:gd name="T42" fmla="*/ 440273 w 2137"/>
                <a:gd name="T43" fmla="*/ 505506 h 1488"/>
                <a:gd name="T44" fmla="*/ 440273 w 2137"/>
                <a:gd name="T45" fmla="*/ 505506 h 1488"/>
                <a:gd name="T46" fmla="*/ 384788 w 2137"/>
                <a:gd name="T47" fmla="*/ 534628 h 14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37" h="1488">
                  <a:moveTo>
                    <a:pt x="224" y="181"/>
                  </a:moveTo>
                  <a:lnTo>
                    <a:pt x="1059" y="1298"/>
                  </a:lnTo>
                  <a:cubicBezTo>
                    <a:pt x="1063" y="1303"/>
                    <a:pt x="1067" y="1305"/>
                    <a:pt x="1068" y="1306"/>
                  </a:cubicBezTo>
                  <a:cubicBezTo>
                    <a:pt x="1070" y="1305"/>
                    <a:pt x="1073" y="1303"/>
                    <a:pt x="1077" y="1298"/>
                  </a:cubicBezTo>
                  <a:lnTo>
                    <a:pt x="1912" y="181"/>
                  </a:lnTo>
                  <a:lnTo>
                    <a:pt x="224" y="181"/>
                  </a:lnTo>
                  <a:close/>
                  <a:moveTo>
                    <a:pt x="1068" y="1487"/>
                  </a:moveTo>
                  <a:lnTo>
                    <a:pt x="1068" y="1487"/>
                  </a:lnTo>
                  <a:cubicBezTo>
                    <a:pt x="1009" y="1487"/>
                    <a:pt x="953" y="1457"/>
                    <a:pt x="915" y="1406"/>
                  </a:cubicBezTo>
                  <a:lnTo>
                    <a:pt x="53" y="253"/>
                  </a:lnTo>
                  <a:cubicBezTo>
                    <a:pt x="10" y="197"/>
                    <a:pt x="0" y="134"/>
                    <a:pt x="27" y="82"/>
                  </a:cubicBezTo>
                  <a:cubicBezTo>
                    <a:pt x="53" y="30"/>
                    <a:pt x="108" y="0"/>
                    <a:pt x="180" y="0"/>
                  </a:cubicBezTo>
                  <a:lnTo>
                    <a:pt x="1957" y="0"/>
                  </a:lnTo>
                  <a:cubicBezTo>
                    <a:pt x="2028" y="0"/>
                    <a:pt x="2084" y="30"/>
                    <a:pt x="2110" y="82"/>
                  </a:cubicBezTo>
                  <a:cubicBezTo>
                    <a:pt x="2136" y="134"/>
                    <a:pt x="2126" y="197"/>
                    <a:pt x="2084" y="253"/>
                  </a:cubicBezTo>
                  <a:lnTo>
                    <a:pt x="1222" y="1406"/>
                  </a:lnTo>
                  <a:cubicBezTo>
                    <a:pt x="1183" y="1457"/>
                    <a:pt x="1128" y="1487"/>
                    <a:pt x="1068" y="148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4" name="Freeform 33">
              <a:extLst>
                <a:ext uri="{FF2B5EF4-FFF2-40B4-BE49-F238E27FC236}">
                  <a16:creationId xmlns:a16="http://schemas.microsoft.com/office/drawing/2014/main" id="{FD80A1C8-272E-45B3-86FC-52C3501920DE}"/>
                </a:ext>
              </a:extLst>
            </p:cNvPr>
            <p:cNvSpPr>
              <a:spLocks noChangeArrowheads="1"/>
            </p:cNvSpPr>
            <p:nvPr/>
          </p:nvSpPr>
          <p:spPr bwMode="auto">
            <a:xfrm>
              <a:off x="4024313" y="4597400"/>
              <a:ext cx="407987" cy="222250"/>
            </a:xfrm>
            <a:custGeom>
              <a:avLst/>
              <a:gdLst>
                <a:gd name="T0" fmla="*/ 111007 w 1132"/>
                <a:gd name="T1" fmla="*/ 64987 h 619"/>
                <a:gd name="T2" fmla="*/ 111007 w 1132"/>
                <a:gd name="T3" fmla="*/ 64987 h 619"/>
                <a:gd name="T4" fmla="*/ 64874 w 1132"/>
                <a:gd name="T5" fmla="*/ 110945 h 619"/>
                <a:gd name="T6" fmla="*/ 64874 w 1132"/>
                <a:gd name="T7" fmla="*/ 110945 h 619"/>
                <a:gd name="T8" fmla="*/ 111007 w 1132"/>
                <a:gd name="T9" fmla="*/ 157263 h 619"/>
                <a:gd name="T10" fmla="*/ 296259 w 1132"/>
                <a:gd name="T11" fmla="*/ 157263 h 619"/>
                <a:gd name="T12" fmla="*/ 296259 w 1132"/>
                <a:gd name="T13" fmla="*/ 157263 h 619"/>
                <a:gd name="T14" fmla="*/ 342392 w 1132"/>
                <a:gd name="T15" fmla="*/ 110945 h 619"/>
                <a:gd name="T16" fmla="*/ 342392 w 1132"/>
                <a:gd name="T17" fmla="*/ 110945 h 619"/>
                <a:gd name="T18" fmla="*/ 296259 w 1132"/>
                <a:gd name="T19" fmla="*/ 64987 h 619"/>
                <a:gd name="T20" fmla="*/ 111007 w 1132"/>
                <a:gd name="T21" fmla="*/ 64987 h 619"/>
                <a:gd name="T22" fmla="*/ 296259 w 1132"/>
                <a:gd name="T23" fmla="*/ 221891 h 619"/>
                <a:gd name="T24" fmla="*/ 111007 w 1132"/>
                <a:gd name="T25" fmla="*/ 221891 h 619"/>
                <a:gd name="T26" fmla="*/ 111007 w 1132"/>
                <a:gd name="T27" fmla="*/ 221891 h 619"/>
                <a:gd name="T28" fmla="*/ 0 w 1132"/>
                <a:gd name="T29" fmla="*/ 110945 h 619"/>
                <a:gd name="T30" fmla="*/ 0 w 1132"/>
                <a:gd name="T31" fmla="*/ 110945 h 619"/>
                <a:gd name="T32" fmla="*/ 111007 w 1132"/>
                <a:gd name="T33" fmla="*/ 0 h 619"/>
                <a:gd name="T34" fmla="*/ 296259 w 1132"/>
                <a:gd name="T35" fmla="*/ 0 h 619"/>
                <a:gd name="T36" fmla="*/ 296259 w 1132"/>
                <a:gd name="T37" fmla="*/ 0 h 619"/>
                <a:gd name="T38" fmla="*/ 407627 w 1132"/>
                <a:gd name="T39" fmla="*/ 110945 h 619"/>
                <a:gd name="T40" fmla="*/ 407627 w 1132"/>
                <a:gd name="T41" fmla="*/ 110945 h 619"/>
                <a:gd name="T42" fmla="*/ 296259 w 1132"/>
                <a:gd name="T43" fmla="*/ 221891 h 6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32" h="619">
                  <a:moveTo>
                    <a:pt x="308" y="181"/>
                  </a:moveTo>
                  <a:lnTo>
                    <a:pt x="308" y="181"/>
                  </a:lnTo>
                  <a:cubicBezTo>
                    <a:pt x="237" y="181"/>
                    <a:pt x="180" y="239"/>
                    <a:pt x="180" y="309"/>
                  </a:cubicBezTo>
                  <a:cubicBezTo>
                    <a:pt x="180" y="380"/>
                    <a:pt x="237" y="438"/>
                    <a:pt x="308" y="438"/>
                  </a:cubicBezTo>
                  <a:lnTo>
                    <a:pt x="822" y="438"/>
                  </a:lnTo>
                  <a:cubicBezTo>
                    <a:pt x="893" y="438"/>
                    <a:pt x="950" y="380"/>
                    <a:pt x="950" y="309"/>
                  </a:cubicBezTo>
                  <a:cubicBezTo>
                    <a:pt x="950" y="239"/>
                    <a:pt x="893" y="181"/>
                    <a:pt x="822" y="181"/>
                  </a:cubicBezTo>
                  <a:lnTo>
                    <a:pt x="308" y="181"/>
                  </a:lnTo>
                  <a:close/>
                  <a:moveTo>
                    <a:pt x="822" y="618"/>
                  </a:moveTo>
                  <a:lnTo>
                    <a:pt x="308" y="618"/>
                  </a:lnTo>
                  <a:cubicBezTo>
                    <a:pt x="138" y="618"/>
                    <a:pt x="0" y="480"/>
                    <a:pt x="0" y="309"/>
                  </a:cubicBezTo>
                  <a:cubicBezTo>
                    <a:pt x="0" y="139"/>
                    <a:pt x="138" y="0"/>
                    <a:pt x="308" y="0"/>
                  </a:cubicBezTo>
                  <a:lnTo>
                    <a:pt x="822" y="0"/>
                  </a:lnTo>
                  <a:cubicBezTo>
                    <a:pt x="993" y="0"/>
                    <a:pt x="1131" y="139"/>
                    <a:pt x="1131" y="309"/>
                  </a:cubicBezTo>
                  <a:cubicBezTo>
                    <a:pt x="1131" y="480"/>
                    <a:pt x="993" y="618"/>
                    <a:pt x="822" y="6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79" name="Group 9">
            <a:extLst>
              <a:ext uri="{FF2B5EF4-FFF2-40B4-BE49-F238E27FC236}">
                <a16:creationId xmlns:a16="http://schemas.microsoft.com/office/drawing/2014/main" id="{340189D4-E1FB-46DD-9FE2-D4800B6E0CEA}"/>
              </a:ext>
            </a:extLst>
          </p:cNvPr>
          <p:cNvGrpSpPr>
            <a:grpSpLocks/>
          </p:cNvGrpSpPr>
          <p:nvPr/>
        </p:nvGrpSpPr>
        <p:grpSpPr bwMode="auto">
          <a:xfrm>
            <a:off x="3815729" y="1606760"/>
            <a:ext cx="1604282" cy="916928"/>
            <a:chOff x="5507038" y="1647825"/>
            <a:chExt cx="1863725" cy="1065213"/>
          </a:xfrm>
          <a:solidFill>
            <a:schemeClr val="bg2"/>
          </a:solidFill>
        </p:grpSpPr>
        <p:sp>
          <p:nvSpPr>
            <p:cNvPr id="109" name="Freeform 34">
              <a:extLst>
                <a:ext uri="{FF2B5EF4-FFF2-40B4-BE49-F238E27FC236}">
                  <a16:creationId xmlns:a16="http://schemas.microsoft.com/office/drawing/2014/main" id="{A807D1D5-7BD6-4C43-9F9C-8FFD98C1BE37}"/>
                </a:ext>
              </a:extLst>
            </p:cNvPr>
            <p:cNvSpPr>
              <a:spLocks noChangeArrowheads="1"/>
            </p:cNvSpPr>
            <p:nvPr/>
          </p:nvSpPr>
          <p:spPr bwMode="auto">
            <a:xfrm>
              <a:off x="7092950" y="1647825"/>
              <a:ext cx="277813" cy="246063"/>
            </a:xfrm>
            <a:custGeom>
              <a:avLst/>
              <a:gdLst>
                <a:gd name="T0" fmla="*/ 15474 w 772"/>
                <a:gd name="T1" fmla="*/ 110764 h 682"/>
                <a:gd name="T2" fmla="*/ 15474 w 772"/>
                <a:gd name="T3" fmla="*/ 110764 h 682"/>
                <a:gd name="T4" fmla="*/ 17273 w 772"/>
                <a:gd name="T5" fmla="*/ 139989 h 682"/>
                <a:gd name="T6" fmla="*/ 250823 w 772"/>
                <a:gd name="T7" fmla="*/ 238486 h 682"/>
                <a:gd name="T8" fmla="*/ 250823 w 772"/>
                <a:gd name="T9" fmla="*/ 238486 h 682"/>
                <a:gd name="T10" fmla="*/ 272775 w 772"/>
                <a:gd name="T11" fmla="*/ 219725 h 682"/>
                <a:gd name="T12" fmla="*/ 224554 w 772"/>
                <a:gd name="T13" fmla="*/ 24173 h 682"/>
                <a:gd name="T14" fmla="*/ 224554 w 772"/>
                <a:gd name="T15" fmla="*/ 24173 h 682"/>
                <a:gd name="T16" fmla="*/ 188927 w 772"/>
                <a:gd name="T17" fmla="*/ 9020 h 682"/>
                <a:gd name="T18" fmla="*/ 15474 w 772"/>
                <a:gd name="T19" fmla="*/ 110764 h 6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2" h="682">
                  <a:moveTo>
                    <a:pt x="43" y="307"/>
                  </a:moveTo>
                  <a:lnTo>
                    <a:pt x="43" y="307"/>
                  </a:lnTo>
                  <a:cubicBezTo>
                    <a:pt x="0" y="332"/>
                    <a:pt x="2" y="368"/>
                    <a:pt x="48" y="388"/>
                  </a:cubicBezTo>
                  <a:lnTo>
                    <a:pt x="697" y="661"/>
                  </a:lnTo>
                  <a:cubicBezTo>
                    <a:pt x="743" y="681"/>
                    <a:pt x="771" y="657"/>
                    <a:pt x="758" y="609"/>
                  </a:cubicBezTo>
                  <a:lnTo>
                    <a:pt x="624" y="67"/>
                  </a:lnTo>
                  <a:cubicBezTo>
                    <a:pt x="612" y="19"/>
                    <a:pt x="567" y="0"/>
                    <a:pt x="525" y="25"/>
                  </a:cubicBezTo>
                  <a:lnTo>
                    <a:pt x="43"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10" name="Freeform 35">
              <a:extLst>
                <a:ext uri="{FF2B5EF4-FFF2-40B4-BE49-F238E27FC236}">
                  <a16:creationId xmlns:a16="http://schemas.microsoft.com/office/drawing/2014/main" id="{66898532-B175-4941-8801-D8DB2EC48E4C}"/>
                </a:ext>
              </a:extLst>
            </p:cNvPr>
            <p:cNvSpPr>
              <a:spLocks noChangeArrowheads="1"/>
            </p:cNvSpPr>
            <p:nvPr/>
          </p:nvSpPr>
          <p:spPr bwMode="auto">
            <a:xfrm>
              <a:off x="5507038" y="1752600"/>
              <a:ext cx="1771650" cy="960438"/>
            </a:xfrm>
            <a:custGeom>
              <a:avLst/>
              <a:gdLst>
                <a:gd name="T0" fmla="*/ 37067 w 4923"/>
                <a:gd name="T1" fmla="*/ 960078 h 2666"/>
                <a:gd name="T2" fmla="*/ 37067 w 4923"/>
                <a:gd name="T3" fmla="*/ 960078 h 2666"/>
                <a:gd name="T4" fmla="*/ 20873 w 4923"/>
                <a:gd name="T5" fmla="*/ 955755 h 2666"/>
                <a:gd name="T6" fmla="*/ 20873 w 4923"/>
                <a:gd name="T7" fmla="*/ 955755 h 2666"/>
                <a:gd name="T8" fmla="*/ 8637 w 4923"/>
                <a:gd name="T9" fmla="*/ 911443 h 2666"/>
                <a:gd name="T10" fmla="*/ 393340 w 4923"/>
                <a:gd name="T11" fmla="*/ 235967 h 2666"/>
                <a:gd name="T12" fmla="*/ 393340 w 4923"/>
                <a:gd name="T13" fmla="*/ 235967 h 2666"/>
                <a:gd name="T14" fmla="*/ 445522 w 4923"/>
                <a:gd name="T15" fmla="*/ 201742 h 2666"/>
                <a:gd name="T16" fmla="*/ 445522 w 4923"/>
                <a:gd name="T17" fmla="*/ 201742 h 2666"/>
                <a:gd name="T18" fmla="*/ 499143 w 4923"/>
                <a:gd name="T19" fmla="*/ 233805 h 2666"/>
                <a:gd name="T20" fmla="*/ 747814 w 4923"/>
                <a:gd name="T21" fmla="*/ 631526 h 2666"/>
                <a:gd name="T22" fmla="*/ 987129 w 4923"/>
                <a:gd name="T23" fmla="*/ 284241 h 2666"/>
                <a:gd name="T24" fmla="*/ 987129 w 4923"/>
                <a:gd name="T25" fmla="*/ 284241 h 2666"/>
                <a:gd name="T26" fmla="*/ 1040390 w 4923"/>
                <a:gd name="T27" fmla="*/ 253979 h 2666"/>
                <a:gd name="T28" fmla="*/ 1040390 w 4923"/>
                <a:gd name="T29" fmla="*/ 253979 h 2666"/>
                <a:gd name="T30" fmla="*/ 1041830 w 4923"/>
                <a:gd name="T31" fmla="*/ 253979 h 2666"/>
                <a:gd name="T32" fmla="*/ 1041830 w 4923"/>
                <a:gd name="T33" fmla="*/ 253979 h 2666"/>
                <a:gd name="T34" fmla="*/ 1095091 w 4923"/>
                <a:gd name="T35" fmla="*/ 286402 h 2666"/>
                <a:gd name="T36" fmla="*/ 1373991 w 4923"/>
                <a:gd name="T37" fmla="*/ 730956 h 2666"/>
                <a:gd name="T38" fmla="*/ 1704714 w 4923"/>
                <a:gd name="T39" fmla="*/ 23056 h 2666"/>
                <a:gd name="T40" fmla="*/ 1704714 w 4923"/>
                <a:gd name="T41" fmla="*/ 23056 h 2666"/>
                <a:gd name="T42" fmla="*/ 1747898 w 4923"/>
                <a:gd name="T43" fmla="*/ 7565 h 2666"/>
                <a:gd name="T44" fmla="*/ 1747898 w 4923"/>
                <a:gd name="T45" fmla="*/ 7565 h 2666"/>
                <a:gd name="T46" fmla="*/ 1763733 w 4923"/>
                <a:gd name="T47" fmla="*/ 50796 h 2666"/>
                <a:gd name="T48" fmla="*/ 1428332 w 4923"/>
                <a:gd name="T49" fmla="*/ 768422 h 2666"/>
                <a:gd name="T50" fmla="*/ 1428332 w 4923"/>
                <a:gd name="T51" fmla="*/ 768422 h 2666"/>
                <a:gd name="T52" fmla="*/ 1378670 w 4923"/>
                <a:gd name="T53" fmla="*/ 806249 h 2666"/>
                <a:gd name="T54" fmla="*/ 1378670 w 4923"/>
                <a:gd name="T55" fmla="*/ 806249 h 2666"/>
                <a:gd name="T56" fmla="*/ 1324329 w 4923"/>
                <a:gd name="T57" fmla="*/ 774907 h 2666"/>
                <a:gd name="T58" fmla="*/ 1040390 w 4923"/>
                <a:gd name="T59" fmla="*/ 321707 h 2666"/>
                <a:gd name="T60" fmla="*/ 801075 w 4923"/>
                <a:gd name="T61" fmla="*/ 668992 h 2666"/>
                <a:gd name="T62" fmla="*/ 801075 w 4923"/>
                <a:gd name="T63" fmla="*/ 668992 h 2666"/>
                <a:gd name="T64" fmla="*/ 746015 w 4923"/>
                <a:gd name="T65" fmla="*/ 698893 h 2666"/>
                <a:gd name="T66" fmla="*/ 746015 w 4923"/>
                <a:gd name="T67" fmla="*/ 698893 h 2666"/>
                <a:gd name="T68" fmla="*/ 692754 w 4923"/>
                <a:gd name="T69" fmla="*/ 666470 h 2666"/>
                <a:gd name="T70" fmla="*/ 446961 w 4923"/>
                <a:gd name="T71" fmla="*/ 273073 h 2666"/>
                <a:gd name="T72" fmla="*/ 65497 w 4923"/>
                <a:gd name="T73" fmla="*/ 943506 h 2666"/>
                <a:gd name="T74" fmla="*/ 65497 w 4923"/>
                <a:gd name="T75" fmla="*/ 943506 h 2666"/>
                <a:gd name="T76" fmla="*/ 37067 w 4923"/>
                <a:gd name="T77" fmla="*/ 960078 h 26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923" h="2666">
                  <a:moveTo>
                    <a:pt x="103" y="2665"/>
                  </a:moveTo>
                  <a:lnTo>
                    <a:pt x="103" y="2665"/>
                  </a:lnTo>
                  <a:cubicBezTo>
                    <a:pt x="88" y="2665"/>
                    <a:pt x="73" y="2661"/>
                    <a:pt x="58" y="2653"/>
                  </a:cubicBezTo>
                  <a:cubicBezTo>
                    <a:pt x="15" y="2628"/>
                    <a:pt x="0" y="2573"/>
                    <a:pt x="24" y="2530"/>
                  </a:cubicBezTo>
                  <a:lnTo>
                    <a:pt x="1093" y="655"/>
                  </a:lnTo>
                  <a:cubicBezTo>
                    <a:pt x="1127" y="596"/>
                    <a:pt x="1179" y="561"/>
                    <a:pt x="1238" y="560"/>
                  </a:cubicBezTo>
                  <a:cubicBezTo>
                    <a:pt x="1297" y="560"/>
                    <a:pt x="1351" y="591"/>
                    <a:pt x="1387" y="649"/>
                  </a:cubicBezTo>
                  <a:lnTo>
                    <a:pt x="2078" y="1753"/>
                  </a:lnTo>
                  <a:lnTo>
                    <a:pt x="2743" y="789"/>
                  </a:lnTo>
                  <a:cubicBezTo>
                    <a:pt x="2780" y="735"/>
                    <a:pt x="2834" y="705"/>
                    <a:pt x="2891" y="705"/>
                  </a:cubicBezTo>
                  <a:cubicBezTo>
                    <a:pt x="2893" y="705"/>
                    <a:pt x="2894" y="705"/>
                    <a:pt x="2895" y="705"/>
                  </a:cubicBezTo>
                  <a:cubicBezTo>
                    <a:pt x="2954" y="706"/>
                    <a:pt x="3008" y="739"/>
                    <a:pt x="3043" y="795"/>
                  </a:cubicBezTo>
                  <a:lnTo>
                    <a:pt x="3818" y="2029"/>
                  </a:lnTo>
                  <a:lnTo>
                    <a:pt x="4737" y="64"/>
                  </a:lnTo>
                  <a:cubicBezTo>
                    <a:pt x="4758" y="19"/>
                    <a:pt x="4812" y="0"/>
                    <a:pt x="4857" y="21"/>
                  </a:cubicBezTo>
                  <a:cubicBezTo>
                    <a:pt x="4903" y="42"/>
                    <a:pt x="4922" y="95"/>
                    <a:pt x="4901" y="141"/>
                  </a:cubicBezTo>
                  <a:lnTo>
                    <a:pt x="3969" y="2133"/>
                  </a:lnTo>
                  <a:cubicBezTo>
                    <a:pt x="3939" y="2197"/>
                    <a:pt x="3889" y="2235"/>
                    <a:pt x="3831" y="2238"/>
                  </a:cubicBezTo>
                  <a:cubicBezTo>
                    <a:pt x="3771" y="2242"/>
                    <a:pt x="3717" y="2210"/>
                    <a:pt x="3680" y="2151"/>
                  </a:cubicBezTo>
                  <a:lnTo>
                    <a:pt x="2891" y="893"/>
                  </a:lnTo>
                  <a:lnTo>
                    <a:pt x="2226" y="1857"/>
                  </a:lnTo>
                  <a:cubicBezTo>
                    <a:pt x="2188" y="1912"/>
                    <a:pt x="2134" y="1942"/>
                    <a:pt x="2073" y="1940"/>
                  </a:cubicBezTo>
                  <a:cubicBezTo>
                    <a:pt x="2015" y="1939"/>
                    <a:pt x="1961" y="1906"/>
                    <a:pt x="1925" y="1850"/>
                  </a:cubicBezTo>
                  <a:lnTo>
                    <a:pt x="1242" y="758"/>
                  </a:lnTo>
                  <a:lnTo>
                    <a:pt x="182" y="2619"/>
                  </a:lnTo>
                  <a:cubicBezTo>
                    <a:pt x="165" y="2648"/>
                    <a:pt x="134" y="2665"/>
                    <a:pt x="103" y="26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80" name="Group 5">
            <a:extLst>
              <a:ext uri="{FF2B5EF4-FFF2-40B4-BE49-F238E27FC236}">
                <a16:creationId xmlns:a16="http://schemas.microsoft.com/office/drawing/2014/main" id="{C8ECDF3B-8B2D-4444-9F0E-E274CB82F75F}"/>
              </a:ext>
            </a:extLst>
          </p:cNvPr>
          <p:cNvGrpSpPr>
            <a:grpSpLocks/>
          </p:cNvGrpSpPr>
          <p:nvPr/>
        </p:nvGrpSpPr>
        <p:grpSpPr bwMode="auto">
          <a:xfrm>
            <a:off x="3286889" y="3048428"/>
            <a:ext cx="1399305" cy="1287251"/>
            <a:chOff x="4892675" y="3322638"/>
            <a:chExt cx="1625600" cy="1495425"/>
          </a:xfrm>
          <a:solidFill>
            <a:schemeClr val="accent1"/>
          </a:solidFill>
        </p:grpSpPr>
        <p:sp>
          <p:nvSpPr>
            <p:cNvPr id="106" name="Freeform 2">
              <a:extLst>
                <a:ext uri="{FF2B5EF4-FFF2-40B4-BE49-F238E27FC236}">
                  <a16:creationId xmlns:a16="http://schemas.microsoft.com/office/drawing/2014/main" id="{0940EA07-E988-41AC-80F9-578076E1102E}"/>
                </a:ext>
              </a:extLst>
            </p:cNvPr>
            <p:cNvSpPr>
              <a:spLocks noChangeArrowheads="1"/>
            </p:cNvSpPr>
            <p:nvPr/>
          </p:nvSpPr>
          <p:spPr bwMode="auto">
            <a:xfrm>
              <a:off x="5665788" y="3751263"/>
              <a:ext cx="252412" cy="642937"/>
            </a:xfrm>
            <a:custGeom>
              <a:avLst/>
              <a:gdLst>
                <a:gd name="T0" fmla="*/ 152311 w 701"/>
                <a:gd name="T1" fmla="*/ 44229 h 1788"/>
                <a:gd name="T2" fmla="*/ 152311 w 701"/>
                <a:gd name="T3" fmla="*/ 44229 h 1788"/>
                <a:gd name="T4" fmla="*/ 251332 w 701"/>
                <a:gd name="T5" fmla="*/ 181950 h 1788"/>
                <a:gd name="T6" fmla="*/ 251332 w 701"/>
                <a:gd name="T7" fmla="*/ 197052 h 1788"/>
                <a:gd name="T8" fmla="*/ 193000 w 701"/>
                <a:gd name="T9" fmla="*/ 197052 h 1788"/>
                <a:gd name="T10" fmla="*/ 193000 w 701"/>
                <a:gd name="T11" fmla="*/ 177994 h 1788"/>
                <a:gd name="T12" fmla="*/ 193000 w 701"/>
                <a:gd name="T13" fmla="*/ 177994 h 1788"/>
                <a:gd name="T14" fmla="*/ 128186 w 701"/>
                <a:gd name="T15" fmla="*/ 97807 h 1788"/>
                <a:gd name="T16" fmla="*/ 128186 w 701"/>
                <a:gd name="T17" fmla="*/ 97807 h 1788"/>
                <a:gd name="T18" fmla="*/ 64093 w 701"/>
                <a:gd name="T19" fmla="*/ 177994 h 1788"/>
                <a:gd name="T20" fmla="*/ 64093 w 701"/>
                <a:gd name="T21" fmla="*/ 177994 h 1788"/>
                <a:gd name="T22" fmla="*/ 252052 w 701"/>
                <a:gd name="T23" fmla="*/ 461706 h 1788"/>
                <a:gd name="T24" fmla="*/ 252052 w 701"/>
                <a:gd name="T25" fmla="*/ 461706 h 1788"/>
                <a:gd name="T26" fmla="*/ 152311 w 701"/>
                <a:gd name="T27" fmla="*/ 600146 h 1788"/>
                <a:gd name="T28" fmla="*/ 152311 w 701"/>
                <a:gd name="T29" fmla="*/ 642577 h 1788"/>
                <a:gd name="T30" fmla="*/ 100821 w 701"/>
                <a:gd name="T31" fmla="*/ 642577 h 1788"/>
                <a:gd name="T32" fmla="*/ 100821 w 701"/>
                <a:gd name="T33" fmla="*/ 600146 h 1788"/>
                <a:gd name="T34" fmla="*/ 100821 w 701"/>
                <a:gd name="T35" fmla="*/ 600146 h 1788"/>
                <a:gd name="T36" fmla="*/ 0 w 701"/>
                <a:gd name="T37" fmla="*/ 461706 h 1788"/>
                <a:gd name="T38" fmla="*/ 0 w 701"/>
                <a:gd name="T39" fmla="*/ 427186 h 1788"/>
                <a:gd name="T40" fmla="*/ 58332 w 701"/>
                <a:gd name="T41" fmla="*/ 427186 h 1788"/>
                <a:gd name="T42" fmla="*/ 58332 w 701"/>
                <a:gd name="T43" fmla="*/ 465662 h 1788"/>
                <a:gd name="T44" fmla="*/ 58332 w 701"/>
                <a:gd name="T45" fmla="*/ 465662 h 1788"/>
                <a:gd name="T46" fmla="*/ 124226 w 701"/>
                <a:gd name="T47" fmla="*/ 545130 h 1788"/>
                <a:gd name="T48" fmla="*/ 124226 w 701"/>
                <a:gd name="T49" fmla="*/ 545130 h 1788"/>
                <a:gd name="T50" fmla="*/ 189759 w 701"/>
                <a:gd name="T51" fmla="*/ 465662 h 1788"/>
                <a:gd name="T52" fmla="*/ 189759 w 701"/>
                <a:gd name="T53" fmla="*/ 465662 h 1788"/>
                <a:gd name="T54" fmla="*/ 2521 w 701"/>
                <a:gd name="T55" fmla="*/ 181950 h 1788"/>
                <a:gd name="T56" fmla="*/ 2521 w 701"/>
                <a:gd name="T57" fmla="*/ 181950 h 1788"/>
                <a:gd name="T58" fmla="*/ 100821 w 701"/>
                <a:gd name="T59" fmla="*/ 44229 h 1788"/>
                <a:gd name="T60" fmla="*/ 100821 w 701"/>
                <a:gd name="T61" fmla="*/ 0 h 1788"/>
                <a:gd name="T62" fmla="*/ 152311 w 701"/>
                <a:gd name="T63" fmla="*/ 0 h 1788"/>
                <a:gd name="T64" fmla="*/ 152311 w 701"/>
                <a:gd name="T65" fmla="*/ 44229 h 17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01" h="1788">
                  <a:moveTo>
                    <a:pt x="423" y="123"/>
                  </a:moveTo>
                  <a:lnTo>
                    <a:pt x="423" y="123"/>
                  </a:lnTo>
                  <a:cubicBezTo>
                    <a:pt x="612" y="150"/>
                    <a:pt x="698" y="297"/>
                    <a:pt x="698" y="506"/>
                  </a:cubicBezTo>
                  <a:lnTo>
                    <a:pt x="698" y="548"/>
                  </a:lnTo>
                  <a:lnTo>
                    <a:pt x="536" y="548"/>
                  </a:lnTo>
                  <a:lnTo>
                    <a:pt x="536" y="495"/>
                  </a:lnTo>
                  <a:cubicBezTo>
                    <a:pt x="536" y="357"/>
                    <a:pt x="481" y="272"/>
                    <a:pt x="356" y="272"/>
                  </a:cubicBezTo>
                  <a:cubicBezTo>
                    <a:pt x="233" y="272"/>
                    <a:pt x="178" y="357"/>
                    <a:pt x="178" y="495"/>
                  </a:cubicBezTo>
                  <a:cubicBezTo>
                    <a:pt x="178" y="844"/>
                    <a:pt x="700" y="846"/>
                    <a:pt x="700" y="1284"/>
                  </a:cubicBezTo>
                  <a:cubicBezTo>
                    <a:pt x="700" y="1493"/>
                    <a:pt x="612" y="1642"/>
                    <a:pt x="423" y="1669"/>
                  </a:cubicBezTo>
                  <a:lnTo>
                    <a:pt x="423" y="1787"/>
                  </a:lnTo>
                  <a:lnTo>
                    <a:pt x="280" y="1787"/>
                  </a:lnTo>
                  <a:lnTo>
                    <a:pt x="280" y="1669"/>
                  </a:lnTo>
                  <a:cubicBezTo>
                    <a:pt x="87" y="1642"/>
                    <a:pt x="0" y="1496"/>
                    <a:pt x="0" y="1284"/>
                  </a:cubicBezTo>
                  <a:lnTo>
                    <a:pt x="0" y="1188"/>
                  </a:lnTo>
                  <a:lnTo>
                    <a:pt x="162" y="1188"/>
                  </a:lnTo>
                  <a:lnTo>
                    <a:pt x="162" y="1295"/>
                  </a:lnTo>
                  <a:cubicBezTo>
                    <a:pt x="162" y="1435"/>
                    <a:pt x="221" y="1516"/>
                    <a:pt x="345" y="1516"/>
                  </a:cubicBezTo>
                  <a:cubicBezTo>
                    <a:pt x="471" y="1516"/>
                    <a:pt x="527" y="1435"/>
                    <a:pt x="527" y="1295"/>
                  </a:cubicBezTo>
                  <a:cubicBezTo>
                    <a:pt x="527" y="948"/>
                    <a:pt x="7" y="944"/>
                    <a:pt x="7" y="506"/>
                  </a:cubicBezTo>
                  <a:cubicBezTo>
                    <a:pt x="7" y="292"/>
                    <a:pt x="94" y="152"/>
                    <a:pt x="280" y="123"/>
                  </a:cubicBezTo>
                  <a:lnTo>
                    <a:pt x="280" y="0"/>
                  </a:lnTo>
                  <a:lnTo>
                    <a:pt x="423" y="0"/>
                  </a:lnTo>
                  <a:lnTo>
                    <a:pt x="423" y="12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7" name="Freeform 36">
              <a:extLst>
                <a:ext uri="{FF2B5EF4-FFF2-40B4-BE49-F238E27FC236}">
                  <a16:creationId xmlns:a16="http://schemas.microsoft.com/office/drawing/2014/main" id="{E88CA306-CBB2-4F33-93D2-406C4C23FE87}"/>
                </a:ext>
              </a:extLst>
            </p:cNvPr>
            <p:cNvSpPr>
              <a:spLocks noChangeArrowheads="1"/>
            </p:cNvSpPr>
            <p:nvPr/>
          </p:nvSpPr>
          <p:spPr bwMode="auto">
            <a:xfrm>
              <a:off x="5022850" y="3322638"/>
              <a:ext cx="1495425" cy="1495425"/>
            </a:xfrm>
            <a:custGeom>
              <a:avLst/>
              <a:gdLst>
                <a:gd name="T0" fmla="*/ 747353 w 4154"/>
                <a:gd name="T1" fmla="*/ 65175 h 4153"/>
                <a:gd name="T2" fmla="*/ 747353 w 4154"/>
                <a:gd name="T3" fmla="*/ 65175 h 4153"/>
                <a:gd name="T4" fmla="*/ 65159 w 4154"/>
                <a:gd name="T5" fmla="*/ 747172 h 4153"/>
                <a:gd name="T6" fmla="*/ 65159 w 4154"/>
                <a:gd name="T7" fmla="*/ 747172 h 4153"/>
                <a:gd name="T8" fmla="*/ 747353 w 4154"/>
                <a:gd name="T9" fmla="*/ 1429890 h 4153"/>
                <a:gd name="T10" fmla="*/ 747353 w 4154"/>
                <a:gd name="T11" fmla="*/ 1429890 h 4153"/>
                <a:gd name="T12" fmla="*/ 1429906 w 4154"/>
                <a:gd name="T13" fmla="*/ 747172 h 4153"/>
                <a:gd name="T14" fmla="*/ 1429906 w 4154"/>
                <a:gd name="T15" fmla="*/ 747172 h 4153"/>
                <a:gd name="T16" fmla="*/ 747353 w 4154"/>
                <a:gd name="T17" fmla="*/ 65175 h 4153"/>
                <a:gd name="T18" fmla="*/ 747353 w 4154"/>
                <a:gd name="T19" fmla="*/ 1495065 h 4153"/>
                <a:gd name="T20" fmla="*/ 747353 w 4154"/>
                <a:gd name="T21" fmla="*/ 1495065 h 4153"/>
                <a:gd name="T22" fmla="*/ 0 w 4154"/>
                <a:gd name="T23" fmla="*/ 747172 h 4153"/>
                <a:gd name="T24" fmla="*/ 0 w 4154"/>
                <a:gd name="T25" fmla="*/ 747172 h 4153"/>
                <a:gd name="T26" fmla="*/ 747353 w 4154"/>
                <a:gd name="T27" fmla="*/ 0 h 4153"/>
                <a:gd name="T28" fmla="*/ 747353 w 4154"/>
                <a:gd name="T29" fmla="*/ 0 h 4153"/>
                <a:gd name="T30" fmla="*/ 1495065 w 4154"/>
                <a:gd name="T31" fmla="*/ 747172 h 4153"/>
                <a:gd name="T32" fmla="*/ 1495065 w 4154"/>
                <a:gd name="T33" fmla="*/ 747172 h 4153"/>
                <a:gd name="T34" fmla="*/ 747353 w 4154"/>
                <a:gd name="T35" fmla="*/ 1495065 h 41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54" h="4153">
                  <a:moveTo>
                    <a:pt x="2076" y="181"/>
                  </a:moveTo>
                  <a:lnTo>
                    <a:pt x="2076" y="181"/>
                  </a:lnTo>
                  <a:cubicBezTo>
                    <a:pt x="1031" y="181"/>
                    <a:pt x="181" y="1032"/>
                    <a:pt x="181" y="2075"/>
                  </a:cubicBezTo>
                  <a:cubicBezTo>
                    <a:pt x="181" y="3121"/>
                    <a:pt x="1031" y="3971"/>
                    <a:pt x="2076" y="3971"/>
                  </a:cubicBezTo>
                  <a:cubicBezTo>
                    <a:pt x="3121" y="3971"/>
                    <a:pt x="3972" y="3121"/>
                    <a:pt x="3972" y="2075"/>
                  </a:cubicBezTo>
                  <a:cubicBezTo>
                    <a:pt x="3972" y="1032"/>
                    <a:pt x="3121" y="181"/>
                    <a:pt x="2076" y="181"/>
                  </a:cubicBezTo>
                  <a:close/>
                  <a:moveTo>
                    <a:pt x="2076" y="4152"/>
                  </a:moveTo>
                  <a:lnTo>
                    <a:pt x="2076" y="4152"/>
                  </a:lnTo>
                  <a:cubicBezTo>
                    <a:pt x="931" y="4152"/>
                    <a:pt x="0" y="3220"/>
                    <a:pt x="0" y="2075"/>
                  </a:cubicBezTo>
                  <a:cubicBezTo>
                    <a:pt x="0" y="932"/>
                    <a:pt x="931" y="0"/>
                    <a:pt x="2076" y="0"/>
                  </a:cubicBezTo>
                  <a:cubicBezTo>
                    <a:pt x="3221" y="0"/>
                    <a:pt x="4153" y="932"/>
                    <a:pt x="4153" y="2075"/>
                  </a:cubicBezTo>
                  <a:cubicBezTo>
                    <a:pt x="4153" y="3220"/>
                    <a:pt x="3221" y="4152"/>
                    <a:pt x="2076" y="415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8" name="Freeform 37">
              <a:extLst>
                <a:ext uri="{FF2B5EF4-FFF2-40B4-BE49-F238E27FC236}">
                  <a16:creationId xmlns:a16="http://schemas.microsoft.com/office/drawing/2014/main" id="{E811CE72-2936-48E7-BCBF-AD375DEF4EB1}"/>
                </a:ext>
              </a:extLst>
            </p:cNvPr>
            <p:cNvSpPr>
              <a:spLocks noChangeArrowheads="1"/>
            </p:cNvSpPr>
            <p:nvPr/>
          </p:nvSpPr>
          <p:spPr bwMode="auto">
            <a:xfrm>
              <a:off x="4892675" y="3322638"/>
              <a:ext cx="909638" cy="1495425"/>
            </a:xfrm>
            <a:custGeom>
              <a:avLst/>
              <a:gdLst>
                <a:gd name="T0" fmla="*/ 876534 w 2528"/>
                <a:gd name="T1" fmla="*/ 1495065 h 4153"/>
                <a:gd name="T2" fmla="*/ 746997 w 2528"/>
                <a:gd name="T3" fmla="*/ 1495065 h 4153"/>
                <a:gd name="T4" fmla="*/ 746997 w 2528"/>
                <a:gd name="T5" fmla="*/ 1495065 h 4153"/>
                <a:gd name="T6" fmla="*/ 0 w 2528"/>
                <a:gd name="T7" fmla="*/ 747172 h 4153"/>
                <a:gd name="T8" fmla="*/ 0 w 2528"/>
                <a:gd name="T9" fmla="*/ 747172 h 4153"/>
                <a:gd name="T10" fmla="*/ 746997 w 2528"/>
                <a:gd name="T11" fmla="*/ 0 h 4153"/>
                <a:gd name="T12" fmla="*/ 876534 w 2528"/>
                <a:gd name="T13" fmla="*/ 0 h 4153"/>
                <a:gd name="T14" fmla="*/ 876534 w 2528"/>
                <a:gd name="T15" fmla="*/ 0 h 4153"/>
                <a:gd name="T16" fmla="*/ 909278 w 2528"/>
                <a:gd name="T17" fmla="*/ 32768 h 4153"/>
                <a:gd name="T18" fmla="*/ 909278 w 2528"/>
                <a:gd name="T19" fmla="*/ 32768 h 4153"/>
                <a:gd name="T20" fmla="*/ 876534 w 2528"/>
                <a:gd name="T21" fmla="*/ 65175 h 4153"/>
                <a:gd name="T22" fmla="*/ 746997 w 2528"/>
                <a:gd name="T23" fmla="*/ 65175 h 4153"/>
                <a:gd name="T24" fmla="*/ 746997 w 2528"/>
                <a:gd name="T25" fmla="*/ 65175 h 4153"/>
                <a:gd name="T26" fmla="*/ 64769 w 2528"/>
                <a:gd name="T27" fmla="*/ 747172 h 4153"/>
                <a:gd name="T28" fmla="*/ 64769 w 2528"/>
                <a:gd name="T29" fmla="*/ 747172 h 4153"/>
                <a:gd name="T30" fmla="*/ 746997 w 2528"/>
                <a:gd name="T31" fmla="*/ 1429890 h 4153"/>
                <a:gd name="T32" fmla="*/ 876534 w 2528"/>
                <a:gd name="T33" fmla="*/ 1429890 h 4153"/>
                <a:gd name="T34" fmla="*/ 876534 w 2528"/>
                <a:gd name="T35" fmla="*/ 1429890 h 4153"/>
                <a:gd name="T36" fmla="*/ 909278 w 2528"/>
                <a:gd name="T37" fmla="*/ 1462297 h 4153"/>
                <a:gd name="T38" fmla="*/ 909278 w 2528"/>
                <a:gd name="T39" fmla="*/ 1462297 h 4153"/>
                <a:gd name="T40" fmla="*/ 876534 w 2528"/>
                <a:gd name="T41" fmla="*/ 1495065 h 41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28" h="4153">
                  <a:moveTo>
                    <a:pt x="2436" y="4152"/>
                  </a:moveTo>
                  <a:lnTo>
                    <a:pt x="2076" y="4152"/>
                  </a:lnTo>
                  <a:cubicBezTo>
                    <a:pt x="930" y="4152"/>
                    <a:pt x="0" y="3221"/>
                    <a:pt x="0" y="2075"/>
                  </a:cubicBezTo>
                  <a:cubicBezTo>
                    <a:pt x="0" y="932"/>
                    <a:pt x="930" y="0"/>
                    <a:pt x="2076" y="0"/>
                  </a:cubicBezTo>
                  <a:lnTo>
                    <a:pt x="2436" y="0"/>
                  </a:lnTo>
                  <a:cubicBezTo>
                    <a:pt x="2486" y="0"/>
                    <a:pt x="2527" y="41"/>
                    <a:pt x="2527" y="91"/>
                  </a:cubicBezTo>
                  <a:cubicBezTo>
                    <a:pt x="2527" y="141"/>
                    <a:pt x="2486" y="181"/>
                    <a:pt x="2436" y="181"/>
                  </a:cubicBezTo>
                  <a:lnTo>
                    <a:pt x="2076" y="181"/>
                  </a:lnTo>
                  <a:cubicBezTo>
                    <a:pt x="1030" y="181"/>
                    <a:pt x="180" y="1032"/>
                    <a:pt x="180" y="2075"/>
                  </a:cubicBezTo>
                  <a:cubicBezTo>
                    <a:pt x="180" y="3121"/>
                    <a:pt x="1030" y="3971"/>
                    <a:pt x="2076" y="3971"/>
                  </a:cubicBezTo>
                  <a:lnTo>
                    <a:pt x="2436" y="3971"/>
                  </a:lnTo>
                  <a:cubicBezTo>
                    <a:pt x="2486" y="3971"/>
                    <a:pt x="2527" y="4011"/>
                    <a:pt x="2527" y="4061"/>
                  </a:cubicBezTo>
                  <a:cubicBezTo>
                    <a:pt x="2527" y="4111"/>
                    <a:pt x="2486" y="4152"/>
                    <a:pt x="2436" y="415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81" name="Group 11">
            <a:extLst>
              <a:ext uri="{FF2B5EF4-FFF2-40B4-BE49-F238E27FC236}">
                <a16:creationId xmlns:a16="http://schemas.microsoft.com/office/drawing/2014/main" id="{1B72255E-4A3A-4547-B581-496DC24D37F9}"/>
              </a:ext>
            </a:extLst>
          </p:cNvPr>
          <p:cNvGrpSpPr>
            <a:grpSpLocks/>
          </p:cNvGrpSpPr>
          <p:nvPr/>
        </p:nvGrpSpPr>
        <p:grpSpPr bwMode="auto">
          <a:xfrm>
            <a:off x="1943612" y="1962053"/>
            <a:ext cx="1675340" cy="1574218"/>
            <a:chOff x="3332163" y="2060575"/>
            <a:chExt cx="1946275" cy="1828800"/>
          </a:xfrm>
          <a:solidFill>
            <a:schemeClr val="accent3"/>
          </a:solidFill>
        </p:grpSpPr>
        <p:sp>
          <p:nvSpPr>
            <p:cNvPr id="99" name="Freeform 43">
              <a:extLst>
                <a:ext uri="{FF2B5EF4-FFF2-40B4-BE49-F238E27FC236}">
                  <a16:creationId xmlns:a16="http://schemas.microsoft.com/office/drawing/2014/main" id="{FB11BE71-5C99-4417-8CEF-DC71F41E372B}"/>
                </a:ext>
              </a:extLst>
            </p:cNvPr>
            <p:cNvSpPr>
              <a:spLocks noChangeArrowheads="1"/>
            </p:cNvSpPr>
            <p:nvPr/>
          </p:nvSpPr>
          <p:spPr bwMode="auto">
            <a:xfrm>
              <a:off x="4411663" y="2060575"/>
              <a:ext cx="273050" cy="481013"/>
            </a:xfrm>
            <a:custGeom>
              <a:avLst/>
              <a:gdLst>
                <a:gd name="T0" fmla="*/ 65115 w 759"/>
                <a:gd name="T1" fmla="*/ 415584 h 1338"/>
                <a:gd name="T2" fmla="*/ 207935 w 759"/>
                <a:gd name="T3" fmla="*/ 415584 h 1338"/>
                <a:gd name="T4" fmla="*/ 207935 w 759"/>
                <a:gd name="T5" fmla="*/ 68305 h 1338"/>
                <a:gd name="T6" fmla="*/ 207935 w 759"/>
                <a:gd name="T7" fmla="*/ 68305 h 1338"/>
                <a:gd name="T8" fmla="*/ 65115 w 759"/>
                <a:gd name="T9" fmla="*/ 240507 h 1338"/>
                <a:gd name="T10" fmla="*/ 65115 w 759"/>
                <a:gd name="T11" fmla="*/ 415584 h 1338"/>
                <a:gd name="T12" fmla="*/ 240313 w 759"/>
                <a:gd name="T13" fmla="*/ 480653 h 1338"/>
                <a:gd name="T14" fmla="*/ 32377 w 759"/>
                <a:gd name="T15" fmla="*/ 480653 h 1338"/>
                <a:gd name="T16" fmla="*/ 32377 w 759"/>
                <a:gd name="T17" fmla="*/ 480653 h 1338"/>
                <a:gd name="T18" fmla="*/ 0 w 759"/>
                <a:gd name="T19" fmla="*/ 448298 h 1338"/>
                <a:gd name="T20" fmla="*/ 0 w 759"/>
                <a:gd name="T21" fmla="*/ 240507 h 1338"/>
                <a:gd name="T22" fmla="*/ 0 w 759"/>
                <a:gd name="T23" fmla="*/ 240507 h 1338"/>
                <a:gd name="T24" fmla="*/ 240313 w 759"/>
                <a:gd name="T25" fmla="*/ 0 h 1338"/>
                <a:gd name="T26" fmla="*/ 240313 w 759"/>
                <a:gd name="T27" fmla="*/ 0 h 1338"/>
                <a:gd name="T28" fmla="*/ 272690 w 759"/>
                <a:gd name="T29" fmla="*/ 32715 h 1338"/>
                <a:gd name="T30" fmla="*/ 272690 w 759"/>
                <a:gd name="T31" fmla="*/ 448298 h 1338"/>
                <a:gd name="T32" fmla="*/ 272690 w 759"/>
                <a:gd name="T33" fmla="*/ 448298 h 1338"/>
                <a:gd name="T34" fmla="*/ 240313 w 759"/>
                <a:gd name="T35" fmla="*/ 480653 h 13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59" h="1338">
                  <a:moveTo>
                    <a:pt x="181" y="1156"/>
                  </a:moveTo>
                  <a:lnTo>
                    <a:pt x="578" y="1156"/>
                  </a:lnTo>
                  <a:lnTo>
                    <a:pt x="578" y="190"/>
                  </a:lnTo>
                  <a:cubicBezTo>
                    <a:pt x="352" y="232"/>
                    <a:pt x="181" y="431"/>
                    <a:pt x="181" y="669"/>
                  </a:cubicBezTo>
                  <a:lnTo>
                    <a:pt x="181" y="1156"/>
                  </a:lnTo>
                  <a:close/>
                  <a:moveTo>
                    <a:pt x="668" y="1337"/>
                  </a:moveTo>
                  <a:lnTo>
                    <a:pt x="90" y="1337"/>
                  </a:lnTo>
                  <a:cubicBezTo>
                    <a:pt x="40" y="1337"/>
                    <a:pt x="0" y="1297"/>
                    <a:pt x="0" y="1247"/>
                  </a:cubicBezTo>
                  <a:lnTo>
                    <a:pt x="0" y="669"/>
                  </a:lnTo>
                  <a:cubicBezTo>
                    <a:pt x="0" y="300"/>
                    <a:pt x="300" y="0"/>
                    <a:pt x="668" y="0"/>
                  </a:cubicBezTo>
                  <a:cubicBezTo>
                    <a:pt x="717" y="0"/>
                    <a:pt x="758" y="41"/>
                    <a:pt x="758" y="91"/>
                  </a:cubicBezTo>
                  <a:lnTo>
                    <a:pt x="758" y="1247"/>
                  </a:lnTo>
                  <a:cubicBezTo>
                    <a:pt x="758" y="1297"/>
                    <a:pt x="717" y="1337"/>
                    <a:pt x="668" y="13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0" name="Freeform 38">
              <a:extLst>
                <a:ext uri="{FF2B5EF4-FFF2-40B4-BE49-F238E27FC236}">
                  <a16:creationId xmlns:a16="http://schemas.microsoft.com/office/drawing/2014/main" id="{8B7096A2-3CCD-4EE2-9E82-223C9FD05BC1}"/>
                </a:ext>
              </a:extLst>
            </p:cNvPr>
            <p:cNvSpPr>
              <a:spLocks noChangeArrowheads="1"/>
            </p:cNvSpPr>
            <p:nvPr/>
          </p:nvSpPr>
          <p:spPr bwMode="auto">
            <a:xfrm>
              <a:off x="4991100" y="2716213"/>
              <a:ext cx="287338" cy="500062"/>
            </a:xfrm>
            <a:custGeom>
              <a:avLst/>
              <a:gdLst>
                <a:gd name="T0" fmla="*/ 254530 w 797"/>
                <a:gd name="T1" fmla="*/ 499702 h 1390"/>
                <a:gd name="T2" fmla="*/ 32087 w 797"/>
                <a:gd name="T3" fmla="*/ 499702 h 1390"/>
                <a:gd name="T4" fmla="*/ 32087 w 797"/>
                <a:gd name="T5" fmla="*/ 499702 h 1390"/>
                <a:gd name="T6" fmla="*/ 0 w 797"/>
                <a:gd name="T7" fmla="*/ 466964 h 1390"/>
                <a:gd name="T8" fmla="*/ 0 w 797"/>
                <a:gd name="T9" fmla="*/ 466964 h 1390"/>
                <a:gd name="T10" fmla="*/ 32087 w 797"/>
                <a:gd name="T11" fmla="*/ 434586 h 1390"/>
                <a:gd name="T12" fmla="*/ 221723 w 797"/>
                <a:gd name="T13" fmla="*/ 434586 h 1390"/>
                <a:gd name="T14" fmla="*/ 221723 w 797"/>
                <a:gd name="T15" fmla="*/ 64756 h 1390"/>
                <a:gd name="T16" fmla="*/ 32087 w 797"/>
                <a:gd name="T17" fmla="*/ 64756 h 1390"/>
                <a:gd name="T18" fmla="*/ 32087 w 797"/>
                <a:gd name="T19" fmla="*/ 64756 h 1390"/>
                <a:gd name="T20" fmla="*/ 0 w 797"/>
                <a:gd name="T21" fmla="*/ 32378 h 1390"/>
                <a:gd name="T22" fmla="*/ 0 w 797"/>
                <a:gd name="T23" fmla="*/ 32378 h 1390"/>
                <a:gd name="T24" fmla="*/ 32087 w 797"/>
                <a:gd name="T25" fmla="*/ 0 h 1390"/>
                <a:gd name="T26" fmla="*/ 254530 w 797"/>
                <a:gd name="T27" fmla="*/ 0 h 1390"/>
                <a:gd name="T28" fmla="*/ 254530 w 797"/>
                <a:gd name="T29" fmla="*/ 0 h 1390"/>
                <a:gd name="T30" fmla="*/ 286977 w 797"/>
                <a:gd name="T31" fmla="*/ 32378 h 1390"/>
                <a:gd name="T32" fmla="*/ 286977 w 797"/>
                <a:gd name="T33" fmla="*/ 466964 h 1390"/>
                <a:gd name="T34" fmla="*/ 286977 w 797"/>
                <a:gd name="T35" fmla="*/ 466964 h 1390"/>
                <a:gd name="T36" fmla="*/ 254530 w 797"/>
                <a:gd name="T37" fmla="*/ 499702 h 13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97" h="1390">
                  <a:moveTo>
                    <a:pt x="706" y="1389"/>
                  </a:moveTo>
                  <a:lnTo>
                    <a:pt x="89" y="1389"/>
                  </a:lnTo>
                  <a:cubicBezTo>
                    <a:pt x="40" y="1389"/>
                    <a:pt x="0" y="1348"/>
                    <a:pt x="0" y="1298"/>
                  </a:cubicBezTo>
                  <a:cubicBezTo>
                    <a:pt x="0" y="1248"/>
                    <a:pt x="40" y="1208"/>
                    <a:pt x="89" y="1208"/>
                  </a:cubicBezTo>
                  <a:lnTo>
                    <a:pt x="615" y="1208"/>
                  </a:lnTo>
                  <a:lnTo>
                    <a:pt x="615" y="180"/>
                  </a:lnTo>
                  <a:lnTo>
                    <a:pt x="89" y="180"/>
                  </a:lnTo>
                  <a:cubicBezTo>
                    <a:pt x="40" y="180"/>
                    <a:pt x="0" y="140"/>
                    <a:pt x="0" y="90"/>
                  </a:cubicBezTo>
                  <a:cubicBezTo>
                    <a:pt x="0" y="40"/>
                    <a:pt x="40" y="0"/>
                    <a:pt x="89" y="0"/>
                  </a:cubicBezTo>
                  <a:lnTo>
                    <a:pt x="706" y="0"/>
                  </a:lnTo>
                  <a:cubicBezTo>
                    <a:pt x="756" y="0"/>
                    <a:pt x="796" y="40"/>
                    <a:pt x="796" y="90"/>
                  </a:cubicBezTo>
                  <a:lnTo>
                    <a:pt x="796" y="1298"/>
                  </a:lnTo>
                  <a:cubicBezTo>
                    <a:pt x="796" y="1348"/>
                    <a:pt x="756" y="1389"/>
                    <a:pt x="706" y="1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1" name="Freeform 39">
              <a:extLst>
                <a:ext uri="{FF2B5EF4-FFF2-40B4-BE49-F238E27FC236}">
                  <a16:creationId xmlns:a16="http://schemas.microsoft.com/office/drawing/2014/main" id="{66455FB2-045F-4AA9-A6F5-7764EA2770AD}"/>
                </a:ext>
              </a:extLst>
            </p:cNvPr>
            <p:cNvSpPr>
              <a:spLocks noChangeArrowheads="1"/>
            </p:cNvSpPr>
            <p:nvPr/>
          </p:nvSpPr>
          <p:spPr bwMode="auto">
            <a:xfrm>
              <a:off x="4678363" y="2614613"/>
              <a:ext cx="153987" cy="153987"/>
            </a:xfrm>
            <a:custGeom>
              <a:avLst/>
              <a:gdLst>
                <a:gd name="T0" fmla="*/ 153628 w 429"/>
                <a:gd name="T1" fmla="*/ 76994 h 428"/>
                <a:gd name="T2" fmla="*/ 153628 w 429"/>
                <a:gd name="T3" fmla="*/ 76994 h 428"/>
                <a:gd name="T4" fmla="*/ 76814 w 429"/>
                <a:gd name="T5" fmla="*/ 153627 h 428"/>
                <a:gd name="T6" fmla="*/ 76814 w 429"/>
                <a:gd name="T7" fmla="*/ 153627 h 428"/>
                <a:gd name="T8" fmla="*/ 0 w 429"/>
                <a:gd name="T9" fmla="*/ 76994 h 428"/>
                <a:gd name="T10" fmla="*/ 0 w 429"/>
                <a:gd name="T11" fmla="*/ 76994 h 428"/>
                <a:gd name="T12" fmla="*/ 76814 w 429"/>
                <a:gd name="T13" fmla="*/ 0 h 428"/>
                <a:gd name="T14" fmla="*/ 76814 w 429"/>
                <a:gd name="T15" fmla="*/ 0 h 428"/>
                <a:gd name="T16" fmla="*/ 153628 w 429"/>
                <a:gd name="T17" fmla="*/ 76994 h 4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9" h="428">
                  <a:moveTo>
                    <a:pt x="428" y="214"/>
                  </a:moveTo>
                  <a:lnTo>
                    <a:pt x="428" y="214"/>
                  </a:lnTo>
                  <a:cubicBezTo>
                    <a:pt x="428" y="332"/>
                    <a:pt x="332" y="427"/>
                    <a:pt x="214" y="427"/>
                  </a:cubicBezTo>
                  <a:cubicBezTo>
                    <a:pt x="96" y="427"/>
                    <a:pt x="0" y="332"/>
                    <a:pt x="0" y="214"/>
                  </a:cubicBezTo>
                  <a:cubicBezTo>
                    <a:pt x="0" y="96"/>
                    <a:pt x="96" y="0"/>
                    <a:pt x="214" y="0"/>
                  </a:cubicBezTo>
                  <a:cubicBezTo>
                    <a:pt x="332" y="0"/>
                    <a:pt x="428" y="96"/>
                    <a:pt x="428" y="2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2" name="Freeform 40">
              <a:extLst>
                <a:ext uri="{FF2B5EF4-FFF2-40B4-BE49-F238E27FC236}">
                  <a16:creationId xmlns:a16="http://schemas.microsoft.com/office/drawing/2014/main" id="{0588DAD5-5CA6-45FB-96F7-940E1F4798A2}"/>
                </a:ext>
              </a:extLst>
            </p:cNvPr>
            <p:cNvSpPr>
              <a:spLocks noChangeArrowheads="1"/>
            </p:cNvSpPr>
            <p:nvPr/>
          </p:nvSpPr>
          <p:spPr bwMode="auto">
            <a:xfrm>
              <a:off x="3838575" y="3552825"/>
              <a:ext cx="355600" cy="336550"/>
            </a:xfrm>
            <a:custGeom>
              <a:avLst/>
              <a:gdLst>
                <a:gd name="T0" fmla="*/ 322847 w 988"/>
                <a:gd name="T1" fmla="*/ 336190 h 936"/>
                <a:gd name="T2" fmla="*/ 32393 w 988"/>
                <a:gd name="T3" fmla="*/ 336190 h 936"/>
                <a:gd name="T4" fmla="*/ 32393 w 988"/>
                <a:gd name="T5" fmla="*/ 336190 h 936"/>
                <a:gd name="T6" fmla="*/ 0 w 988"/>
                <a:gd name="T7" fmla="*/ 303830 h 936"/>
                <a:gd name="T8" fmla="*/ 0 w 988"/>
                <a:gd name="T9" fmla="*/ 32720 h 936"/>
                <a:gd name="T10" fmla="*/ 0 w 988"/>
                <a:gd name="T11" fmla="*/ 32720 h 936"/>
                <a:gd name="T12" fmla="*/ 32393 w 988"/>
                <a:gd name="T13" fmla="*/ 0 h 936"/>
                <a:gd name="T14" fmla="*/ 32393 w 988"/>
                <a:gd name="T15" fmla="*/ 0 h 936"/>
                <a:gd name="T16" fmla="*/ 65145 w 988"/>
                <a:gd name="T17" fmla="*/ 32720 h 936"/>
                <a:gd name="T18" fmla="*/ 65145 w 988"/>
                <a:gd name="T19" fmla="*/ 271469 h 936"/>
                <a:gd name="T20" fmla="*/ 290095 w 988"/>
                <a:gd name="T21" fmla="*/ 271469 h 936"/>
                <a:gd name="T22" fmla="*/ 290095 w 988"/>
                <a:gd name="T23" fmla="*/ 154612 h 936"/>
                <a:gd name="T24" fmla="*/ 290095 w 988"/>
                <a:gd name="T25" fmla="*/ 154612 h 936"/>
                <a:gd name="T26" fmla="*/ 322847 w 988"/>
                <a:gd name="T27" fmla="*/ 121892 h 936"/>
                <a:gd name="T28" fmla="*/ 322847 w 988"/>
                <a:gd name="T29" fmla="*/ 121892 h 936"/>
                <a:gd name="T30" fmla="*/ 355240 w 988"/>
                <a:gd name="T31" fmla="*/ 154612 h 936"/>
                <a:gd name="T32" fmla="*/ 355240 w 988"/>
                <a:gd name="T33" fmla="*/ 303830 h 936"/>
                <a:gd name="T34" fmla="*/ 355240 w 988"/>
                <a:gd name="T35" fmla="*/ 303830 h 936"/>
                <a:gd name="T36" fmla="*/ 322847 w 988"/>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8" h="936">
                  <a:moveTo>
                    <a:pt x="897" y="935"/>
                  </a:moveTo>
                  <a:lnTo>
                    <a:pt x="90" y="935"/>
                  </a:lnTo>
                  <a:cubicBezTo>
                    <a:pt x="41" y="935"/>
                    <a:pt x="0" y="894"/>
                    <a:pt x="0" y="845"/>
                  </a:cubicBezTo>
                  <a:lnTo>
                    <a:pt x="0" y="91"/>
                  </a:lnTo>
                  <a:cubicBezTo>
                    <a:pt x="0" y="41"/>
                    <a:pt x="41" y="0"/>
                    <a:pt x="90" y="0"/>
                  </a:cubicBezTo>
                  <a:cubicBezTo>
                    <a:pt x="140" y="0"/>
                    <a:pt x="181" y="41"/>
                    <a:pt x="181" y="91"/>
                  </a:cubicBezTo>
                  <a:lnTo>
                    <a:pt x="181" y="755"/>
                  </a:lnTo>
                  <a:lnTo>
                    <a:pt x="806" y="755"/>
                  </a:lnTo>
                  <a:lnTo>
                    <a:pt x="806" y="430"/>
                  </a:lnTo>
                  <a:cubicBezTo>
                    <a:pt x="806" y="380"/>
                    <a:pt x="847" y="339"/>
                    <a:pt x="897" y="339"/>
                  </a:cubicBezTo>
                  <a:cubicBezTo>
                    <a:pt x="947" y="339"/>
                    <a:pt x="987" y="380"/>
                    <a:pt x="987" y="430"/>
                  </a:cubicBezTo>
                  <a:lnTo>
                    <a:pt x="987" y="845"/>
                  </a:lnTo>
                  <a:cubicBezTo>
                    <a:pt x="987" y="894"/>
                    <a:pt x="947" y="935"/>
                    <a:pt x="897"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3" name="Freeform 41">
              <a:extLst>
                <a:ext uri="{FF2B5EF4-FFF2-40B4-BE49-F238E27FC236}">
                  <a16:creationId xmlns:a16="http://schemas.microsoft.com/office/drawing/2014/main" id="{BBB7667C-ACA3-4976-BD1B-E572BAFBD860}"/>
                </a:ext>
              </a:extLst>
            </p:cNvPr>
            <p:cNvSpPr>
              <a:spLocks noChangeArrowheads="1"/>
            </p:cNvSpPr>
            <p:nvPr/>
          </p:nvSpPr>
          <p:spPr bwMode="auto">
            <a:xfrm>
              <a:off x="4408488" y="3552825"/>
              <a:ext cx="355600" cy="336550"/>
            </a:xfrm>
            <a:custGeom>
              <a:avLst/>
              <a:gdLst>
                <a:gd name="T0" fmla="*/ 322814 w 987"/>
                <a:gd name="T1" fmla="*/ 336190 h 936"/>
                <a:gd name="T2" fmla="*/ 32426 w 987"/>
                <a:gd name="T3" fmla="*/ 336190 h 936"/>
                <a:gd name="T4" fmla="*/ 32426 w 987"/>
                <a:gd name="T5" fmla="*/ 336190 h 936"/>
                <a:gd name="T6" fmla="*/ 0 w 987"/>
                <a:gd name="T7" fmla="*/ 303830 h 936"/>
                <a:gd name="T8" fmla="*/ 0 w 987"/>
                <a:gd name="T9" fmla="*/ 154612 h 936"/>
                <a:gd name="T10" fmla="*/ 0 w 987"/>
                <a:gd name="T11" fmla="*/ 154612 h 936"/>
                <a:gd name="T12" fmla="*/ 32426 w 987"/>
                <a:gd name="T13" fmla="*/ 121892 h 936"/>
                <a:gd name="T14" fmla="*/ 32426 w 987"/>
                <a:gd name="T15" fmla="*/ 121892 h 936"/>
                <a:gd name="T16" fmla="*/ 65211 w 987"/>
                <a:gd name="T17" fmla="*/ 154612 h 936"/>
                <a:gd name="T18" fmla="*/ 65211 w 987"/>
                <a:gd name="T19" fmla="*/ 271469 h 936"/>
                <a:gd name="T20" fmla="*/ 290028 w 987"/>
                <a:gd name="T21" fmla="*/ 271469 h 936"/>
                <a:gd name="T22" fmla="*/ 290028 w 987"/>
                <a:gd name="T23" fmla="*/ 32720 h 936"/>
                <a:gd name="T24" fmla="*/ 290028 w 987"/>
                <a:gd name="T25" fmla="*/ 32720 h 936"/>
                <a:gd name="T26" fmla="*/ 322814 w 987"/>
                <a:gd name="T27" fmla="*/ 0 h 936"/>
                <a:gd name="T28" fmla="*/ 322814 w 987"/>
                <a:gd name="T29" fmla="*/ 0 h 936"/>
                <a:gd name="T30" fmla="*/ 355240 w 987"/>
                <a:gd name="T31" fmla="*/ 32720 h 936"/>
                <a:gd name="T32" fmla="*/ 355240 w 987"/>
                <a:gd name="T33" fmla="*/ 303830 h 936"/>
                <a:gd name="T34" fmla="*/ 355240 w 987"/>
                <a:gd name="T35" fmla="*/ 303830 h 936"/>
                <a:gd name="T36" fmla="*/ 322814 w 987"/>
                <a:gd name="T37" fmla="*/ 336190 h 9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87" h="936">
                  <a:moveTo>
                    <a:pt x="896" y="935"/>
                  </a:moveTo>
                  <a:lnTo>
                    <a:pt x="90" y="935"/>
                  </a:lnTo>
                  <a:cubicBezTo>
                    <a:pt x="40" y="935"/>
                    <a:pt x="0" y="894"/>
                    <a:pt x="0" y="845"/>
                  </a:cubicBezTo>
                  <a:lnTo>
                    <a:pt x="0" y="430"/>
                  </a:lnTo>
                  <a:cubicBezTo>
                    <a:pt x="0" y="380"/>
                    <a:pt x="40" y="339"/>
                    <a:pt x="90" y="339"/>
                  </a:cubicBezTo>
                  <a:cubicBezTo>
                    <a:pt x="140" y="339"/>
                    <a:pt x="181" y="380"/>
                    <a:pt x="181" y="430"/>
                  </a:cubicBezTo>
                  <a:lnTo>
                    <a:pt x="181" y="755"/>
                  </a:lnTo>
                  <a:lnTo>
                    <a:pt x="805" y="755"/>
                  </a:lnTo>
                  <a:lnTo>
                    <a:pt x="805" y="91"/>
                  </a:lnTo>
                  <a:cubicBezTo>
                    <a:pt x="805" y="41"/>
                    <a:pt x="846" y="0"/>
                    <a:pt x="896" y="0"/>
                  </a:cubicBezTo>
                  <a:cubicBezTo>
                    <a:pt x="946" y="0"/>
                    <a:pt x="986" y="41"/>
                    <a:pt x="986" y="91"/>
                  </a:cubicBezTo>
                  <a:lnTo>
                    <a:pt x="986" y="845"/>
                  </a:lnTo>
                  <a:cubicBezTo>
                    <a:pt x="986" y="894"/>
                    <a:pt x="946" y="935"/>
                    <a:pt x="896" y="9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4" name="Freeform 42">
              <a:extLst>
                <a:ext uri="{FF2B5EF4-FFF2-40B4-BE49-F238E27FC236}">
                  <a16:creationId xmlns:a16="http://schemas.microsoft.com/office/drawing/2014/main" id="{847BD6FC-9C3B-4FA5-9E0B-9826DC53A057}"/>
                </a:ext>
              </a:extLst>
            </p:cNvPr>
            <p:cNvSpPr>
              <a:spLocks noChangeArrowheads="1"/>
            </p:cNvSpPr>
            <p:nvPr/>
          </p:nvSpPr>
          <p:spPr bwMode="auto">
            <a:xfrm>
              <a:off x="3332163" y="2924175"/>
              <a:ext cx="236537" cy="65088"/>
            </a:xfrm>
            <a:custGeom>
              <a:avLst/>
              <a:gdLst>
                <a:gd name="T0" fmla="*/ 203775 w 657"/>
                <a:gd name="T1" fmla="*/ 64730 h 182"/>
                <a:gd name="T2" fmla="*/ 32402 w 657"/>
                <a:gd name="T3" fmla="*/ 64730 h 182"/>
                <a:gd name="T4" fmla="*/ 32402 w 657"/>
                <a:gd name="T5" fmla="*/ 64730 h 182"/>
                <a:gd name="T6" fmla="*/ 0 w 657"/>
                <a:gd name="T7" fmla="*/ 32544 h 182"/>
                <a:gd name="T8" fmla="*/ 0 w 657"/>
                <a:gd name="T9" fmla="*/ 32544 h 182"/>
                <a:gd name="T10" fmla="*/ 32402 w 657"/>
                <a:gd name="T11" fmla="*/ 0 h 182"/>
                <a:gd name="T12" fmla="*/ 203775 w 657"/>
                <a:gd name="T13" fmla="*/ 0 h 182"/>
                <a:gd name="T14" fmla="*/ 203775 w 657"/>
                <a:gd name="T15" fmla="*/ 0 h 182"/>
                <a:gd name="T16" fmla="*/ 236177 w 657"/>
                <a:gd name="T17" fmla="*/ 32544 h 182"/>
                <a:gd name="T18" fmla="*/ 236177 w 657"/>
                <a:gd name="T19" fmla="*/ 32544 h 182"/>
                <a:gd name="T20" fmla="*/ 203775 w 657"/>
                <a:gd name="T21" fmla="*/ 64730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7" h="182">
                  <a:moveTo>
                    <a:pt x="566" y="181"/>
                  </a:moveTo>
                  <a:lnTo>
                    <a:pt x="90" y="181"/>
                  </a:lnTo>
                  <a:cubicBezTo>
                    <a:pt x="40" y="181"/>
                    <a:pt x="0" y="141"/>
                    <a:pt x="0" y="91"/>
                  </a:cubicBezTo>
                  <a:cubicBezTo>
                    <a:pt x="0" y="41"/>
                    <a:pt x="40" y="0"/>
                    <a:pt x="90" y="0"/>
                  </a:cubicBezTo>
                  <a:lnTo>
                    <a:pt x="566" y="0"/>
                  </a:lnTo>
                  <a:cubicBezTo>
                    <a:pt x="616" y="0"/>
                    <a:pt x="656" y="41"/>
                    <a:pt x="656" y="91"/>
                  </a:cubicBezTo>
                  <a:cubicBezTo>
                    <a:pt x="656" y="141"/>
                    <a:pt x="616" y="181"/>
                    <a:pt x="566" y="18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105" name="Freeform 44">
              <a:extLst>
                <a:ext uri="{FF2B5EF4-FFF2-40B4-BE49-F238E27FC236}">
                  <a16:creationId xmlns:a16="http://schemas.microsoft.com/office/drawing/2014/main" id="{9DB9F75C-B0B6-45C4-A826-3A4880B7D68C}"/>
                </a:ext>
              </a:extLst>
            </p:cNvPr>
            <p:cNvSpPr>
              <a:spLocks noChangeArrowheads="1"/>
            </p:cNvSpPr>
            <p:nvPr/>
          </p:nvSpPr>
          <p:spPr bwMode="auto">
            <a:xfrm>
              <a:off x="3503613" y="2165350"/>
              <a:ext cx="1581150" cy="1581150"/>
            </a:xfrm>
            <a:custGeom>
              <a:avLst/>
              <a:gdLst>
                <a:gd name="T0" fmla="*/ 790395 w 4393"/>
                <a:gd name="T1" fmla="*/ 1580790 h 4394"/>
                <a:gd name="T2" fmla="*/ 790395 w 4393"/>
                <a:gd name="T3" fmla="*/ 1580790 h 4394"/>
                <a:gd name="T4" fmla="*/ 0 w 4393"/>
                <a:gd name="T5" fmla="*/ 790575 h 4394"/>
                <a:gd name="T6" fmla="*/ 0 w 4393"/>
                <a:gd name="T7" fmla="*/ 790575 h 4394"/>
                <a:gd name="T8" fmla="*/ 790395 w 4393"/>
                <a:gd name="T9" fmla="*/ 0 h 4394"/>
                <a:gd name="T10" fmla="*/ 790395 w 4393"/>
                <a:gd name="T11" fmla="*/ 0 h 4394"/>
                <a:gd name="T12" fmla="*/ 965678 w 4393"/>
                <a:gd name="T13" fmla="*/ 19432 h 4394"/>
                <a:gd name="T14" fmla="*/ 965678 w 4393"/>
                <a:gd name="T15" fmla="*/ 19432 h 4394"/>
                <a:gd name="T16" fmla="*/ 990513 w 4393"/>
                <a:gd name="T17" fmla="*/ 58295 h 4394"/>
                <a:gd name="T18" fmla="*/ 990513 w 4393"/>
                <a:gd name="T19" fmla="*/ 58295 h 4394"/>
                <a:gd name="T20" fmla="*/ 951281 w 4393"/>
                <a:gd name="T21" fmla="*/ 82764 h 4394"/>
                <a:gd name="T22" fmla="*/ 951281 w 4393"/>
                <a:gd name="T23" fmla="*/ 82764 h 4394"/>
                <a:gd name="T24" fmla="*/ 790395 w 4393"/>
                <a:gd name="T25" fmla="*/ 65132 h 4394"/>
                <a:gd name="T26" fmla="*/ 790395 w 4393"/>
                <a:gd name="T27" fmla="*/ 65132 h 4394"/>
                <a:gd name="T28" fmla="*/ 65146 w 4393"/>
                <a:gd name="T29" fmla="*/ 790575 h 4394"/>
                <a:gd name="T30" fmla="*/ 65146 w 4393"/>
                <a:gd name="T31" fmla="*/ 790575 h 4394"/>
                <a:gd name="T32" fmla="*/ 790395 w 4393"/>
                <a:gd name="T33" fmla="*/ 1515659 h 4394"/>
                <a:gd name="T34" fmla="*/ 790395 w 4393"/>
                <a:gd name="T35" fmla="*/ 1515659 h 4394"/>
                <a:gd name="T36" fmla="*/ 1515644 w 4393"/>
                <a:gd name="T37" fmla="*/ 790575 h 4394"/>
                <a:gd name="T38" fmla="*/ 1515644 w 4393"/>
                <a:gd name="T39" fmla="*/ 790575 h 4394"/>
                <a:gd name="T40" fmla="*/ 1133403 w 4393"/>
                <a:gd name="T41" fmla="*/ 150774 h 4394"/>
                <a:gd name="T42" fmla="*/ 1133403 w 4393"/>
                <a:gd name="T43" fmla="*/ 150774 h 4394"/>
                <a:gd name="T44" fmla="*/ 1120086 w 4393"/>
                <a:gd name="T45" fmla="*/ 106873 h 4394"/>
                <a:gd name="T46" fmla="*/ 1120086 w 4393"/>
                <a:gd name="T47" fmla="*/ 106873 h 4394"/>
                <a:gd name="T48" fmla="*/ 1163637 w 4393"/>
                <a:gd name="T49" fmla="*/ 93559 h 4394"/>
                <a:gd name="T50" fmla="*/ 1163637 w 4393"/>
                <a:gd name="T51" fmla="*/ 93559 h 4394"/>
                <a:gd name="T52" fmla="*/ 1580790 w 4393"/>
                <a:gd name="T53" fmla="*/ 790575 h 4394"/>
                <a:gd name="T54" fmla="*/ 1580790 w 4393"/>
                <a:gd name="T55" fmla="*/ 790575 h 4394"/>
                <a:gd name="T56" fmla="*/ 790395 w 4393"/>
                <a:gd name="T57" fmla="*/ 1580790 h 439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93" h="4394">
                  <a:moveTo>
                    <a:pt x="2196" y="4393"/>
                  </a:moveTo>
                  <a:lnTo>
                    <a:pt x="2196" y="4393"/>
                  </a:lnTo>
                  <a:cubicBezTo>
                    <a:pt x="985" y="4393"/>
                    <a:pt x="0" y="3408"/>
                    <a:pt x="0" y="2197"/>
                  </a:cubicBezTo>
                  <a:cubicBezTo>
                    <a:pt x="0" y="985"/>
                    <a:pt x="985" y="0"/>
                    <a:pt x="2196" y="0"/>
                  </a:cubicBezTo>
                  <a:cubicBezTo>
                    <a:pt x="2361" y="0"/>
                    <a:pt x="2525" y="18"/>
                    <a:pt x="2683" y="54"/>
                  </a:cubicBezTo>
                  <a:cubicBezTo>
                    <a:pt x="2732" y="65"/>
                    <a:pt x="2763" y="113"/>
                    <a:pt x="2752" y="162"/>
                  </a:cubicBezTo>
                  <a:cubicBezTo>
                    <a:pt x="2740" y="211"/>
                    <a:pt x="2692" y="241"/>
                    <a:pt x="2643" y="230"/>
                  </a:cubicBezTo>
                  <a:cubicBezTo>
                    <a:pt x="2498" y="197"/>
                    <a:pt x="2347" y="181"/>
                    <a:pt x="2196" y="181"/>
                  </a:cubicBezTo>
                  <a:cubicBezTo>
                    <a:pt x="1085" y="181"/>
                    <a:pt x="181" y="1085"/>
                    <a:pt x="181" y="2197"/>
                  </a:cubicBezTo>
                  <a:cubicBezTo>
                    <a:pt x="181" y="3308"/>
                    <a:pt x="1085" y="4212"/>
                    <a:pt x="2196" y="4212"/>
                  </a:cubicBezTo>
                  <a:cubicBezTo>
                    <a:pt x="3307" y="4212"/>
                    <a:pt x="4211" y="3308"/>
                    <a:pt x="4211" y="2197"/>
                  </a:cubicBezTo>
                  <a:cubicBezTo>
                    <a:pt x="4211" y="1452"/>
                    <a:pt x="3804" y="772"/>
                    <a:pt x="3149" y="419"/>
                  </a:cubicBezTo>
                  <a:cubicBezTo>
                    <a:pt x="3105" y="396"/>
                    <a:pt x="3088" y="341"/>
                    <a:pt x="3112" y="297"/>
                  </a:cubicBezTo>
                  <a:cubicBezTo>
                    <a:pt x="3136" y="253"/>
                    <a:pt x="3190" y="236"/>
                    <a:pt x="3233" y="260"/>
                  </a:cubicBezTo>
                  <a:cubicBezTo>
                    <a:pt x="3948" y="644"/>
                    <a:pt x="4392" y="1386"/>
                    <a:pt x="4392" y="2197"/>
                  </a:cubicBezTo>
                  <a:cubicBezTo>
                    <a:pt x="4392" y="3408"/>
                    <a:pt x="3406" y="4393"/>
                    <a:pt x="2196" y="43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82" name="Group 81">
            <a:extLst>
              <a:ext uri="{FF2B5EF4-FFF2-40B4-BE49-F238E27FC236}">
                <a16:creationId xmlns:a16="http://schemas.microsoft.com/office/drawing/2014/main" id="{A8B5A34A-D863-4F37-9772-88668BAA6FE6}"/>
              </a:ext>
            </a:extLst>
          </p:cNvPr>
          <p:cNvGrpSpPr>
            <a:grpSpLocks/>
          </p:cNvGrpSpPr>
          <p:nvPr/>
        </p:nvGrpSpPr>
        <p:grpSpPr bwMode="auto">
          <a:xfrm>
            <a:off x="4090396" y="2564683"/>
            <a:ext cx="1525024" cy="767977"/>
            <a:chOff x="5826125" y="2760663"/>
            <a:chExt cx="1771650" cy="892175"/>
          </a:xfrm>
          <a:solidFill>
            <a:schemeClr val="accent5"/>
          </a:solidFill>
        </p:grpSpPr>
        <p:sp>
          <p:nvSpPr>
            <p:cNvPr id="93" name="Freeform 45">
              <a:extLst>
                <a:ext uri="{FF2B5EF4-FFF2-40B4-BE49-F238E27FC236}">
                  <a16:creationId xmlns:a16="http://schemas.microsoft.com/office/drawing/2014/main" id="{D2E4FF79-656E-4973-A147-E47E7837FEDF}"/>
                </a:ext>
              </a:extLst>
            </p:cNvPr>
            <p:cNvSpPr>
              <a:spLocks noChangeArrowheads="1"/>
            </p:cNvSpPr>
            <p:nvPr/>
          </p:nvSpPr>
          <p:spPr bwMode="auto">
            <a:xfrm>
              <a:off x="5826125" y="2760663"/>
              <a:ext cx="1771650" cy="892175"/>
            </a:xfrm>
            <a:custGeom>
              <a:avLst/>
              <a:gdLst>
                <a:gd name="T0" fmla="*/ 1706153 w 4923"/>
                <a:gd name="T1" fmla="*/ 891815 h 2477"/>
                <a:gd name="T2" fmla="*/ 647770 w 4923"/>
                <a:gd name="T3" fmla="*/ 891815 h 2477"/>
                <a:gd name="T4" fmla="*/ 647770 w 4923"/>
                <a:gd name="T5" fmla="*/ 891815 h 2477"/>
                <a:gd name="T6" fmla="*/ 615381 w 4923"/>
                <a:gd name="T7" fmla="*/ 859398 h 2477"/>
                <a:gd name="T8" fmla="*/ 615381 w 4923"/>
                <a:gd name="T9" fmla="*/ 859398 h 2477"/>
                <a:gd name="T10" fmla="*/ 647770 w 4923"/>
                <a:gd name="T11" fmla="*/ 826622 h 2477"/>
                <a:gd name="T12" fmla="*/ 1706153 w 4923"/>
                <a:gd name="T13" fmla="*/ 826622 h 2477"/>
                <a:gd name="T14" fmla="*/ 1706153 w 4923"/>
                <a:gd name="T15" fmla="*/ 65193 h 2477"/>
                <a:gd name="T16" fmla="*/ 65137 w 4923"/>
                <a:gd name="T17" fmla="*/ 65193 h 2477"/>
                <a:gd name="T18" fmla="*/ 65137 w 4923"/>
                <a:gd name="T19" fmla="*/ 497774 h 2477"/>
                <a:gd name="T20" fmla="*/ 65137 w 4923"/>
                <a:gd name="T21" fmla="*/ 497774 h 2477"/>
                <a:gd name="T22" fmla="*/ 32748 w 4923"/>
                <a:gd name="T23" fmla="*/ 530190 h 2477"/>
                <a:gd name="T24" fmla="*/ 32748 w 4923"/>
                <a:gd name="T25" fmla="*/ 530190 h 2477"/>
                <a:gd name="T26" fmla="*/ 0 w 4923"/>
                <a:gd name="T27" fmla="*/ 497774 h 2477"/>
                <a:gd name="T28" fmla="*/ 0 w 4923"/>
                <a:gd name="T29" fmla="*/ 65193 h 2477"/>
                <a:gd name="T30" fmla="*/ 0 w 4923"/>
                <a:gd name="T31" fmla="*/ 65193 h 2477"/>
                <a:gd name="T32" fmla="*/ 65137 w 4923"/>
                <a:gd name="T33" fmla="*/ 0 h 2477"/>
                <a:gd name="T34" fmla="*/ 1706153 w 4923"/>
                <a:gd name="T35" fmla="*/ 0 h 2477"/>
                <a:gd name="T36" fmla="*/ 1706153 w 4923"/>
                <a:gd name="T37" fmla="*/ 0 h 2477"/>
                <a:gd name="T38" fmla="*/ 1771290 w 4923"/>
                <a:gd name="T39" fmla="*/ 65193 h 2477"/>
                <a:gd name="T40" fmla="*/ 1771290 w 4923"/>
                <a:gd name="T41" fmla="*/ 826622 h 2477"/>
                <a:gd name="T42" fmla="*/ 1771290 w 4923"/>
                <a:gd name="T43" fmla="*/ 826622 h 2477"/>
                <a:gd name="T44" fmla="*/ 1706153 w 4923"/>
                <a:gd name="T45" fmla="*/ 891815 h 24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23" h="2477">
                  <a:moveTo>
                    <a:pt x="4741" y="2476"/>
                  </a:moveTo>
                  <a:lnTo>
                    <a:pt x="1800" y="2476"/>
                  </a:lnTo>
                  <a:cubicBezTo>
                    <a:pt x="1751" y="2476"/>
                    <a:pt x="1710" y="2436"/>
                    <a:pt x="1710" y="2386"/>
                  </a:cubicBezTo>
                  <a:cubicBezTo>
                    <a:pt x="1710" y="2336"/>
                    <a:pt x="1751" y="2295"/>
                    <a:pt x="1800" y="2295"/>
                  </a:cubicBezTo>
                  <a:lnTo>
                    <a:pt x="4741" y="2295"/>
                  </a:lnTo>
                  <a:lnTo>
                    <a:pt x="4741" y="181"/>
                  </a:lnTo>
                  <a:lnTo>
                    <a:pt x="181" y="181"/>
                  </a:lnTo>
                  <a:lnTo>
                    <a:pt x="181" y="1382"/>
                  </a:lnTo>
                  <a:cubicBezTo>
                    <a:pt x="181" y="1432"/>
                    <a:pt x="141" y="1472"/>
                    <a:pt x="91" y="1472"/>
                  </a:cubicBezTo>
                  <a:cubicBezTo>
                    <a:pt x="41" y="1472"/>
                    <a:pt x="0" y="1432"/>
                    <a:pt x="0" y="1382"/>
                  </a:cubicBezTo>
                  <a:lnTo>
                    <a:pt x="0" y="181"/>
                  </a:lnTo>
                  <a:cubicBezTo>
                    <a:pt x="0" y="82"/>
                    <a:pt x="81" y="0"/>
                    <a:pt x="181" y="0"/>
                  </a:cubicBezTo>
                  <a:lnTo>
                    <a:pt x="4741" y="0"/>
                  </a:lnTo>
                  <a:cubicBezTo>
                    <a:pt x="4841" y="0"/>
                    <a:pt x="4922" y="82"/>
                    <a:pt x="4922" y="181"/>
                  </a:cubicBezTo>
                  <a:lnTo>
                    <a:pt x="4922" y="2295"/>
                  </a:lnTo>
                  <a:cubicBezTo>
                    <a:pt x="4922" y="2395"/>
                    <a:pt x="4841" y="2476"/>
                    <a:pt x="4741" y="247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4" name="Freeform 46">
              <a:extLst>
                <a:ext uri="{FF2B5EF4-FFF2-40B4-BE49-F238E27FC236}">
                  <a16:creationId xmlns:a16="http://schemas.microsoft.com/office/drawing/2014/main" id="{77533903-C4DC-4C06-9665-00A6DF3A6F54}"/>
                </a:ext>
              </a:extLst>
            </p:cNvPr>
            <p:cNvSpPr>
              <a:spLocks noChangeArrowheads="1"/>
            </p:cNvSpPr>
            <p:nvPr/>
          </p:nvSpPr>
          <p:spPr bwMode="auto">
            <a:xfrm>
              <a:off x="6097588" y="2955925"/>
              <a:ext cx="923925" cy="85725"/>
            </a:xfrm>
            <a:custGeom>
              <a:avLst/>
              <a:gdLst>
                <a:gd name="T0" fmla="*/ 923565 w 2565"/>
                <a:gd name="T1" fmla="*/ 69156 h 238"/>
                <a:gd name="T2" fmla="*/ 923565 w 2565"/>
                <a:gd name="T3" fmla="*/ 69156 h 238"/>
                <a:gd name="T4" fmla="*/ 907356 w 2565"/>
                <a:gd name="T5" fmla="*/ 85365 h 238"/>
                <a:gd name="T6" fmla="*/ 16209 w 2565"/>
                <a:gd name="T7" fmla="*/ 85365 h 238"/>
                <a:gd name="T8" fmla="*/ 16209 w 2565"/>
                <a:gd name="T9" fmla="*/ 85365 h 238"/>
                <a:gd name="T10" fmla="*/ 0 w 2565"/>
                <a:gd name="T11" fmla="*/ 69156 h 238"/>
                <a:gd name="T12" fmla="*/ 0 w 2565"/>
                <a:gd name="T13" fmla="*/ 16209 h 238"/>
                <a:gd name="T14" fmla="*/ 0 w 2565"/>
                <a:gd name="T15" fmla="*/ 16209 h 238"/>
                <a:gd name="T16" fmla="*/ 16209 w 2565"/>
                <a:gd name="T17" fmla="*/ 0 h 238"/>
                <a:gd name="T18" fmla="*/ 907356 w 2565"/>
                <a:gd name="T19" fmla="*/ 0 h 238"/>
                <a:gd name="T20" fmla="*/ 907356 w 2565"/>
                <a:gd name="T21" fmla="*/ 0 h 238"/>
                <a:gd name="T22" fmla="*/ 923565 w 2565"/>
                <a:gd name="T23" fmla="*/ 16209 h 238"/>
                <a:gd name="T24" fmla="*/ 923565 w 2565"/>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65" h="238">
                  <a:moveTo>
                    <a:pt x="2564" y="192"/>
                  </a:moveTo>
                  <a:lnTo>
                    <a:pt x="2564" y="192"/>
                  </a:lnTo>
                  <a:cubicBezTo>
                    <a:pt x="2564" y="216"/>
                    <a:pt x="2543" y="237"/>
                    <a:pt x="2519" y="237"/>
                  </a:cubicBezTo>
                  <a:lnTo>
                    <a:pt x="45" y="237"/>
                  </a:lnTo>
                  <a:cubicBezTo>
                    <a:pt x="21" y="237"/>
                    <a:pt x="0" y="216"/>
                    <a:pt x="0" y="192"/>
                  </a:cubicBezTo>
                  <a:lnTo>
                    <a:pt x="0" y="45"/>
                  </a:lnTo>
                  <a:cubicBezTo>
                    <a:pt x="0" y="21"/>
                    <a:pt x="21" y="0"/>
                    <a:pt x="45" y="0"/>
                  </a:cubicBezTo>
                  <a:lnTo>
                    <a:pt x="2519" y="0"/>
                  </a:lnTo>
                  <a:cubicBezTo>
                    <a:pt x="2543" y="0"/>
                    <a:pt x="2564" y="21"/>
                    <a:pt x="2564" y="45"/>
                  </a:cubicBezTo>
                  <a:lnTo>
                    <a:pt x="2564"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5" name="Freeform 47">
              <a:extLst>
                <a:ext uri="{FF2B5EF4-FFF2-40B4-BE49-F238E27FC236}">
                  <a16:creationId xmlns:a16="http://schemas.microsoft.com/office/drawing/2014/main" id="{0F9CA864-810F-4424-9CEE-6C04F68F2017}"/>
                </a:ext>
              </a:extLst>
            </p:cNvPr>
            <p:cNvSpPr>
              <a:spLocks noChangeArrowheads="1"/>
            </p:cNvSpPr>
            <p:nvPr/>
          </p:nvSpPr>
          <p:spPr bwMode="auto">
            <a:xfrm>
              <a:off x="7070725" y="2955925"/>
              <a:ext cx="257175" cy="85725"/>
            </a:xfrm>
            <a:custGeom>
              <a:avLst/>
              <a:gdLst>
                <a:gd name="T0" fmla="*/ 256815 w 714"/>
                <a:gd name="T1" fmla="*/ 69156 h 238"/>
                <a:gd name="T2" fmla="*/ 256815 w 714"/>
                <a:gd name="T3" fmla="*/ 69156 h 238"/>
                <a:gd name="T4" fmla="*/ 240606 w 714"/>
                <a:gd name="T5" fmla="*/ 85365 h 238"/>
                <a:gd name="T6" fmla="*/ 16209 w 714"/>
                <a:gd name="T7" fmla="*/ 85365 h 238"/>
                <a:gd name="T8" fmla="*/ 16209 w 714"/>
                <a:gd name="T9" fmla="*/ 85365 h 238"/>
                <a:gd name="T10" fmla="*/ 0 w 714"/>
                <a:gd name="T11" fmla="*/ 69156 h 238"/>
                <a:gd name="T12" fmla="*/ 0 w 714"/>
                <a:gd name="T13" fmla="*/ 16209 h 238"/>
                <a:gd name="T14" fmla="*/ 0 w 714"/>
                <a:gd name="T15" fmla="*/ 16209 h 238"/>
                <a:gd name="T16" fmla="*/ 16209 w 714"/>
                <a:gd name="T17" fmla="*/ 0 h 238"/>
                <a:gd name="T18" fmla="*/ 240606 w 714"/>
                <a:gd name="T19" fmla="*/ 0 h 238"/>
                <a:gd name="T20" fmla="*/ 240606 w 714"/>
                <a:gd name="T21" fmla="*/ 0 h 238"/>
                <a:gd name="T22" fmla="*/ 256815 w 714"/>
                <a:gd name="T23" fmla="*/ 16209 h 238"/>
                <a:gd name="T24" fmla="*/ 256815 w 714"/>
                <a:gd name="T25" fmla="*/ 69156 h 2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4" h="238">
                  <a:moveTo>
                    <a:pt x="713" y="192"/>
                  </a:moveTo>
                  <a:lnTo>
                    <a:pt x="713" y="192"/>
                  </a:lnTo>
                  <a:cubicBezTo>
                    <a:pt x="713" y="216"/>
                    <a:pt x="693" y="237"/>
                    <a:pt x="668" y="237"/>
                  </a:cubicBezTo>
                  <a:lnTo>
                    <a:pt x="45" y="237"/>
                  </a:lnTo>
                  <a:cubicBezTo>
                    <a:pt x="20" y="237"/>
                    <a:pt x="0" y="216"/>
                    <a:pt x="0" y="192"/>
                  </a:cubicBezTo>
                  <a:lnTo>
                    <a:pt x="0" y="45"/>
                  </a:lnTo>
                  <a:cubicBezTo>
                    <a:pt x="0" y="21"/>
                    <a:pt x="20" y="0"/>
                    <a:pt x="45" y="0"/>
                  </a:cubicBezTo>
                  <a:lnTo>
                    <a:pt x="668" y="0"/>
                  </a:lnTo>
                  <a:cubicBezTo>
                    <a:pt x="693" y="0"/>
                    <a:pt x="713" y="21"/>
                    <a:pt x="713" y="45"/>
                  </a:cubicBezTo>
                  <a:lnTo>
                    <a:pt x="713" y="1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6" name="Freeform 48">
              <a:extLst>
                <a:ext uri="{FF2B5EF4-FFF2-40B4-BE49-F238E27FC236}">
                  <a16:creationId xmlns:a16="http://schemas.microsoft.com/office/drawing/2014/main" id="{22AA3D4B-73F3-4CCB-B68F-F6E39EEE218B}"/>
                </a:ext>
              </a:extLst>
            </p:cNvPr>
            <p:cNvSpPr>
              <a:spLocks noChangeArrowheads="1"/>
            </p:cNvSpPr>
            <p:nvPr/>
          </p:nvSpPr>
          <p:spPr bwMode="auto">
            <a:xfrm>
              <a:off x="6108700" y="3217863"/>
              <a:ext cx="1219200" cy="34925"/>
            </a:xfrm>
            <a:custGeom>
              <a:avLst/>
              <a:gdLst>
                <a:gd name="T0" fmla="*/ 1218840 w 3388"/>
                <a:gd name="T1" fmla="*/ 18190 h 96"/>
                <a:gd name="T2" fmla="*/ 1218840 w 3388"/>
                <a:gd name="T3" fmla="*/ 18190 h 96"/>
                <a:gd name="T4" fmla="*/ 1202647 w 3388"/>
                <a:gd name="T5" fmla="*/ 34561 h 96"/>
                <a:gd name="T6" fmla="*/ 16194 w 3388"/>
                <a:gd name="T7" fmla="*/ 34561 h 96"/>
                <a:gd name="T8" fmla="*/ 16194 w 3388"/>
                <a:gd name="T9" fmla="*/ 34561 h 96"/>
                <a:gd name="T10" fmla="*/ 0 w 3388"/>
                <a:gd name="T11" fmla="*/ 18190 h 96"/>
                <a:gd name="T12" fmla="*/ 0 w 3388"/>
                <a:gd name="T13" fmla="*/ 16371 h 96"/>
                <a:gd name="T14" fmla="*/ 0 w 3388"/>
                <a:gd name="T15" fmla="*/ 16371 h 96"/>
                <a:gd name="T16" fmla="*/ 16194 w 3388"/>
                <a:gd name="T17" fmla="*/ 0 h 96"/>
                <a:gd name="T18" fmla="*/ 1202647 w 3388"/>
                <a:gd name="T19" fmla="*/ 0 h 96"/>
                <a:gd name="T20" fmla="*/ 1202647 w 3388"/>
                <a:gd name="T21" fmla="*/ 0 h 96"/>
                <a:gd name="T22" fmla="*/ 1218840 w 3388"/>
                <a:gd name="T23" fmla="*/ 16371 h 96"/>
                <a:gd name="T24" fmla="*/ 1218840 w 3388"/>
                <a:gd name="T25" fmla="*/ 18190 h 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6">
                  <a:moveTo>
                    <a:pt x="3387" y="50"/>
                  </a:moveTo>
                  <a:lnTo>
                    <a:pt x="3387" y="50"/>
                  </a:lnTo>
                  <a:cubicBezTo>
                    <a:pt x="3387" y="75"/>
                    <a:pt x="3367" y="95"/>
                    <a:pt x="3342" y="95"/>
                  </a:cubicBezTo>
                  <a:lnTo>
                    <a:pt x="45" y="95"/>
                  </a:lnTo>
                  <a:cubicBezTo>
                    <a:pt x="20" y="95"/>
                    <a:pt x="0" y="75"/>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7" name="Freeform 49">
              <a:extLst>
                <a:ext uri="{FF2B5EF4-FFF2-40B4-BE49-F238E27FC236}">
                  <a16:creationId xmlns:a16="http://schemas.microsoft.com/office/drawing/2014/main" id="{783D05DE-F502-41ED-82F2-403E5CF8D080}"/>
                </a:ext>
              </a:extLst>
            </p:cNvPr>
            <p:cNvSpPr>
              <a:spLocks noChangeArrowheads="1"/>
            </p:cNvSpPr>
            <p:nvPr/>
          </p:nvSpPr>
          <p:spPr bwMode="auto">
            <a:xfrm>
              <a:off x="6108700" y="3144838"/>
              <a:ext cx="1219200" cy="34925"/>
            </a:xfrm>
            <a:custGeom>
              <a:avLst/>
              <a:gdLst>
                <a:gd name="T0" fmla="*/ 1218840 w 3388"/>
                <a:gd name="T1" fmla="*/ 18003 h 97"/>
                <a:gd name="T2" fmla="*/ 1218840 w 3388"/>
                <a:gd name="T3" fmla="*/ 18003 h 97"/>
                <a:gd name="T4" fmla="*/ 1202647 w 3388"/>
                <a:gd name="T5" fmla="*/ 34565 h 97"/>
                <a:gd name="T6" fmla="*/ 16194 w 3388"/>
                <a:gd name="T7" fmla="*/ 34565 h 97"/>
                <a:gd name="T8" fmla="*/ 16194 w 3388"/>
                <a:gd name="T9" fmla="*/ 34565 h 97"/>
                <a:gd name="T10" fmla="*/ 0 w 3388"/>
                <a:gd name="T11" fmla="*/ 18003 h 97"/>
                <a:gd name="T12" fmla="*/ 0 w 3388"/>
                <a:gd name="T13" fmla="*/ 16202 h 97"/>
                <a:gd name="T14" fmla="*/ 0 w 3388"/>
                <a:gd name="T15" fmla="*/ 16202 h 97"/>
                <a:gd name="T16" fmla="*/ 16194 w 3388"/>
                <a:gd name="T17" fmla="*/ 0 h 97"/>
                <a:gd name="T18" fmla="*/ 1202647 w 3388"/>
                <a:gd name="T19" fmla="*/ 0 h 97"/>
                <a:gd name="T20" fmla="*/ 1202647 w 3388"/>
                <a:gd name="T21" fmla="*/ 0 h 97"/>
                <a:gd name="T22" fmla="*/ 1218840 w 3388"/>
                <a:gd name="T23" fmla="*/ 16202 h 97"/>
                <a:gd name="T24" fmla="*/ 1218840 w 3388"/>
                <a:gd name="T25" fmla="*/ 18003 h 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88" h="97">
                  <a:moveTo>
                    <a:pt x="3387" y="50"/>
                  </a:moveTo>
                  <a:lnTo>
                    <a:pt x="3387" y="50"/>
                  </a:lnTo>
                  <a:cubicBezTo>
                    <a:pt x="3387" y="76"/>
                    <a:pt x="3367" y="96"/>
                    <a:pt x="3342" y="96"/>
                  </a:cubicBezTo>
                  <a:lnTo>
                    <a:pt x="45" y="96"/>
                  </a:lnTo>
                  <a:cubicBezTo>
                    <a:pt x="20" y="96"/>
                    <a:pt x="0" y="76"/>
                    <a:pt x="0" y="50"/>
                  </a:cubicBezTo>
                  <a:lnTo>
                    <a:pt x="0" y="45"/>
                  </a:lnTo>
                  <a:cubicBezTo>
                    <a:pt x="0" y="20"/>
                    <a:pt x="20" y="0"/>
                    <a:pt x="45" y="0"/>
                  </a:cubicBezTo>
                  <a:lnTo>
                    <a:pt x="3342" y="0"/>
                  </a:lnTo>
                  <a:cubicBezTo>
                    <a:pt x="3367" y="0"/>
                    <a:pt x="3387" y="20"/>
                    <a:pt x="3387" y="45"/>
                  </a:cubicBezTo>
                  <a:lnTo>
                    <a:pt x="3387"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8" name="Freeform 50">
              <a:extLst>
                <a:ext uri="{FF2B5EF4-FFF2-40B4-BE49-F238E27FC236}">
                  <a16:creationId xmlns:a16="http://schemas.microsoft.com/office/drawing/2014/main" id="{13AF0F8B-E3A6-4238-B72C-7E6E65A95A1E}"/>
                </a:ext>
              </a:extLst>
            </p:cNvPr>
            <p:cNvSpPr>
              <a:spLocks noChangeArrowheads="1"/>
            </p:cNvSpPr>
            <p:nvPr/>
          </p:nvSpPr>
          <p:spPr bwMode="auto">
            <a:xfrm>
              <a:off x="6915150" y="3471863"/>
              <a:ext cx="504825" cy="33337"/>
            </a:xfrm>
            <a:custGeom>
              <a:avLst/>
              <a:gdLst>
                <a:gd name="T0" fmla="*/ 488273 w 1403"/>
                <a:gd name="T1" fmla="*/ 32975 h 92"/>
                <a:gd name="T2" fmla="*/ 15832 w 1403"/>
                <a:gd name="T3" fmla="*/ 32975 h 92"/>
                <a:gd name="T4" fmla="*/ 15832 w 1403"/>
                <a:gd name="T5" fmla="*/ 32975 h 92"/>
                <a:gd name="T6" fmla="*/ 0 w 1403"/>
                <a:gd name="T7" fmla="*/ 16669 h 92"/>
                <a:gd name="T8" fmla="*/ 0 w 1403"/>
                <a:gd name="T9" fmla="*/ 16669 h 92"/>
                <a:gd name="T10" fmla="*/ 15832 w 1403"/>
                <a:gd name="T11" fmla="*/ 0 h 92"/>
                <a:gd name="T12" fmla="*/ 488273 w 1403"/>
                <a:gd name="T13" fmla="*/ 0 h 92"/>
                <a:gd name="T14" fmla="*/ 488273 w 1403"/>
                <a:gd name="T15" fmla="*/ 0 h 92"/>
                <a:gd name="T16" fmla="*/ 504465 w 1403"/>
                <a:gd name="T17" fmla="*/ 16669 h 92"/>
                <a:gd name="T18" fmla="*/ 504465 w 1403"/>
                <a:gd name="T19" fmla="*/ 16669 h 92"/>
                <a:gd name="T20" fmla="*/ 488273 w 1403"/>
                <a:gd name="T21" fmla="*/ 32975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3" h="92">
                  <a:moveTo>
                    <a:pt x="1357" y="91"/>
                  </a:moveTo>
                  <a:lnTo>
                    <a:pt x="44" y="91"/>
                  </a:lnTo>
                  <a:cubicBezTo>
                    <a:pt x="20" y="91"/>
                    <a:pt x="0" y="70"/>
                    <a:pt x="0" y="46"/>
                  </a:cubicBezTo>
                  <a:cubicBezTo>
                    <a:pt x="0" y="20"/>
                    <a:pt x="20" y="0"/>
                    <a:pt x="44" y="0"/>
                  </a:cubicBezTo>
                  <a:lnTo>
                    <a:pt x="1357" y="0"/>
                  </a:lnTo>
                  <a:cubicBezTo>
                    <a:pt x="1382" y="0"/>
                    <a:pt x="1402" y="20"/>
                    <a:pt x="1402" y="46"/>
                  </a:cubicBezTo>
                  <a:cubicBezTo>
                    <a:pt x="1402" y="70"/>
                    <a:pt x="1382" y="91"/>
                    <a:pt x="1357" y="9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83" name="Freeform 52">
            <a:extLst>
              <a:ext uri="{FF2B5EF4-FFF2-40B4-BE49-F238E27FC236}">
                <a16:creationId xmlns:a16="http://schemas.microsoft.com/office/drawing/2014/main" id="{40D1D6FA-038C-4752-82F9-F5CBE504DA7E}"/>
              </a:ext>
            </a:extLst>
          </p:cNvPr>
          <p:cNvSpPr>
            <a:spLocks noChangeArrowheads="1"/>
          </p:cNvSpPr>
          <p:nvPr/>
        </p:nvSpPr>
        <p:spPr bwMode="auto">
          <a:xfrm>
            <a:off x="4721723" y="3549936"/>
            <a:ext cx="1269487" cy="1116438"/>
          </a:xfrm>
          <a:custGeom>
            <a:avLst/>
            <a:gdLst>
              <a:gd name="T0" fmla="*/ 519327 w 4095"/>
              <a:gd name="T1" fmla="*/ 752916 h 3602"/>
              <a:gd name="T2" fmla="*/ 737214 w 4095"/>
              <a:gd name="T3" fmla="*/ 971121 h 3602"/>
              <a:gd name="T4" fmla="*/ 737214 w 4095"/>
              <a:gd name="T5" fmla="*/ 535071 h 3602"/>
              <a:gd name="T6" fmla="*/ 454141 w 4095"/>
              <a:gd name="T7" fmla="*/ 752916 h 3602"/>
              <a:gd name="T8" fmla="*/ 737214 w 4095"/>
              <a:gd name="T9" fmla="*/ 469897 h 3602"/>
              <a:gd name="T10" fmla="*/ 737214 w 4095"/>
              <a:gd name="T11" fmla="*/ 1035934 h 3602"/>
              <a:gd name="T12" fmla="*/ 1212603 w 4095"/>
              <a:gd name="T13" fmla="*/ 1268902 h 3602"/>
              <a:gd name="T14" fmla="*/ 1240335 w 4095"/>
              <a:gd name="T15" fmla="*/ 1232175 h 3602"/>
              <a:gd name="T16" fmla="*/ 1401319 w 4095"/>
              <a:gd name="T17" fmla="*/ 978322 h 3602"/>
              <a:gd name="T18" fmla="*/ 1388714 w 4095"/>
              <a:gd name="T19" fmla="*/ 931512 h 3602"/>
              <a:gd name="T20" fmla="*/ 1255821 w 4095"/>
              <a:gd name="T21" fmla="*/ 831052 h 3602"/>
              <a:gd name="T22" fmla="*/ 1261943 w 4095"/>
              <a:gd name="T23" fmla="*/ 752916 h 3602"/>
              <a:gd name="T24" fmla="*/ 1272027 w 4095"/>
              <a:gd name="T25" fmla="*/ 641653 h 3602"/>
              <a:gd name="T26" fmla="*/ 1404560 w 4095"/>
              <a:gd name="T27" fmla="*/ 553434 h 3602"/>
              <a:gd name="T28" fmla="*/ 1264824 w 4095"/>
              <a:gd name="T29" fmla="*/ 290580 h 3602"/>
              <a:gd name="T30" fmla="*/ 1100599 w 4095"/>
              <a:gd name="T31" fmla="*/ 345671 h 3602"/>
              <a:gd name="T32" fmla="*/ 1064224 w 4095"/>
              <a:gd name="T33" fmla="*/ 342791 h 3602"/>
              <a:gd name="T34" fmla="*/ 908282 w 4095"/>
              <a:gd name="T35" fmla="*/ 234408 h 3602"/>
              <a:gd name="T36" fmla="*/ 873708 w 4095"/>
              <a:gd name="T37" fmla="*/ 65173 h 3602"/>
              <a:gd name="T38" fmla="*/ 566146 w 4095"/>
              <a:gd name="T39" fmla="*/ 99381 h 3602"/>
              <a:gd name="T40" fmla="*/ 545618 w 4095"/>
              <a:gd name="T41" fmla="*/ 264655 h 3602"/>
              <a:gd name="T42" fmla="*/ 410204 w 4095"/>
              <a:gd name="T43" fmla="*/ 342791 h 3602"/>
              <a:gd name="T44" fmla="*/ 256422 w 4095"/>
              <a:gd name="T45" fmla="*/ 277977 h 3602"/>
              <a:gd name="T46" fmla="*/ 73109 w 4095"/>
              <a:gd name="T47" fmla="*/ 527509 h 3602"/>
              <a:gd name="T48" fmla="*/ 85714 w 4095"/>
              <a:gd name="T49" fmla="*/ 573959 h 3602"/>
              <a:gd name="T50" fmla="*/ 218607 w 4095"/>
              <a:gd name="T51" fmla="*/ 674419 h 3602"/>
              <a:gd name="T52" fmla="*/ 212485 w 4095"/>
              <a:gd name="T53" fmla="*/ 752916 h 3602"/>
              <a:gd name="T54" fmla="*/ 202761 w 4095"/>
              <a:gd name="T55" fmla="*/ 864179 h 3602"/>
              <a:gd name="T56" fmla="*/ 69868 w 4095"/>
              <a:gd name="T57" fmla="*/ 952397 h 3602"/>
              <a:gd name="T58" fmla="*/ 145858 w 4095"/>
              <a:gd name="T59" fmla="*/ 1104708 h 3602"/>
              <a:gd name="T60" fmla="*/ 133973 w 4095"/>
              <a:gd name="T61" fmla="*/ 1148997 h 3602"/>
              <a:gd name="T62" fmla="*/ 16567 w 4095"/>
              <a:gd name="T63" fmla="*/ 1011089 h 3602"/>
              <a:gd name="T64" fmla="*/ 52941 w 4095"/>
              <a:gd name="T65" fmla="*/ 875341 h 3602"/>
              <a:gd name="T66" fmla="*/ 147659 w 4095"/>
              <a:gd name="T67" fmla="*/ 752916 h 3602"/>
              <a:gd name="T68" fmla="*/ 52941 w 4095"/>
              <a:gd name="T69" fmla="*/ 630490 h 3602"/>
              <a:gd name="T70" fmla="*/ 6843 w 4095"/>
              <a:gd name="T71" fmla="*/ 569998 h 3602"/>
              <a:gd name="T72" fmla="*/ 153421 w 4095"/>
              <a:gd name="T73" fmla="*/ 258173 h 3602"/>
              <a:gd name="T74" fmla="*/ 387154 w 4095"/>
              <a:gd name="T75" fmla="*/ 278338 h 3602"/>
              <a:gd name="T76" fmla="*/ 500960 w 4095"/>
              <a:gd name="T77" fmla="*/ 99381 h 3602"/>
              <a:gd name="T78" fmla="*/ 873708 w 4095"/>
              <a:gd name="T79" fmla="*/ 0 h 3602"/>
              <a:gd name="T80" fmla="*/ 973468 w 4095"/>
              <a:gd name="T81" fmla="*/ 212444 h 3602"/>
              <a:gd name="T82" fmla="*/ 1185233 w 4095"/>
              <a:gd name="T83" fmla="*/ 221806 h 3602"/>
              <a:gd name="T84" fmla="*/ 1457861 w 4095"/>
              <a:gd name="T85" fmla="*/ 494742 h 3602"/>
              <a:gd name="T86" fmla="*/ 1421487 w 4095"/>
              <a:gd name="T87" fmla="*/ 630490 h 3602"/>
              <a:gd name="T88" fmla="*/ 1326769 w 4095"/>
              <a:gd name="T89" fmla="*/ 752916 h 3602"/>
              <a:gd name="T90" fmla="*/ 1421487 w 4095"/>
              <a:gd name="T91" fmla="*/ 875341 h 3602"/>
              <a:gd name="T92" fmla="*/ 1467585 w 4095"/>
              <a:gd name="T93" fmla="*/ 935833 h 3602"/>
              <a:gd name="T94" fmla="*/ 1321007 w 4095"/>
              <a:gd name="T95" fmla="*/ 1248018 h 3602"/>
              <a:gd name="T96" fmla="*/ 1244656 w 4095"/>
              <a:gd name="T97" fmla="*/ 1296628 h 36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095" h="3602">
                <a:moveTo>
                  <a:pt x="2047" y="1486"/>
                </a:moveTo>
                <a:lnTo>
                  <a:pt x="2047" y="1486"/>
                </a:lnTo>
                <a:cubicBezTo>
                  <a:pt x="1713" y="1486"/>
                  <a:pt x="1442" y="1757"/>
                  <a:pt x="1442" y="2091"/>
                </a:cubicBezTo>
                <a:cubicBezTo>
                  <a:pt x="1442" y="2425"/>
                  <a:pt x="1713" y="2697"/>
                  <a:pt x="2047" y="2697"/>
                </a:cubicBezTo>
                <a:cubicBezTo>
                  <a:pt x="2381" y="2697"/>
                  <a:pt x="2653" y="2425"/>
                  <a:pt x="2653" y="2091"/>
                </a:cubicBezTo>
                <a:cubicBezTo>
                  <a:pt x="2653" y="1757"/>
                  <a:pt x="2381" y="1486"/>
                  <a:pt x="2047" y="1486"/>
                </a:cubicBezTo>
                <a:close/>
                <a:moveTo>
                  <a:pt x="2047" y="2877"/>
                </a:moveTo>
                <a:lnTo>
                  <a:pt x="2047" y="2877"/>
                </a:lnTo>
                <a:cubicBezTo>
                  <a:pt x="1613" y="2877"/>
                  <a:pt x="1261" y="2525"/>
                  <a:pt x="1261" y="2091"/>
                </a:cubicBezTo>
                <a:cubicBezTo>
                  <a:pt x="1261" y="1657"/>
                  <a:pt x="1613" y="1305"/>
                  <a:pt x="2047" y="1305"/>
                </a:cubicBezTo>
                <a:cubicBezTo>
                  <a:pt x="2481" y="1305"/>
                  <a:pt x="2833" y="1657"/>
                  <a:pt x="2833" y="2091"/>
                </a:cubicBezTo>
                <a:cubicBezTo>
                  <a:pt x="2833" y="2525"/>
                  <a:pt x="2481" y="2877"/>
                  <a:pt x="2047" y="2877"/>
                </a:cubicBezTo>
                <a:close/>
                <a:moveTo>
                  <a:pt x="3456" y="3601"/>
                </a:moveTo>
                <a:lnTo>
                  <a:pt x="3456" y="3601"/>
                </a:lnTo>
                <a:cubicBezTo>
                  <a:pt x="3412" y="3601"/>
                  <a:pt x="3374" y="3569"/>
                  <a:pt x="3367" y="3524"/>
                </a:cubicBezTo>
                <a:cubicBezTo>
                  <a:pt x="3360" y="3475"/>
                  <a:pt x="3394" y="3429"/>
                  <a:pt x="3444" y="3422"/>
                </a:cubicBezTo>
                <a:cubicBezTo>
                  <a:pt x="3472" y="3417"/>
                  <a:pt x="3497" y="3400"/>
                  <a:pt x="3512" y="3375"/>
                </a:cubicBezTo>
                <a:lnTo>
                  <a:pt x="3891" y="2717"/>
                </a:lnTo>
                <a:cubicBezTo>
                  <a:pt x="3904" y="2696"/>
                  <a:pt x="3908" y="2670"/>
                  <a:pt x="3900" y="2645"/>
                </a:cubicBezTo>
                <a:cubicBezTo>
                  <a:pt x="3894" y="2620"/>
                  <a:pt x="3879" y="2600"/>
                  <a:pt x="3856" y="2587"/>
                </a:cubicBezTo>
                <a:lnTo>
                  <a:pt x="3532" y="2400"/>
                </a:lnTo>
                <a:cubicBezTo>
                  <a:pt x="3499" y="2381"/>
                  <a:pt x="3482" y="2345"/>
                  <a:pt x="3487" y="2308"/>
                </a:cubicBezTo>
                <a:cubicBezTo>
                  <a:pt x="3498" y="2237"/>
                  <a:pt x="3504" y="2163"/>
                  <a:pt x="3504" y="2091"/>
                </a:cubicBezTo>
                <a:cubicBezTo>
                  <a:pt x="3504" y="2018"/>
                  <a:pt x="3498" y="1945"/>
                  <a:pt x="3487" y="1874"/>
                </a:cubicBezTo>
                <a:cubicBezTo>
                  <a:pt x="3482" y="1837"/>
                  <a:pt x="3499" y="1801"/>
                  <a:pt x="3532" y="1782"/>
                </a:cubicBezTo>
                <a:lnTo>
                  <a:pt x="3856" y="1594"/>
                </a:lnTo>
                <a:cubicBezTo>
                  <a:pt x="3879" y="1582"/>
                  <a:pt x="3894" y="1561"/>
                  <a:pt x="3900" y="1537"/>
                </a:cubicBezTo>
                <a:cubicBezTo>
                  <a:pt x="3908" y="1512"/>
                  <a:pt x="3904" y="1486"/>
                  <a:pt x="3892" y="1465"/>
                </a:cubicBezTo>
                <a:lnTo>
                  <a:pt x="3512" y="807"/>
                </a:lnTo>
                <a:cubicBezTo>
                  <a:pt x="3486" y="761"/>
                  <a:pt x="3427" y="746"/>
                  <a:pt x="3382" y="772"/>
                </a:cubicBezTo>
                <a:lnTo>
                  <a:pt x="3056" y="960"/>
                </a:lnTo>
                <a:cubicBezTo>
                  <a:pt x="3024" y="979"/>
                  <a:pt x="2984" y="975"/>
                  <a:pt x="2955" y="952"/>
                </a:cubicBezTo>
                <a:cubicBezTo>
                  <a:pt x="2841" y="861"/>
                  <a:pt x="2715" y="788"/>
                  <a:pt x="2579" y="735"/>
                </a:cubicBezTo>
                <a:cubicBezTo>
                  <a:pt x="2544" y="721"/>
                  <a:pt x="2522" y="688"/>
                  <a:pt x="2522" y="651"/>
                </a:cubicBezTo>
                <a:lnTo>
                  <a:pt x="2522" y="276"/>
                </a:lnTo>
                <a:cubicBezTo>
                  <a:pt x="2522" y="223"/>
                  <a:pt x="2479" y="181"/>
                  <a:pt x="2426" y="181"/>
                </a:cubicBezTo>
                <a:lnTo>
                  <a:pt x="1667" y="181"/>
                </a:lnTo>
                <a:cubicBezTo>
                  <a:pt x="1615" y="181"/>
                  <a:pt x="1572" y="223"/>
                  <a:pt x="1572" y="276"/>
                </a:cubicBezTo>
                <a:lnTo>
                  <a:pt x="1572" y="651"/>
                </a:lnTo>
                <a:cubicBezTo>
                  <a:pt x="1572" y="688"/>
                  <a:pt x="1549" y="721"/>
                  <a:pt x="1515" y="735"/>
                </a:cubicBezTo>
                <a:cubicBezTo>
                  <a:pt x="1380" y="788"/>
                  <a:pt x="1253" y="861"/>
                  <a:pt x="1139" y="952"/>
                </a:cubicBezTo>
                <a:cubicBezTo>
                  <a:pt x="1110" y="975"/>
                  <a:pt x="1069" y="979"/>
                  <a:pt x="1038" y="960"/>
                </a:cubicBezTo>
                <a:lnTo>
                  <a:pt x="712" y="772"/>
                </a:lnTo>
                <a:cubicBezTo>
                  <a:pt x="667" y="746"/>
                  <a:pt x="609" y="761"/>
                  <a:pt x="582" y="807"/>
                </a:cubicBezTo>
                <a:lnTo>
                  <a:pt x="203" y="1465"/>
                </a:lnTo>
                <a:cubicBezTo>
                  <a:pt x="190" y="1486"/>
                  <a:pt x="187" y="1511"/>
                  <a:pt x="194" y="1537"/>
                </a:cubicBezTo>
                <a:cubicBezTo>
                  <a:pt x="200" y="1561"/>
                  <a:pt x="216" y="1582"/>
                  <a:pt x="238" y="1594"/>
                </a:cubicBezTo>
                <a:lnTo>
                  <a:pt x="563" y="1782"/>
                </a:lnTo>
                <a:cubicBezTo>
                  <a:pt x="594" y="1801"/>
                  <a:pt x="612" y="1837"/>
                  <a:pt x="607" y="1873"/>
                </a:cubicBezTo>
                <a:cubicBezTo>
                  <a:pt x="596" y="1946"/>
                  <a:pt x="590" y="2018"/>
                  <a:pt x="590" y="2091"/>
                </a:cubicBezTo>
                <a:cubicBezTo>
                  <a:pt x="590" y="2163"/>
                  <a:pt x="596" y="2236"/>
                  <a:pt x="607" y="2309"/>
                </a:cubicBezTo>
                <a:cubicBezTo>
                  <a:pt x="612" y="2345"/>
                  <a:pt x="594" y="2381"/>
                  <a:pt x="563" y="2400"/>
                </a:cubicBezTo>
                <a:lnTo>
                  <a:pt x="238" y="2587"/>
                </a:lnTo>
                <a:cubicBezTo>
                  <a:pt x="216" y="2600"/>
                  <a:pt x="200" y="2620"/>
                  <a:pt x="194" y="2645"/>
                </a:cubicBezTo>
                <a:cubicBezTo>
                  <a:pt x="187" y="2670"/>
                  <a:pt x="190" y="2696"/>
                  <a:pt x="203" y="2717"/>
                </a:cubicBezTo>
                <a:lnTo>
                  <a:pt x="405" y="3068"/>
                </a:lnTo>
                <a:cubicBezTo>
                  <a:pt x="430" y="3111"/>
                  <a:pt x="415" y="3167"/>
                  <a:pt x="372" y="3191"/>
                </a:cubicBezTo>
                <a:cubicBezTo>
                  <a:pt x="329" y="3217"/>
                  <a:pt x="274" y="3202"/>
                  <a:pt x="248" y="3159"/>
                </a:cubicBezTo>
                <a:lnTo>
                  <a:pt x="46" y="2808"/>
                </a:lnTo>
                <a:cubicBezTo>
                  <a:pt x="9" y="2744"/>
                  <a:pt x="0" y="2670"/>
                  <a:pt x="19" y="2599"/>
                </a:cubicBezTo>
                <a:cubicBezTo>
                  <a:pt x="38" y="2527"/>
                  <a:pt x="83" y="2468"/>
                  <a:pt x="147" y="2431"/>
                </a:cubicBezTo>
                <a:lnTo>
                  <a:pt x="420" y="2273"/>
                </a:lnTo>
                <a:cubicBezTo>
                  <a:pt x="413" y="2213"/>
                  <a:pt x="410" y="2152"/>
                  <a:pt x="410" y="2091"/>
                </a:cubicBezTo>
                <a:cubicBezTo>
                  <a:pt x="410" y="2030"/>
                  <a:pt x="413" y="1969"/>
                  <a:pt x="420" y="1908"/>
                </a:cubicBezTo>
                <a:lnTo>
                  <a:pt x="147" y="1751"/>
                </a:lnTo>
                <a:cubicBezTo>
                  <a:pt x="84" y="1714"/>
                  <a:pt x="38" y="1655"/>
                  <a:pt x="19" y="1583"/>
                </a:cubicBezTo>
                <a:cubicBezTo>
                  <a:pt x="0" y="1512"/>
                  <a:pt x="9" y="1438"/>
                  <a:pt x="46" y="1374"/>
                </a:cubicBezTo>
                <a:lnTo>
                  <a:pt x="426" y="717"/>
                </a:lnTo>
                <a:cubicBezTo>
                  <a:pt x="502" y="585"/>
                  <a:pt x="671" y="539"/>
                  <a:pt x="803" y="616"/>
                </a:cubicBezTo>
                <a:lnTo>
                  <a:pt x="1075" y="773"/>
                </a:lnTo>
                <a:cubicBezTo>
                  <a:pt x="1174" y="700"/>
                  <a:pt x="1280" y="639"/>
                  <a:pt x="1391" y="590"/>
                </a:cubicBezTo>
                <a:lnTo>
                  <a:pt x="1391" y="276"/>
                </a:lnTo>
                <a:cubicBezTo>
                  <a:pt x="1391" y="124"/>
                  <a:pt x="1515" y="0"/>
                  <a:pt x="1667" y="0"/>
                </a:cubicBezTo>
                <a:lnTo>
                  <a:pt x="2426" y="0"/>
                </a:lnTo>
                <a:cubicBezTo>
                  <a:pt x="2579" y="0"/>
                  <a:pt x="2703" y="124"/>
                  <a:pt x="2703" y="276"/>
                </a:cubicBezTo>
                <a:lnTo>
                  <a:pt x="2703" y="590"/>
                </a:lnTo>
                <a:cubicBezTo>
                  <a:pt x="2815" y="639"/>
                  <a:pt x="2920" y="700"/>
                  <a:pt x="3018" y="773"/>
                </a:cubicBezTo>
                <a:lnTo>
                  <a:pt x="3291" y="616"/>
                </a:lnTo>
                <a:cubicBezTo>
                  <a:pt x="3423" y="539"/>
                  <a:pt x="3592" y="585"/>
                  <a:pt x="3668" y="717"/>
                </a:cubicBezTo>
                <a:lnTo>
                  <a:pt x="4048" y="1374"/>
                </a:lnTo>
                <a:cubicBezTo>
                  <a:pt x="4085" y="1438"/>
                  <a:pt x="4094" y="1512"/>
                  <a:pt x="4075" y="1583"/>
                </a:cubicBezTo>
                <a:cubicBezTo>
                  <a:pt x="4056" y="1655"/>
                  <a:pt x="4011" y="1714"/>
                  <a:pt x="3947" y="1751"/>
                </a:cubicBezTo>
                <a:lnTo>
                  <a:pt x="3674" y="1908"/>
                </a:lnTo>
                <a:cubicBezTo>
                  <a:pt x="3681" y="1969"/>
                  <a:pt x="3684" y="2030"/>
                  <a:pt x="3684" y="2091"/>
                </a:cubicBezTo>
                <a:cubicBezTo>
                  <a:pt x="3684" y="2152"/>
                  <a:pt x="3681" y="2213"/>
                  <a:pt x="3674" y="2273"/>
                </a:cubicBezTo>
                <a:lnTo>
                  <a:pt x="3947" y="2431"/>
                </a:lnTo>
                <a:cubicBezTo>
                  <a:pt x="4010" y="2468"/>
                  <a:pt x="4056" y="2527"/>
                  <a:pt x="4075" y="2599"/>
                </a:cubicBezTo>
                <a:cubicBezTo>
                  <a:pt x="4094" y="2670"/>
                  <a:pt x="4085" y="2744"/>
                  <a:pt x="4048" y="2808"/>
                </a:cubicBezTo>
                <a:lnTo>
                  <a:pt x="3668" y="3466"/>
                </a:lnTo>
                <a:cubicBezTo>
                  <a:pt x="3626" y="3538"/>
                  <a:pt x="3554" y="3587"/>
                  <a:pt x="3470" y="3600"/>
                </a:cubicBezTo>
                <a:cubicBezTo>
                  <a:pt x="3466" y="3601"/>
                  <a:pt x="3461" y="3601"/>
                  <a:pt x="3456" y="3601"/>
                </a:cubicBezTo>
                <a:close/>
              </a:path>
            </a:pathLst>
          </a:custGeom>
          <a:solidFill>
            <a:schemeClr val="accent6"/>
          </a:solidFill>
          <a:ln>
            <a:noFill/>
          </a:ln>
          <a:effectLst/>
        </p:spPr>
        <p:txBody>
          <a:bodyPr wrap="none" anchor="ctr"/>
          <a:lstStyle/>
          <a:p>
            <a:endParaRPr lang="es-ES_tradnl" sz="1633"/>
          </a:p>
        </p:txBody>
      </p:sp>
      <p:grpSp>
        <p:nvGrpSpPr>
          <p:cNvPr id="84" name="Group 12">
            <a:extLst>
              <a:ext uri="{FF2B5EF4-FFF2-40B4-BE49-F238E27FC236}">
                <a16:creationId xmlns:a16="http://schemas.microsoft.com/office/drawing/2014/main" id="{6934A053-2334-46CC-B2D7-0167C6E685BC}"/>
              </a:ext>
            </a:extLst>
          </p:cNvPr>
          <p:cNvGrpSpPr>
            <a:grpSpLocks/>
          </p:cNvGrpSpPr>
          <p:nvPr/>
        </p:nvGrpSpPr>
        <p:grpSpPr bwMode="auto">
          <a:xfrm>
            <a:off x="1714038" y="1080655"/>
            <a:ext cx="1473097" cy="1141035"/>
            <a:chOff x="3065463" y="1036638"/>
            <a:chExt cx="1711325" cy="1325562"/>
          </a:xfrm>
          <a:solidFill>
            <a:schemeClr val="accent4"/>
          </a:solidFill>
        </p:grpSpPr>
        <p:sp>
          <p:nvSpPr>
            <p:cNvPr id="85" name="Freeform 3">
              <a:extLst>
                <a:ext uri="{FF2B5EF4-FFF2-40B4-BE49-F238E27FC236}">
                  <a16:creationId xmlns:a16="http://schemas.microsoft.com/office/drawing/2014/main" id="{928FED00-C194-44AC-BC96-0E9CBC375902}"/>
                </a:ext>
              </a:extLst>
            </p:cNvPr>
            <p:cNvSpPr>
              <a:spLocks noChangeArrowheads="1"/>
            </p:cNvSpPr>
            <p:nvPr/>
          </p:nvSpPr>
          <p:spPr bwMode="auto">
            <a:xfrm>
              <a:off x="3843338" y="1706563"/>
              <a:ext cx="166687" cy="422275"/>
            </a:xfrm>
            <a:custGeom>
              <a:avLst/>
              <a:gdLst>
                <a:gd name="T0" fmla="*/ 100518 w 461"/>
                <a:gd name="T1" fmla="*/ 29469 h 1175"/>
                <a:gd name="T2" fmla="*/ 100518 w 461"/>
                <a:gd name="T3" fmla="*/ 29469 h 1175"/>
                <a:gd name="T4" fmla="*/ 165964 w 461"/>
                <a:gd name="T5" fmla="*/ 119675 h 1175"/>
                <a:gd name="T6" fmla="*/ 165964 w 461"/>
                <a:gd name="T7" fmla="*/ 129737 h 1175"/>
                <a:gd name="T8" fmla="*/ 127275 w 461"/>
                <a:gd name="T9" fmla="*/ 129737 h 1175"/>
                <a:gd name="T10" fmla="*/ 127275 w 461"/>
                <a:gd name="T11" fmla="*/ 117159 h 1175"/>
                <a:gd name="T12" fmla="*/ 127275 w 461"/>
                <a:gd name="T13" fmla="*/ 117159 h 1175"/>
                <a:gd name="T14" fmla="*/ 84609 w 461"/>
                <a:gd name="T15" fmla="*/ 64689 h 1175"/>
                <a:gd name="T16" fmla="*/ 84609 w 461"/>
                <a:gd name="T17" fmla="*/ 64689 h 1175"/>
                <a:gd name="T18" fmla="*/ 42305 w 461"/>
                <a:gd name="T19" fmla="*/ 117159 h 1175"/>
                <a:gd name="T20" fmla="*/ 42305 w 461"/>
                <a:gd name="T21" fmla="*/ 117159 h 1175"/>
                <a:gd name="T22" fmla="*/ 166325 w 461"/>
                <a:gd name="T23" fmla="*/ 303319 h 1175"/>
                <a:gd name="T24" fmla="*/ 166325 w 461"/>
                <a:gd name="T25" fmla="*/ 303319 h 1175"/>
                <a:gd name="T26" fmla="*/ 100518 w 461"/>
                <a:gd name="T27" fmla="*/ 394243 h 1175"/>
                <a:gd name="T28" fmla="*/ 100518 w 461"/>
                <a:gd name="T29" fmla="*/ 421916 h 1175"/>
                <a:gd name="T30" fmla="*/ 66530 w 461"/>
                <a:gd name="T31" fmla="*/ 421916 h 1175"/>
                <a:gd name="T32" fmla="*/ 66530 w 461"/>
                <a:gd name="T33" fmla="*/ 394243 h 1175"/>
                <a:gd name="T34" fmla="*/ 66530 w 461"/>
                <a:gd name="T35" fmla="*/ 394243 h 1175"/>
                <a:gd name="T36" fmla="*/ 0 w 461"/>
                <a:gd name="T37" fmla="*/ 303319 h 1175"/>
                <a:gd name="T38" fmla="*/ 0 w 461"/>
                <a:gd name="T39" fmla="*/ 280678 h 1175"/>
                <a:gd name="T40" fmla="*/ 38689 w 461"/>
                <a:gd name="T41" fmla="*/ 280678 h 1175"/>
                <a:gd name="T42" fmla="*/ 38689 w 461"/>
                <a:gd name="T43" fmla="*/ 306194 h 1175"/>
                <a:gd name="T44" fmla="*/ 38689 w 461"/>
                <a:gd name="T45" fmla="*/ 306194 h 1175"/>
                <a:gd name="T46" fmla="*/ 82078 w 461"/>
                <a:gd name="T47" fmla="*/ 357945 h 1175"/>
                <a:gd name="T48" fmla="*/ 82078 w 461"/>
                <a:gd name="T49" fmla="*/ 357945 h 1175"/>
                <a:gd name="T50" fmla="*/ 125106 w 461"/>
                <a:gd name="T51" fmla="*/ 306194 h 1175"/>
                <a:gd name="T52" fmla="*/ 125106 w 461"/>
                <a:gd name="T53" fmla="*/ 306194 h 1175"/>
                <a:gd name="T54" fmla="*/ 1808 w 461"/>
                <a:gd name="T55" fmla="*/ 119675 h 1175"/>
                <a:gd name="T56" fmla="*/ 1808 w 461"/>
                <a:gd name="T57" fmla="*/ 119675 h 1175"/>
                <a:gd name="T58" fmla="*/ 66530 w 461"/>
                <a:gd name="T59" fmla="*/ 29469 h 1175"/>
                <a:gd name="T60" fmla="*/ 66530 w 461"/>
                <a:gd name="T61" fmla="*/ 0 h 1175"/>
                <a:gd name="T62" fmla="*/ 100518 w 461"/>
                <a:gd name="T63" fmla="*/ 0 h 1175"/>
                <a:gd name="T64" fmla="*/ 100518 w 461"/>
                <a:gd name="T65" fmla="*/ 29469 h 11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61" h="1175">
                  <a:moveTo>
                    <a:pt x="278" y="82"/>
                  </a:moveTo>
                  <a:lnTo>
                    <a:pt x="278" y="82"/>
                  </a:lnTo>
                  <a:cubicBezTo>
                    <a:pt x="402" y="100"/>
                    <a:pt x="459" y="196"/>
                    <a:pt x="459" y="333"/>
                  </a:cubicBezTo>
                  <a:lnTo>
                    <a:pt x="459" y="361"/>
                  </a:lnTo>
                  <a:lnTo>
                    <a:pt x="352" y="361"/>
                  </a:lnTo>
                  <a:lnTo>
                    <a:pt x="352" y="326"/>
                  </a:lnTo>
                  <a:cubicBezTo>
                    <a:pt x="352" y="235"/>
                    <a:pt x="316" y="180"/>
                    <a:pt x="234" y="180"/>
                  </a:cubicBezTo>
                  <a:cubicBezTo>
                    <a:pt x="154" y="180"/>
                    <a:pt x="117" y="235"/>
                    <a:pt x="117" y="326"/>
                  </a:cubicBezTo>
                  <a:cubicBezTo>
                    <a:pt x="117" y="555"/>
                    <a:pt x="460" y="557"/>
                    <a:pt x="460" y="844"/>
                  </a:cubicBezTo>
                  <a:cubicBezTo>
                    <a:pt x="460" y="982"/>
                    <a:pt x="402" y="1080"/>
                    <a:pt x="278" y="1097"/>
                  </a:cubicBezTo>
                  <a:lnTo>
                    <a:pt x="278" y="1174"/>
                  </a:lnTo>
                  <a:lnTo>
                    <a:pt x="184" y="1174"/>
                  </a:lnTo>
                  <a:lnTo>
                    <a:pt x="184" y="1097"/>
                  </a:lnTo>
                  <a:cubicBezTo>
                    <a:pt x="58" y="1080"/>
                    <a:pt x="0" y="983"/>
                    <a:pt x="0" y="844"/>
                  </a:cubicBezTo>
                  <a:lnTo>
                    <a:pt x="0" y="781"/>
                  </a:lnTo>
                  <a:lnTo>
                    <a:pt x="107" y="781"/>
                  </a:lnTo>
                  <a:lnTo>
                    <a:pt x="107" y="852"/>
                  </a:lnTo>
                  <a:cubicBezTo>
                    <a:pt x="107" y="944"/>
                    <a:pt x="145" y="996"/>
                    <a:pt x="227" y="996"/>
                  </a:cubicBezTo>
                  <a:cubicBezTo>
                    <a:pt x="310" y="996"/>
                    <a:pt x="346" y="944"/>
                    <a:pt x="346" y="852"/>
                  </a:cubicBezTo>
                  <a:cubicBezTo>
                    <a:pt x="346" y="624"/>
                    <a:pt x="5" y="621"/>
                    <a:pt x="5" y="333"/>
                  </a:cubicBezTo>
                  <a:cubicBezTo>
                    <a:pt x="5" y="193"/>
                    <a:pt x="62" y="101"/>
                    <a:pt x="184" y="82"/>
                  </a:cubicBezTo>
                  <a:lnTo>
                    <a:pt x="184" y="0"/>
                  </a:lnTo>
                  <a:lnTo>
                    <a:pt x="278" y="0"/>
                  </a:lnTo>
                  <a:lnTo>
                    <a:pt x="278" y="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6" name="Freeform 51">
              <a:extLst>
                <a:ext uri="{FF2B5EF4-FFF2-40B4-BE49-F238E27FC236}">
                  <a16:creationId xmlns:a16="http://schemas.microsoft.com/office/drawing/2014/main" id="{2C393926-1E5A-43BF-B831-5A7E4D4B7F99}"/>
                </a:ext>
              </a:extLst>
            </p:cNvPr>
            <p:cNvSpPr>
              <a:spLocks noChangeArrowheads="1"/>
            </p:cNvSpPr>
            <p:nvPr/>
          </p:nvSpPr>
          <p:spPr bwMode="auto">
            <a:xfrm>
              <a:off x="3409950" y="1414463"/>
              <a:ext cx="1004888" cy="947737"/>
            </a:xfrm>
            <a:custGeom>
              <a:avLst/>
              <a:gdLst>
                <a:gd name="T0" fmla="*/ 278315 w 2791"/>
                <a:gd name="T1" fmla="*/ 947377 h 2634"/>
                <a:gd name="T2" fmla="*/ 278315 w 2791"/>
                <a:gd name="T3" fmla="*/ 947377 h 2634"/>
                <a:gd name="T4" fmla="*/ 262833 w 2791"/>
                <a:gd name="T5" fmla="*/ 943419 h 2634"/>
                <a:gd name="T6" fmla="*/ 262833 w 2791"/>
                <a:gd name="T7" fmla="*/ 943419 h 2634"/>
                <a:gd name="T8" fmla="*/ 85691 w 2791"/>
                <a:gd name="T9" fmla="*/ 782585 h 2634"/>
                <a:gd name="T10" fmla="*/ 85691 w 2791"/>
                <a:gd name="T11" fmla="*/ 782585 h 2634"/>
                <a:gd name="T12" fmla="*/ 0 w 2791"/>
                <a:gd name="T13" fmla="*/ 501934 h 2634"/>
                <a:gd name="T14" fmla="*/ 0 w 2791"/>
                <a:gd name="T15" fmla="*/ 501934 h 2634"/>
                <a:gd name="T16" fmla="*/ 502264 w 2791"/>
                <a:gd name="T17" fmla="*/ 0 h 2634"/>
                <a:gd name="T18" fmla="*/ 502264 w 2791"/>
                <a:gd name="T19" fmla="*/ 0 h 2634"/>
                <a:gd name="T20" fmla="*/ 1004528 w 2791"/>
                <a:gd name="T21" fmla="*/ 501934 h 2634"/>
                <a:gd name="T22" fmla="*/ 1004528 w 2791"/>
                <a:gd name="T23" fmla="*/ 501934 h 2634"/>
                <a:gd name="T24" fmla="*/ 964923 w 2791"/>
                <a:gd name="T25" fmla="*/ 697310 h 2634"/>
                <a:gd name="T26" fmla="*/ 964923 w 2791"/>
                <a:gd name="T27" fmla="*/ 697310 h 2634"/>
                <a:gd name="T28" fmla="*/ 922437 w 2791"/>
                <a:gd name="T29" fmla="*/ 714581 h 2634"/>
                <a:gd name="T30" fmla="*/ 922437 w 2791"/>
                <a:gd name="T31" fmla="*/ 714581 h 2634"/>
                <a:gd name="T32" fmla="*/ 905155 w 2791"/>
                <a:gd name="T33" fmla="*/ 672123 h 2634"/>
                <a:gd name="T34" fmla="*/ 905155 w 2791"/>
                <a:gd name="T35" fmla="*/ 672123 h 2634"/>
                <a:gd name="T36" fmla="*/ 939360 w 2791"/>
                <a:gd name="T37" fmla="*/ 501934 h 2634"/>
                <a:gd name="T38" fmla="*/ 939360 w 2791"/>
                <a:gd name="T39" fmla="*/ 501934 h 2634"/>
                <a:gd name="T40" fmla="*/ 502264 w 2791"/>
                <a:gd name="T41" fmla="*/ 65125 h 2634"/>
                <a:gd name="T42" fmla="*/ 502264 w 2791"/>
                <a:gd name="T43" fmla="*/ 65125 h 2634"/>
                <a:gd name="T44" fmla="*/ 65168 w 2791"/>
                <a:gd name="T45" fmla="*/ 501934 h 2634"/>
                <a:gd name="T46" fmla="*/ 65168 w 2791"/>
                <a:gd name="T47" fmla="*/ 501934 h 2634"/>
                <a:gd name="T48" fmla="*/ 139698 w 2791"/>
                <a:gd name="T49" fmla="*/ 746244 h 2634"/>
                <a:gd name="T50" fmla="*/ 139698 w 2791"/>
                <a:gd name="T51" fmla="*/ 746244 h 2634"/>
                <a:gd name="T52" fmla="*/ 293797 w 2791"/>
                <a:gd name="T53" fmla="*/ 886210 h 2634"/>
                <a:gd name="T54" fmla="*/ 293797 w 2791"/>
                <a:gd name="T55" fmla="*/ 886210 h 2634"/>
                <a:gd name="T56" fmla="*/ 307119 w 2791"/>
                <a:gd name="T57" fmla="*/ 930466 h 2634"/>
                <a:gd name="T58" fmla="*/ 307119 w 2791"/>
                <a:gd name="T59" fmla="*/ 930466 h 2634"/>
                <a:gd name="T60" fmla="*/ 278315 w 2791"/>
                <a:gd name="T61" fmla="*/ 947377 h 26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791" h="2634">
                  <a:moveTo>
                    <a:pt x="773" y="2633"/>
                  </a:moveTo>
                  <a:lnTo>
                    <a:pt x="773" y="2633"/>
                  </a:lnTo>
                  <a:cubicBezTo>
                    <a:pt x="759" y="2633"/>
                    <a:pt x="743" y="2629"/>
                    <a:pt x="730" y="2622"/>
                  </a:cubicBezTo>
                  <a:cubicBezTo>
                    <a:pt x="534" y="2515"/>
                    <a:pt x="363" y="2361"/>
                    <a:pt x="238" y="2175"/>
                  </a:cubicBezTo>
                  <a:cubicBezTo>
                    <a:pt x="82" y="1945"/>
                    <a:pt x="0" y="1675"/>
                    <a:pt x="0" y="1395"/>
                  </a:cubicBezTo>
                  <a:cubicBezTo>
                    <a:pt x="0" y="626"/>
                    <a:pt x="626" y="0"/>
                    <a:pt x="1395" y="0"/>
                  </a:cubicBezTo>
                  <a:cubicBezTo>
                    <a:pt x="2164" y="0"/>
                    <a:pt x="2790" y="626"/>
                    <a:pt x="2790" y="1395"/>
                  </a:cubicBezTo>
                  <a:cubicBezTo>
                    <a:pt x="2790" y="1584"/>
                    <a:pt x="2753" y="1766"/>
                    <a:pt x="2680" y="1938"/>
                  </a:cubicBezTo>
                  <a:cubicBezTo>
                    <a:pt x="2660" y="1984"/>
                    <a:pt x="2608" y="2006"/>
                    <a:pt x="2562" y="1986"/>
                  </a:cubicBezTo>
                  <a:cubicBezTo>
                    <a:pt x="2515" y="1967"/>
                    <a:pt x="2494" y="1914"/>
                    <a:pt x="2514" y="1868"/>
                  </a:cubicBezTo>
                  <a:cubicBezTo>
                    <a:pt x="2577" y="1718"/>
                    <a:pt x="2609" y="1559"/>
                    <a:pt x="2609" y="1395"/>
                  </a:cubicBezTo>
                  <a:cubicBezTo>
                    <a:pt x="2609" y="726"/>
                    <a:pt x="2064" y="181"/>
                    <a:pt x="1395" y="181"/>
                  </a:cubicBezTo>
                  <a:cubicBezTo>
                    <a:pt x="725" y="181"/>
                    <a:pt x="181" y="726"/>
                    <a:pt x="181" y="1395"/>
                  </a:cubicBezTo>
                  <a:cubicBezTo>
                    <a:pt x="181" y="1638"/>
                    <a:pt x="252" y="1873"/>
                    <a:pt x="388" y="2074"/>
                  </a:cubicBezTo>
                  <a:cubicBezTo>
                    <a:pt x="497" y="2236"/>
                    <a:pt x="645" y="2370"/>
                    <a:pt x="816" y="2463"/>
                  </a:cubicBezTo>
                  <a:cubicBezTo>
                    <a:pt x="860" y="2487"/>
                    <a:pt x="876" y="2542"/>
                    <a:pt x="853" y="2586"/>
                  </a:cubicBezTo>
                  <a:cubicBezTo>
                    <a:pt x="836" y="2616"/>
                    <a:pt x="805" y="2633"/>
                    <a:pt x="773" y="263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7" name="Freeform 53">
              <a:extLst>
                <a:ext uri="{FF2B5EF4-FFF2-40B4-BE49-F238E27FC236}">
                  <a16:creationId xmlns:a16="http://schemas.microsoft.com/office/drawing/2014/main" id="{F0B79A65-A06B-4095-9933-32A635D85A19}"/>
                </a:ext>
              </a:extLst>
            </p:cNvPr>
            <p:cNvSpPr>
              <a:spLocks noChangeArrowheads="1"/>
            </p:cNvSpPr>
            <p:nvPr/>
          </p:nvSpPr>
          <p:spPr bwMode="auto">
            <a:xfrm>
              <a:off x="3878263" y="1036638"/>
              <a:ext cx="65087" cy="288925"/>
            </a:xfrm>
            <a:custGeom>
              <a:avLst/>
              <a:gdLst>
                <a:gd name="T0" fmla="*/ 32544 w 182"/>
                <a:gd name="T1" fmla="*/ 288566 h 804"/>
                <a:gd name="T2" fmla="*/ 32544 w 182"/>
                <a:gd name="T3" fmla="*/ 288566 h 804"/>
                <a:gd name="T4" fmla="*/ 0 w 182"/>
                <a:gd name="T5" fmla="*/ 256223 h 804"/>
                <a:gd name="T6" fmla="*/ 0 w 182"/>
                <a:gd name="T7" fmla="*/ 32342 h 804"/>
                <a:gd name="T8" fmla="*/ 0 w 182"/>
                <a:gd name="T9" fmla="*/ 32342 h 804"/>
                <a:gd name="T10" fmla="*/ 32544 w 182"/>
                <a:gd name="T11" fmla="*/ 0 h 804"/>
                <a:gd name="T12" fmla="*/ 32544 w 182"/>
                <a:gd name="T13" fmla="*/ 0 h 804"/>
                <a:gd name="T14" fmla="*/ 64729 w 182"/>
                <a:gd name="T15" fmla="*/ 32342 h 804"/>
                <a:gd name="T16" fmla="*/ 64729 w 182"/>
                <a:gd name="T17" fmla="*/ 256223 h 804"/>
                <a:gd name="T18" fmla="*/ 64729 w 182"/>
                <a:gd name="T19" fmla="*/ 256223 h 804"/>
                <a:gd name="T20" fmla="*/ 32544 w 182"/>
                <a:gd name="T21" fmla="*/ 288566 h 8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2" h="804">
                  <a:moveTo>
                    <a:pt x="91" y="803"/>
                  </a:moveTo>
                  <a:lnTo>
                    <a:pt x="91" y="803"/>
                  </a:lnTo>
                  <a:cubicBezTo>
                    <a:pt x="41" y="803"/>
                    <a:pt x="0" y="763"/>
                    <a:pt x="0" y="713"/>
                  </a:cubicBezTo>
                  <a:lnTo>
                    <a:pt x="0" y="90"/>
                  </a:lnTo>
                  <a:cubicBezTo>
                    <a:pt x="0" y="41"/>
                    <a:pt x="41" y="0"/>
                    <a:pt x="91" y="0"/>
                  </a:cubicBezTo>
                  <a:cubicBezTo>
                    <a:pt x="141" y="0"/>
                    <a:pt x="181" y="41"/>
                    <a:pt x="181" y="90"/>
                  </a:cubicBezTo>
                  <a:lnTo>
                    <a:pt x="181" y="713"/>
                  </a:lnTo>
                  <a:cubicBezTo>
                    <a:pt x="181" y="763"/>
                    <a:pt x="141" y="803"/>
                    <a:pt x="91" y="8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8" name="Freeform 54">
              <a:extLst>
                <a:ext uri="{FF2B5EF4-FFF2-40B4-BE49-F238E27FC236}">
                  <a16:creationId xmlns:a16="http://schemas.microsoft.com/office/drawing/2014/main" id="{4E9B2919-14A8-46E0-97C4-E78F28D85640}"/>
                </a:ext>
              </a:extLst>
            </p:cNvPr>
            <p:cNvSpPr>
              <a:spLocks noChangeArrowheads="1"/>
            </p:cNvSpPr>
            <p:nvPr/>
          </p:nvSpPr>
          <p:spPr bwMode="auto">
            <a:xfrm>
              <a:off x="3370263" y="1204913"/>
              <a:ext cx="206375" cy="250825"/>
            </a:xfrm>
            <a:custGeom>
              <a:avLst/>
              <a:gdLst>
                <a:gd name="T0" fmla="*/ 168852 w 572"/>
                <a:gd name="T1" fmla="*/ 250465 h 697"/>
                <a:gd name="T2" fmla="*/ 168852 w 572"/>
                <a:gd name="T3" fmla="*/ 250465 h 697"/>
                <a:gd name="T4" fmla="*/ 142514 w 572"/>
                <a:gd name="T5" fmla="*/ 237150 h 697"/>
                <a:gd name="T6" fmla="*/ 10824 w 572"/>
                <a:gd name="T7" fmla="*/ 56139 h 697"/>
                <a:gd name="T8" fmla="*/ 10824 w 572"/>
                <a:gd name="T9" fmla="*/ 56139 h 697"/>
                <a:gd name="T10" fmla="*/ 17679 w 572"/>
                <a:gd name="T11" fmla="*/ 10796 h 697"/>
                <a:gd name="T12" fmla="*/ 17679 w 572"/>
                <a:gd name="T13" fmla="*/ 10796 h 697"/>
                <a:gd name="T14" fmla="*/ 63500 w 572"/>
                <a:gd name="T15" fmla="*/ 17993 h 697"/>
                <a:gd name="T16" fmla="*/ 195551 w 572"/>
                <a:gd name="T17" fmla="*/ 198645 h 697"/>
                <a:gd name="T18" fmla="*/ 195551 w 572"/>
                <a:gd name="T19" fmla="*/ 198645 h 697"/>
                <a:gd name="T20" fmla="*/ 188335 w 572"/>
                <a:gd name="T21" fmla="*/ 244347 h 697"/>
                <a:gd name="T22" fmla="*/ 188335 w 572"/>
                <a:gd name="T23" fmla="*/ 244347 h 697"/>
                <a:gd name="T24" fmla="*/ 168852 w 572"/>
                <a:gd name="T25" fmla="*/ 250465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7">
                  <a:moveTo>
                    <a:pt x="468" y="696"/>
                  </a:moveTo>
                  <a:lnTo>
                    <a:pt x="468" y="696"/>
                  </a:lnTo>
                  <a:cubicBezTo>
                    <a:pt x="441" y="696"/>
                    <a:pt x="413" y="683"/>
                    <a:pt x="395" y="659"/>
                  </a:cubicBezTo>
                  <a:lnTo>
                    <a:pt x="30" y="156"/>
                  </a:lnTo>
                  <a:cubicBezTo>
                    <a:pt x="0" y="115"/>
                    <a:pt x="10" y="59"/>
                    <a:pt x="49" y="30"/>
                  </a:cubicBezTo>
                  <a:cubicBezTo>
                    <a:pt x="90" y="0"/>
                    <a:pt x="147" y="9"/>
                    <a:pt x="176" y="50"/>
                  </a:cubicBezTo>
                  <a:lnTo>
                    <a:pt x="542" y="552"/>
                  </a:lnTo>
                  <a:cubicBezTo>
                    <a:pt x="571" y="593"/>
                    <a:pt x="562" y="649"/>
                    <a:pt x="522" y="679"/>
                  </a:cubicBezTo>
                  <a:cubicBezTo>
                    <a:pt x="505" y="690"/>
                    <a:pt x="487" y="696"/>
                    <a:pt x="468" y="69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9" name="Freeform 55">
              <a:extLst>
                <a:ext uri="{FF2B5EF4-FFF2-40B4-BE49-F238E27FC236}">
                  <a16:creationId xmlns:a16="http://schemas.microsoft.com/office/drawing/2014/main" id="{437DD1A6-47A0-4949-878D-49304240452C}"/>
                </a:ext>
              </a:extLst>
            </p:cNvPr>
            <p:cNvSpPr>
              <a:spLocks noChangeArrowheads="1"/>
            </p:cNvSpPr>
            <p:nvPr/>
          </p:nvSpPr>
          <p:spPr bwMode="auto">
            <a:xfrm>
              <a:off x="3065463" y="1641475"/>
              <a:ext cx="285750" cy="138113"/>
            </a:xfrm>
            <a:custGeom>
              <a:avLst/>
              <a:gdLst>
                <a:gd name="T0" fmla="*/ 248728 w 795"/>
                <a:gd name="T1" fmla="*/ 137754 h 385"/>
                <a:gd name="T2" fmla="*/ 248728 w 795"/>
                <a:gd name="T3" fmla="*/ 137754 h 385"/>
                <a:gd name="T4" fmla="*/ 239024 w 795"/>
                <a:gd name="T5" fmla="*/ 136319 h 385"/>
                <a:gd name="T6" fmla="*/ 26239 w 795"/>
                <a:gd name="T7" fmla="*/ 67442 h 385"/>
                <a:gd name="T8" fmla="*/ 26239 w 795"/>
                <a:gd name="T9" fmla="*/ 67442 h 385"/>
                <a:gd name="T10" fmla="*/ 5392 w 795"/>
                <a:gd name="T11" fmla="*/ 26546 h 385"/>
                <a:gd name="T12" fmla="*/ 5392 w 795"/>
                <a:gd name="T13" fmla="*/ 26546 h 385"/>
                <a:gd name="T14" fmla="*/ 46367 w 795"/>
                <a:gd name="T15" fmla="*/ 5740 h 385"/>
                <a:gd name="T16" fmla="*/ 258792 w 795"/>
                <a:gd name="T17" fmla="*/ 74617 h 385"/>
                <a:gd name="T18" fmla="*/ 258792 w 795"/>
                <a:gd name="T19" fmla="*/ 74617 h 385"/>
                <a:gd name="T20" fmla="*/ 279999 w 795"/>
                <a:gd name="T21" fmla="*/ 115513 h 385"/>
                <a:gd name="T22" fmla="*/ 279999 w 795"/>
                <a:gd name="T23" fmla="*/ 115513 h 385"/>
                <a:gd name="T24" fmla="*/ 248728 w 795"/>
                <a:gd name="T25" fmla="*/ 137754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692" y="384"/>
                  </a:moveTo>
                  <a:lnTo>
                    <a:pt x="692" y="384"/>
                  </a:lnTo>
                  <a:cubicBezTo>
                    <a:pt x="683" y="384"/>
                    <a:pt x="673" y="383"/>
                    <a:pt x="665" y="380"/>
                  </a:cubicBezTo>
                  <a:lnTo>
                    <a:pt x="73" y="188"/>
                  </a:lnTo>
                  <a:cubicBezTo>
                    <a:pt x="25" y="172"/>
                    <a:pt x="0" y="121"/>
                    <a:pt x="15" y="74"/>
                  </a:cubicBezTo>
                  <a:cubicBezTo>
                    <a:pt x="31" y="26"/>
                    <a:pt x="81" y="0"/>
                    <a:pt x="129" y="16"/>
                  </a:cubicBezTo>
                  <a:lnTo>
                    <a:pt x="720" y="208"/>
                  </a:lnTo>
                  <a:cubicBezTo>
                    <a:pt x="768" y="223"/>
                    <a:pt x="794" y="274"/>
                    <a:pt x="779" y="322"/>
                  </a:cubicBezTo>
                  <a:cubicBezTo>
                    <a:pt x="766" y="360"/>
                    <a:pt x="730" y="384"/>
                    <a:pt x="692"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0" name="Freeform 56">
              <a:extLst>
                <a:ext uri="{FF2B5EF4-FFF2-40B4-BE49-F238E27FC236}">
                  <a16:creationId xmlns:a16="http://schemas.microsoft.com/office/drawing/2014/main" id="{42B7F523-90BA-45B8-8901-B5CDD953BAF2}"/>
                </a:ext>
              </a:extLst>
            </p:cNvPr>
            <p:cNvSpPr>
              <a:spLocks noChangeArrowheads="1"/>
            </p:cNvSpPr>
            <p:nvPr/>
          </p:nvSpPr>
          <p:spPr bwMode="auto">
            <a:xfrm>
              <a:off x="3074988" y="2103438"/>
              <a:ext cx="285750" cy="138112"/>
            </a:xfrm>
            <a:custGeom>
              <a:avLst/>
              <a:gdLst>
                <a:gd name="T0" fmla="*/ 36303 w 795"/>
                <a:gd name="T1" fmla="*/ 137753 h 385"/>
                <a:gd name="T2" fmla="*/ 36303 w 795"/>
                <a:gd name="T3" fmla="*/ 137753 h 385"/>
                <a:gd name="T4" fmla="*/ 5751 w 795"/>
                <a:gd name="T5" fmla="*/ 115153 h 385"/>
                <a:gd name="T6" fmla="*/ 5751 w 795"/>
                <a:gd name="T7" fmla="*/ 115153 h 385"/>
                <a:gd name="T8" fmla="*/ 26598 w 795"/>
                <a:gd name="T9" fmla="*/ 74258 h 385"/>
                <a:gd name="T10" fmla="*/ 239024 w 795"/>
                <a:gd name="T11" fmla="*/ 5381 h 385"/>
                <a:gd name="T12" fmla="*/ 239024 w 795"/>
                <a:gd name="T13" fmla="*/ 5381 h 385"/>
                <a:gd name="T14" fmla="*/ 279640 w 795"/>
                <a:gd name="T15" fmla="*/ 26187 h 385"/>
                <a:gd name="T16" fmla="*/ 279640 w 795"/>
                <a:gd name="T17" fmla="*/ 26187 h 385"/>
                <a:gd name="T18" fmla="*/ 258792 w 795"/>
                <a:gd name="T19" fmla="*/ 67083 h 385"/>
                <a:gd name="T20" fmla="*/ 46726 w 795"/>
                <a:gd name="T21" fmla="*/ 135960 h 385"/>
                <a:gd name="T22" fmla="*/ 46726 w 795"/>
                <a:gd name="T23" fmla="*/ 135960 h 385"/>
                <a:gd name="T24" fmla="*/ 36303 w 795"/>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5" h="385">
                  <a:moveTo>
                    <a:pt x="101" y="384"/>
                  </a:moveTo>
                  <a:lnTo>
                    <a:pt x="101" y="384"/>
                  </a:lnTo>
                  <a:cubicBezTo>
                    <a:pt x="63" y="384"/>
                    <a:pt x="28" y="359"/>
                    <a:pt x="16" y="321"/>
                  </a:cubicBezTo>
                  <a:cubicBezTo>
                    <a:pt x="0" y="274"/>
                    <a:pt x="26" y="223"/>
                    <a:pt x="74" y="207"/>
                  </a:cubicBezTo>
                  <a:lnTo>
                    <a:pt x="665" y="15"/>
                  </a:lnTo>
                  <a:cubicBezTo>
                    <a:pt x="712" y="0"/>
                    <a:pt x="763" y="26"/>
                    <a:pt x="778" y="73"/>
                  </a:cubicBezTo>
                  <a:cubicBezTo>
                    <a:pt x="794" y="121"/>
                    <a:pt x="768" y="172"/>
                    <a:pt x="720" y="187"/>
                  </a:cubicBezTo>
                  <a:lnTo>
                    <a:pt x="130"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1" name="Freeform 57">
              <a:extLst>
                <a:ext uri="{FF2B5EF4-FFF2-40B4-BE49-F238E27FC236}">
                  <a16:creationId xmlns:a16="http://schemas.microsoft.com/office/drawing/2014/main" id="{1ACECCCC-6095-4F87-B306-10459DA2C872}"/>
                </a:ext>
              </a:extLst>
            </p:cNvPr>
            <p:cNvSpPr>
              <a:spLocks noChangeArrowheads="1"/>
            </p:cNvSpPr>
            <p:nvPr/>
          </p:nvSpPr>
          <p:spPr bwMode="auto">
            <a:xfrm>
              <a:off x="4491038" y="1614488"/>
              <a:ext cx="285750" cy="138112"/>
            </a:xfrm>
            <a:custGeom>
              <a:avLst/>
              <a:gdLst>
                <a:gd name="T0" fmla="*/ 36394 w 793"/>
                <a:gd name="T1" fmla="*/ 137753 h 385"/>
                <a:gd name="T2" fmla="*/ 36394 w 793"/>
                <a:gd name="T3" fmla="*/ 137753 h 385"/>
                <a:gd name="T4" fmla="*/ 5405 w 793"/>
                <a:gd name="T5" fmla="*/ 115153 h 385"/>
                <a:gd name="T6" fmla="*/ 5405 w 793"/>
                <a:gd name="T7" fmla="*/ 115153 h 385"/>
                <a:gd name="T8" fmla="*/ 26305 w 793"/>
                <a:gd name="T9" fmla="*/ 74258 h 385"/>
                <a:gd name="T10" fmla="*/ 238906 w 793"/>
                <a:gd name="T11" fmla="*/ 5381 h 385"/>
                <a:gd name="T12" fmla="*/ 238906 w 793"/>
                <a:gd name="T13" fmla="*/ 5381 h 385"/>
                <a:gd name="T14" fmla="*/ 279985 w 793"/>
                <a:gd name="T15" fmla="*/ 26546 h 385"/>
                <a:gd name="T16" fmla="*/ 279985 w 793"/>
                <a:gd name="T17" fmla="*/ 26546 h 385"/>
                <a:gd name="T18" fmla="*/ 259085 w 793"/>
                <a:gd name="T19" fmla="*/ 67083 h 385"/>
                <a:gd name="T20" fmla="*/ 46484 w 793"/>
                <a:gd name="T21" fmla="*/ 135960 h 385"/>
                <a:gd name="T22" fmla="*/ 46484 w 793"/>
                <a:gd name="T23" fmla="*/ 135960 h 385"/>
                <a:gd name="T24" fmla="*/ 36394 w 793"/>
                <a:gd name="T25" fmla="*/ 137753 h 3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3" h="385">
                  <a:moveTo>
                    <a:pt x="101" y="384"/>
                  </a:moveTo>
                  <a:lnTo>
                    <a:pt x="101" y="384"/>
                  </a:lnTo>
                  <a:cubicBezTo>
                    <a:pt x="63" y="384"/>
                    <a:pt x="28" y="359"/>
                    <a:pt x="15" y="321"/>
                  </a:cubicBezTo>
                  <a:cubicBezTo>
                    <a:pt x="0" y="274"/>
                    <a:pt x="26" y="223"/>
                    <a:pt x="73" y="207"/>
                  </a:cubicBezTo>
                  <a:lnTo>
                    <a:pt x="663" y="15"/>
                  </a:lnTo>
                  <a:cubicBezTo>
                    <a:pt x="711" y="0"/>
                    <a:pt x="762" y="26"/>
                    <a:pt x="777" y="74"/>
                  </a:cubicBezTo>
                  <a:cubicBezTo>
                    <a:pt x="792" y="121"/>
                    <a:pt x="767" y="172"/>
                    <a:pt x="719" y="187"/>
                  </a:cubicBezTo>
                  <a:lnTo>
                    <a:pt x="129" y="379"/>
                  </a:lnTo>
                  <a:cubicBezTo>
                    <a:pt x="120" y="382"/>
                    <a:pt x="111" y="384"/>
                    <a:pt x="101" y="3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2" name="Freeform 58">
              <a:extLst>
                <a:ext uri="{FF2B5EF4-FFF2-40B4-BE49-F238E27FC236}">
                  <a16:creationId xmlns:a16="http://schemas.microsoft.com/office/drawing/2014/main" id="{7932C5C1-94B1-40E1-965D-2DC8A386B4B8}"/>
                </a:ext>
              </a:extLst>
            </p:cNvPr>
            <p:cNvSpPr>
              <a:spLocks noChangeArrowheads="1"/>
            </p:cNvSpPr>
            <p:nvPr/>
          </p:nvSpPr>
          <p:spPr bwMode="auto">
            <a:xfrm>
              <a:off x="4251325" y="1189038"/>
              <a:ext cx="206375" cy="250825"/>
            </a:xfrm>
            <a:custGeom>
              <a:avLst/>
              <a:gdLst>
                <a:gd name="T0" fmla="*/ 36801 w 572"/>
                <a:gd name="T1" fmla="*/ 250465 h 696"/>
                <a:gd name="T2" fmla="*/ 36801 w 572"/>
                <a:gd name="T3" fmla="*/ 250465 h 696"/>
                <a:gd name="T4" fmla="*/ 18040 w 572"/>
                <a:gd name="T5" fmla="*/ 244338 h 696"/>
                <a:gd name="T6" fmla="*/ 18040 w 572"/>
                <a:gd name="T7" fmla="*/ 244338 h 696"/>
                <a:gd name="T8" fmla="*/ 10824 w 572"/>
                <a:gd name="T9" fmla="*/ 198930 h 696"/>
                <a:gd name="T10" fmla="*/ 142153 w 572"/>
                <a:gd name="T11" fmla="*/ 17659 h 696"/>
                <a:gd name="T12" fmla="*/ 142153 w 572"/>
                <a:gd name="T13" fmla="*/ 17659 h 696"/>
                <a:gd name="T14" fmla="*/ 187974 w 572"/>
                <a:gd name="T15" fmla="*/ 10451 h 696"/>
                <a:gd name="T16" fmla="*/ 187974 w 572"/>
                <a:gd name="T17" fmla="*/ 10451 h 696"/>
                <a:gd name="T18" fmla="*/ 195190 w 572"/>
                <a:gd name="T19" fmla="*/ 55859 h 696"/>
                <a:gd name="T20" fmla="*/ 63500 w 572"/>
                <a:gd name="T21" fmla="*/ 237131 h 696"/>
                <a:gd name="T22" fmla="*/ 63500 w 572"/>
                <a:gd name="T23" fmla="*/ 237131 h 696"/>
                <a:gd name="T24" fmla="*/ 36801 w 572"/>
                <a:gd name="T25" fmla="*/ 250465 h 6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2" h="696">
                  <a:moveTo>
                    <a:pt x="102" y="695"/>
                  </a:moveTo>
                  <a:lnTo>
                    <a:pt x="102" y="695"/>
                  </a:lnTo>
                  <a:cubicBezTo>
                    <a:pt x="84" y="695"/>
                    <a:pt x="66" y="690"/>
                    <a:pt x="50" y="678"/>
                  </a:cubicBezTo>
                  <a:cubicBezTo>
                    <a:pt x="9" y="649"/>
                    <a:pt x="0" y="592"/>
                    <a:pt x="30" y="552"/>
                  </a:cubicBezTo>
                  <a:lnTo>
                    <a:pt x="394" y="49"/>
                  </a:lnTo>
                  <a:cubicBezTo>
                    <a:pt x="424" y="9"/>
                    <a:pt x="481" y="0"/>
                    <a:pt x="521" y="29"/>
                  </a:cubicBezTo>
                  <a:cubicBezTo>
                    <a:pt x="561" y="59"/>
                    <a:pt x="571" y="115"/>
                    <a:pt x="541" y="155"/>
                  </a:cubicBezTo>
                  <a:lnTo>
                    <a:pt x="176" y="658"/>
                  </a:lnTo>
                  <a:cubicBezTo>
                    <a:pt x="158" y="682"/>
                    <a:pt x="131" y="695"/>
                    <a:pt x="102" y="69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Tree>
    <p:extLst>
      <p:ext uri="{BB962C8B-B14F-4D97-AF65-F5344CB8AC3E}">
        <p14:creationId xmlns:p14="http://schemas.microsoft.com/office/powerpoint/2010/main" val="263511589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074D42F-F32E-48EA-8CBF-6C9AA5F9DD1B}" type="datetime3">
              <a:rPr lang="en-IN" smtClean="0"/>
              <a:t>15 May 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FEFC04-1B51-41D2-B29F-4C9675E24636}" type="slidenum">
              <a:rPr lang="en-IN" smtClean="0"/>
              <a:t>‹#›</a:t>
            </a:fld>
            <a:endParaRPr lang="en-IN"/>
          </a:p>
        </p:txBody>
      </p:sp>
    </p:spTree>
    <p:extLst>
      <p:ext uri="{BB962C8B-B14F-4D97-AF65-F5344CB8AC3E}">
        <p14:creationId xmlns:p14="http://schemas.microsoft.com/office/powerpoint/2010/main" val="295884998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3788A81-822D-471D-AE3B-68F0587DE3F4}" type="datetime3">
              <a:rPr lang="en-IN" smtClean="0"/>
              <a:t>15 May 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FEFC04-1B51-41D2-B29F-4C9675E24636}" type="slidenum">
              <a:rPr lang="en-IN" smtClean="0"/>
              <a:t>‹#›</a:t>
            </a:fld>
            <a:endParaRPr lang="en-IN"/>
          </a:p>
        </p:txBody>
      </p:sp>
    </p:spTree>
    <p:extLst>
      <p:ext uri="{BB962C8B-B14F-4D97-AF65-F5344CB8AC3E}">
        <p14:creationId xmlns:p14="http://schemas.microsoft.com/office/powerpoint/2010/main" val="177068467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BD2949-E41A-4E20-8AAD-5F89D7C0BC5A}" type="datetime3">
              <a:rPr lang="en-IN" smtClean="0"/>
              <a:t>15 May 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FEFC04-1B51-41D2-B29F-4C9675E24636}" type="slidenum">
              <a:rPr lang="en-IN" smtClean="0"/>
              <a:t>‹#›</a:t>
            </a:fld>
            <a:endParaRPr lang="en-IN"/>
          </a:p>
        </p:txBody>
      </p:sp>
    </p:spTree>
    <p:extLst>
      <p:ext uri="{BB962C8B-B14F-4D97-AF65-F5344CB8AC3E}">
        <p14:creationId xmlns:p14="http://schemas.microsoft.com/office/powerpoint/2010/main" val="45254179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B523C4-5B07-478A-9DAF-135CC80E32A6}" type="datetime3">
              <a:rPr lang="en-IN" smtClean="0"/>
              <a:t>15 May 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FEFC04-1B51-41D2-B29F-4C9675E24636}" type="slidenum">
              <a:rPr lang="en-IN" smtClean="0"/>
              <a:t>‹#›</a:t>
            </a:fld>
            <a:endParaRPr lang="en-IN"/>
          </a:p>
        </p:txBody>
      </p:sp>
    </p:spTree>
    <p:extLst>
      <p:ext uri="{BB962C8B-B14F-4D97-AF65-F5344CB8AC3E}">
        <p14:creationId xmlns:p14="http://schemas.microsoft.com/office/powerpoint/2010/main" val="163245090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18" name="Oval 17"/>
          <p:cNvSpPr/>
          <p:nvPr/>
        </p:nvSpPr>
        <p:spPr>
          <a:xfrm>
            <a:off x="384176" y="6393180"/>
            <a:ext cx="341448" cy="34144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lide Number Placeholder 5"/>
          <p:cNvSpPr txBox="1">
            <a:spLocks/>
          </p:cNvSpPr>
          <p:nvPr/>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
        <p:nvSpPr>
          <p:cNvPr id="2" name="Title 1">
            <a:extLst>
              <a:ext uri="{FF2B5EF4-FFF2-40B4-BE49-F238E27FC236}">
                <a16:creationId xmlns:a16="http://schemas.microsoft.com/office/drawing/2014/main" id="{7D4BA78D-5E30-4E30-B805-F01B62857C00}"/>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A13FF64F-BA55-4410-982C-7A541C0C6FEA}"/>
              </a:ext>
            </a:extLst>
          </p:cNvPr>
          <p:cNvSpPr>
            <a:spLocks noGrp="1"/>
          </p:cNvSpPr>
          <p:nvPr>
            <p:ph type="ftr" sz="quarter" idx="10"/>
          </p:nvPr>
        </p:nvSpPr>
        <p:spPr>
          <a:xfrm>
            <a:off x="838200" y="6356350"/>
            <a:ext cx="4114800" cy="365125"/>
          </a:xfrm>
          <a:prstGeom prst="rect">
            <a:avLst/>
          </a:prstGeom>
        </p:spPr>
        <p:txBody>
          <a:bodyPr/>
          <a:lstStyle/>
          <a:p>
            <a:endParaRPr lang="en-US"/>
          </a:p>
        </p:txBody>
      </p:sp>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838200" y="1398588"/>
            <a:ext cx="10204450" cy="4767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Slide Number Placeholder 5">
            <a:extLst>
              <a:ext uri="{FF2B5EF4-FFF2-40B4-BE49-F238E27FC236}">
                <a16:creationId xmlns:a16="http://schemas.microsoft.com/office/drawing/2014/main" id="{D653AFD2-09C8-523D-2600-7D720E72BEC7}"/>
              </a:ext>
            </a:extLst>
          </p:cNvPr>
          <p:cNvSpPr txBox="1">
            <a:spLocks/>
          </p:cNvSpPr>
          <p:nvPr userDrawn="1"/>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388386571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16" name="Slide Number Placeholder 5"/>
          <p:cNvSpPr txBox="1">
            <a:spLocks/>
          </p:cNvSpPr>
          <p:nvPr/>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
        <p:nvSpPr>
          <p:cNvPr id="3" name="Slide Number Placeholder 5">
            <a:extLst>
              <a:ext uri="{FF2B5EF4-FFF2-40B4-BE49-F238E27FC236}">
                <a16:creationId xmlns:a16="http://schemas.microsoft.com/office/drawing/2014/main" id="{1F654906-A564-665C-1964-BC840F15F201}"/>
              </a:ext>
            </a:extLst>
          </p:cNvPr>
          <p:cNvSpPr txBox="1">
            <a:spLocks/>
          </p:cNvSpPr>
          <p:nvPr/>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
        <p:nvSpPr>
          <p:cNvPr id="2" name="Slide Number Placeholder 5">
            <a:extLst>
              <a:ext uri="{FF2B5EF4-FFF2-40B4-BE49-F238E27FC236}">
                <a16:creationId xmlns:a16="http://schemas.microsoft.com/office/drawing/2014/main" id="{120A553C-51F1-D447-EF2A-BCFFD9AB0C7E}"/>
              </a:ext>
            </a:extLst>
          </p:cNvPr>
          <p:cNvSpPr txBox="1">
            <a:spLocks/>
          </p:cNvSpPr>
          <p:nvPr userDrawn="1"/>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390506784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16" name="Slide Number Placeholder 5"/>
          <p:cNvSpPr txBox="1">
            <a:spLocks/>
          </p:cNvSpPr>
          <p:nvPr/>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2075227714"/>
      </p:ext>
    </p:extLst>
  </p:cSld>
  <p:clrMapOvr>
    <a:masterClrMapping/>
  </p:clrMapOvr>
  <p:hf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1" name="Rectangle 2">
            <a:extLst>
              <a:ext uri="{FF2B5EF4-FFF2-40B4-BE49-F238E27FC236}">
                <a16:creationId xmlns:a16="http://schemas.microsoft.com/office/drawing/2014/main" id="{9DE4DB56-93C1-41B7-9924-1897F7617F0F}"/>
              </a:ext>
            </a:extLst>
          </p:cNvPr>
          <p:cNvSpPr/>
          <p:nvPr/>
        </p:nvSpPr>
        <p:spPr>
          <a:xfrm>
            <a:off x="0" y="-8905"/>
            <a:ext cx="9875520" cy="132277"/>
          </a:xfrm>
          <a:custGeom>
            <a:avLst/>
            <a:gdLst>
              <a:gd name="connsiteX0" fmla="*/ 0 w 11095348"/>
              <a:gd name="connsiteY0" fmla="*/ 0 h 141402"/>
              <a:gd name="connsiteX1" fmla="*/ 11095348 w 11095348"/>
              <a:gd name="connsiteY1" fmla="*/ 0 h 141402"/>
              <a:gd name="connsiteX2" fmla="*/ 11095348 w 11095348"/>
              <a:gd name="connsiteY2" fmla="*/ 141402 h 141402"/>
              <a:gd name="connsiteX3" fmla="*/ 0 w 11095348"/>
              <a:gd name="connsiteY3" fmla="*/ 141402 h 141402"/>
              <a:gd name="connsiteX4" fmla="*/ 0 w 11095348"/>
              <a:gd name="connsiteY4" fmla="*/ 0 h 141402"/>
              <a:gd name="connsiteX0" fmla="*/ 0 w 11323948"/>
              <a:gd name="connsiteY0" fmla="*/ 9525 h 150927"/>
              <a:gd name="connsiteX1" fmla="*/ 11323948 w 11323948"/>
              <a:gd name="connsiteY1" fmla="*/ 0 h 150927"/>
              <a:gd name="connsiteX2" fmla="*/ 11095348 w 11323948"/>
              <a:gd name="connsiteY2" fmla="*/ 150927 h 150927"/>
              <a:gd name="connsiteX3" fmla="*/ 0 w 11323948"/>
              <a:gd name="connsiteY3" fmla="*/ 150927 h 150927"/>
              <a:gd name="connsiteX4" fmla="*/ 0 w 11323948"/>
              <a:gd name="connsiteY4" fmla="*/ 9525 h 150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3948" h="150927">
                <a:moveTo>
                  <a:pt x="0" y="9525"/>
                </a:moveTo>
                <a:lnTo>
                  <a:pt x="11323948" y="0"/>
                </a:lnTo>
                <a:lnTo>
                  <a:pt x="11095348" y="150927"/>
                </a:lnTo>
                <a:lnTo>
                  <a:pt x="0" y="150927"/>
                </a:lnTo>
                <a:lnTo>
                  <a:pt x="0" y="952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E9995EC7-7949-43A5-8B8F-767713B5C374}"/>
              </a:ext>
            </a:extLst>
          </p:cNvPr>
          <p:cNvSpPr/>
          <p:nvPr/>
        </p:nvSpPr>
        <p:spPr>
          <a:xfrm>
            <a:off x="11757276" y="6438423"/>
            <a:ext cx="341448" cy="34144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BB73FC3-00B1-407A-ADA7-3F0786CC0A8E}"/>
              </a:ext>
            </a:extLst>
          </p:cNvPr>
          <p:cNvSpPr txBox="1">
            <a:spLocks/>
          </p:cNvSpPr>
          <p:nvPr/>
        </p:nvSpPr>
        <p:spPr>
          <a:xfrm>
            <a:off x="11724800" y="6454775"/>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1751808084"/>
      </p:ext>
    </p:extLst>
  </p:cSld>
  <p:clrMapOvr>
    <a:masterClrMapping/>
  </p:clrMapOvr>
  <p:hf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11601904" y="6485956"/>
            <a:ext cx="519306" cy="341448"/>
          </a:xfrm>
          <a:prstGeom prst="rect">
            <a:avLst/>
          </a:prstGeom>
        </p:spPr>
        <p:txBody>
          <a:bodyPr/>
          <a:lstStyle/>
          <a:p>
            <a:fld id="{F1FEFC04-1B51-41D2-B29F-4C9675E24636}" type="slidenum">
              <a:rPr lang="en-IN" smtClean="0"/>
              <a:t>‹#›</a:t>
            </a:fld>
            <a:endParaRPr lang="en-IN"/>
          </a:p>
        </p:txBody>
      </p:sp>
    </p:spTree>
    <p:extLst>
      <p:ext uri="{BB962C8B-B14F-4D97-AF65-F5344CB8AC3E}">
        <p14:creationId xmlns:p14="http://schemas.microsoft.com/office/powerpoint/2010/main" val="185468622"/>
      </p:ext>
    </p:extLst>
  </p:cSld>
  <p:clrMapOvr>
    <a:masterClrMapping/>
  </p:clrMapOvr>
  <p:hf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BA78D-5E30-4E30-B805-F01B62857C00}"/>
              </a:ext>
            </a:extLst>
          </p:cNvPr>
          <p:cNvSpPr>
            <a:spLocks noGrp="1"/>
          </p:cNvSpPr>
          <p:nvPr>
            <p:ph type="title" hasCustomPrompt="1"/>
          </p:nvPr>
        </p:nvSpPr>
        <p:spPr>
          <a:xfrm>
            <a:off x="334800" y="324000"/>
            <a:ext cx="11440800" cy="583200"/>
          </a:xfrm>
        </p:spPr>
        <p:txBody>
          <a:bodyPr>
            <a:normAutofit/>
          </a:bodyPr>
          <a:lstStyle>
            <a:lvl1pPr>
              <a:defRPr sz="3200">
                <a:latin typeface="Arial" panose="020B0604020202020204" pitchFamily="34" charset="0"/>
                <a:cs typeface="Arial" panose="020B0604020202020204" pitchFamily="34" charset="0"/>
              </a:defRPr>
            </a:lvl1pPr>
          </a:lstStyle>
          <a:p>
            <a:r>
              <a:rPr lang="en-US"/>
              <a:t>CLICK TO EDIT MASTER TITLE STYLE</a:t>
            </a:r>
            <a:endParaRPr lang="en-IN"/>
          </a:p>
        </p:txBody>
      </p:sp>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334800" y="1084575"/>
            <a:ext cx="11440800" cy="4767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657910731"/>
      </p:ext>
    </p:extLst>
  </p:cSld>
  <p:clrMapOvr>
    <a:masterClrMapping/>
  </p:clrMapOvr>
  <p:hf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BA78D-5E30-4E30-B805-F01B62857C00}"/>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A13FF64F-BA55-4410-982C-7A541C0C6FEA}"/>
              </a:ext>
            </a:extLst>
          </p:cNvPr>
          <p:cNvSpPr>
            <a:spLocks noGrp="1"/>
          </p:cNvSpPr>
          <p:nvPr>
            <p:ph type="ftr" sz="quarter" idx="10"/>
          </p:nvPr>
        </p:nvSpPr>
        <p:spPr>
          <a:xfrm>
            <a:off x="4038600" y="6356350"/>
            <a:ext cx="4114800" cy="365125"/>
          </a:xfrm>
          <a:prstGeom prst="rect">
            <a:avLst/>
          </a:prstGeom>
        </p:spPr>
        <p:txBody>
          <a:bodyPr/>
          <a:lstStyle/>
          <a:p>
            <a:endParaRPr lang="en-IN"/>
          </a:p>
        </p:txBody>
      </p:sp>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838200" y="1398588"/>
            <a:ext cx="10204450" cy="4767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200266909"/>
      </p:ext>
    </p:extLst>
  </p:cSld>
  <p:clrMapOvr>
    <a:masterClrMapping/>
  </p:clrMapOvr>
  <p:hf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334800" y="1084575"/>
            <a:ext cx="11440800" cy="4767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Oval 3">
            <a:extLst>
              <a:ext uri="{FF2B5EF4-FFF2-40B4-BE49-F238E27FC236}">
                <a16:creationId xmlns:a16="http://schemas.microsoft.com/office/drawing/2014/main" id="{FF61F2E1-76D1-44AE-9484-CAA320CE4608}"/>
              </a:ext>
            </a:extLst>
          </p:cNvPr>
          <p:cNvSpPr/>
          <p:nvPr/>
        </p:nvSpPr>
        <p:spPr>
          <a:xfrm>
            <a:off x="11757276" y="6438423"/>
            <a:ext cx="341448" cy="34144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Slide Number Placeholder 5">
            <a:extLst>
              <a:ext uri="{FF2B5EF4-FFF2-40B4-BE49-F238E27FC236}">
                <a16:creationId xmlns:a16="http://schemas.microsoft.com/office/drawing/2014/main" id="{EE46A8E3-B8CC-4059-B503-70F619C1284C}"/>
              </a:ext>
            </a:extLst>
          </p:cNvPr>
          <p:cNvSpPr txBox="1">
            <a:spLocks/>
          </p:cNvSpPr>
          <p:nvPr/>
        </p:nvSpPr>
        <p:spPr>
          <a:xfrm>
            <a:off x="11724800" y="6454775"/>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806640898"/>
      </p:ext>
    </p:extLst>
  </p:cSld>
  <p:clrMapOvr>
    <a:masterClrMapping/>
  </p:clrMapOvr>
  <p:hf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1" y="226576"/>
            <a:ext cx="10515600" cy="909493"/>
          </a:xfrm>
        </p:spPr>
        <p:txBody>
          <a:bodyPr>
            <a:normAutofit/>
          </a:bodyPr>
          <a:lstStyle>
            <a:lvl1pPr>
              <a:defRPr sz="3599">
                <a:solidFill>
                  <a:schemeClr val="tx2"/>
                </a:solidFill>
              </a:defRPr>
            </a:lvl1pPr>
          </a:lstStyle>
          <a:p>
            <a:r>
              <a:rPr lang="en-US"/>
              <a:t>Click to edit Master title style</a:t>
            </a:r>
          </a:p>
        </p:txBody>
      </p:sp>
      <p:cxnSp>
        <p:nvCxnSpPr>
          <p:cNvPr id="10" name="Straight Connector 9">
            <a:extLst>
              <a:ext uri="{FF2B5EF4-FFF2-40B4-BE49-F238E27FC236}">
                <a16:creationId xmlns:a16="http://schemas.microsoft.com/office/drawing/2014/main" id="{E85A8071-A1C5-44E0-B969-B0E907022B8A}"/>
              </a:ext>
            </a:extLst>
          </p:cNvPr>
          <p:cNvCxnSpPr/>
          <p:nvPr/>
        </p:nvCxnSpPr>
        <p:spPr>
          <a:xfrm>
            <a:off x="838201" y="1066793"/>
            <a:ext cx="1051560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Picture 3" descr="Logo, icon&#10;&#10;Description automatically generated">
            <a:extLst>
              <a:ext uri="{FF2B5EF4-FFF2-40B4-BE49-F238E27FC236}">
                <a16:creationId xmlns:a16="http://schemas.microsoft.com/office/drawing/2014/main" id="{E22A6C7C-D739-4C03-A7E9-8AE7910A7C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96674" y="6150919"/>
            <a:ext cx="626007" cy="707081"/>
          </a:xfrm>
          <a:prstGeom prst="rect">
            <a:avLst/>
          </a:prstGeom>
        </p:spPr>
      </p:pic>
    </p:spTree>
    <p:custDataLst>
      <p:tags r:id="rId1"/>
    </p:custDataLst>
    <p:extLst>
      <p:ext uri="{BB962C8B-B14F-4D97-AF65-F5344CB8AC3E}">
        <p14:creationId xmlns:p14="http://schemas.microsoft.com/office/powerpoint/2010/main" val="3761094919"/>
      </p:ext>
    </p:extLst>
  </p:cSld>
  <p:clrMapOvr>
    <a:masterClrMapping/>
  </p:clrMapOvr>
  <p:hf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0_Title and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9131F49-DE50-4F14-B046-9B786B962CD6}"/>
              </a:ext>
            </a:extLst>
          </p:cNvPr>
          <p:cNvSpPr>
            <a:spLocks noGrp="1"/>
          </p:cNvSpPr>
          <p:nvPr>
            <p:ph type="title"/>
          </p:nvPr>
        </p:nvSpPr>
        <p:spPr>
          <a:xfrm>
            <a:off x="838200" y="288928"/>
            <a:ext cx="10515600" cy="473075"/>
          </a:xfrm>
        </p:spPr>
        <p:txBody>
          <a:bodyPr/>
          <a:lstStyle/>
          <a:p>
            <a:r>
              <a:rPr lang="en-US"/>
              <a:t>Click to edit Master title style</a:t>
            </a:r>
          </a:p>
        </p:txBody>
      </p:sp>
      <p:sp>
        <p:nvSpPr>
          <p:cNvPr id="4" name="Text Placeholder 2">
            <a:extLst>
              <a:ext uri="{FF2B5EF4-FFF2-40B4-BE49-F238E27FC236}">
                <a16:creationId xmlns:a16="http://schemas.microsoft.com/office/drawing/2014/main" id="{397CA3B0-19B1-400F-8647-461031A95213}"/>
              </a:ext>
            </a:extLst>
          </p:cNvPr>
          <p:cNvSpPr>
            <a:spLocks noGrp="1"/>
          </p:cNvSpPr>
          <p:nvPr>
            <p:ph idx="1"/>
          </p:nvPr>
        </p:nvSpPr>
        <p:spPr>
          <a:xfrm>
            <a:off x="838200" y="1203810"/>
            <a:ext cx="10515600" cy="497315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74716094"/>
      </p:ext>
    </p:extLst>
  </p:cSld>
  <p:clrMapOvr>
    <a:masterClrMapping/>
  </p:clrMapOvr>
  <p:hf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Title and Content with Images">
    <p:spTree>
      <p:nvGrpSpPr>
        <p:cNvPr id="1" name=""/>
        <p:cNvGrpSpPr/>
        <p:nvPr/>
      </p:nvGrpSpPr>
      <p:grpSpPr>
        <a:xfrm>
          <a:off x="0" y="0"/>
          <a:ext cx="0" cy="0"/>
          <a:chOff x="0" y="0"/>
          <a:chExt cx="0" cy="0"/>
        </a:xfrm>
      </p:grpSpPr>
      <p:sp>
        <p:nvSpPr>
          <p:cNvPr id="21" name="Picture Placeholder 7">
            <a:extLst>
              <a:ext uri="{FF2B5EF4-FFF2-40B4-BE49-F238E27FC236}">
                <a16:creationId xmlns:a16="http://schemas.microsoft.com/office/drawing/2014/main" id="{41B7CDEE-2644-4D36-95CB-1F92049E7FF7}"/>
              </a:ext>
            </a:extLst>
          </p:cNvPr>
          <p:cNvSpPr>
            <a:spLocks noGrp="1"/>
          </p:cNvSpPr>
          <p:nvPr>
            <p:ph type="pic" sz="quarter" idx="13"/>
          </p:nvPr>
        </p:nvSpPr>
        <p:spPr>
          <a:xfrm>
            <a:off x="458724" y="457200"/>
            <a:ext cx="11274552" cy="5943600"/>
          </a:xfrm>
        </p:spPr>
        <p:txBody>
          <a:bodyPr anchor="ctr" anchorCtr="0">
            <a:noAutofit/>
          </a:bodyPr>
          <a:lstStyle>
            <a:lvl1pPr marL="0" indent="0" algn="ctr">
              <a:buNone/>
              <a:defRPr/>
            </a:lvl1pPr>
          </a:lstStyle>
          <a:p>
            <a:r>
              <a:rPr lang="en-US"/>
              <a:t>Click icon to add picture</a:t>
            </a:r>
            <a:endParaRPr lang="ru-RU"/>
          </a:p>
        </p:txBody>
      </p:sp>
      <p:sp>
        <p:nvSpPr>
          <p:cNvPr id="9" name="Picture Placeholder 14">
            <a:extLst>
              <a:ext uri="{FF2B5EF4-FFF2-40B4-BE49-F238E27FC236}">
                <a16:creationId xmlns:a16="http://schemas.microsoft.com/office/drawing/2014/main" id="{4DF168AC-530C-4094-8F5F-FCF3FFDC1E3B}"/>
              </a:ext>
            </a:extLst>
          </p:cNvPr>
          <p:cNvSpPr>
            <a:spLocks noGrp="1"/>
          </p:cNvSpPr>
          <p:nvPr>
            <p:ph type="pic" sz="quarter" idx="14"/>
          </p:nvPr>
        </p:nvSpPr>
        <p:spPr>
          <a:xfrm>
            <a:off x="907903" y="4991383"/>
            <a:ext cx="1463040" cy="987552"/>
          </a:xfrm>
        </p:spPr>
        <p:txBody>
          <a:bodyPr anchor="ctr" anchorCtr="0">
            <a:noAutofit/>
          </a:bodyPr>
          <a:lstStyle>
            <a:lvl1pPr marL="0" indent="0" algn="ctr">
              <a:buNone/>
              <a:defRPr sz="1400"/>
            </a:lvl1pPr>
          </a:lstStyle>
          <a:p>
            <a:r>
              <a:rPr lang="en-US"/>
              <a:t>Click icon to add picture</a:t>
            </a:r>
            <a:endParaRPr lang="ru-RU"/>
          </a:p>
        </p:txBody>
      </p:sp>
      <p:sp>
        <p:nvSpPr>
          <p:cNvPr id="18" name="Text Placeholder 14">
            <a:extLst>
              <a:ext uri="{FF2B5EF4-FFF2-40B4-BE49-F238E27FC236}">
                <a16:creationId xmlns:a16="http://schemas.microsoft.com/office/drawing/2014/main" id="{8373CC7F-8644-430C-90D9-B903ED9F612A}"/>
              </a:ext>
            </a:extLst>
          </p:cNvPr>
          <p:cNvSpPr>
            <a:spLocks noGrp="1"/>
          </p:cNvSpPr>
          <p:nvPr>
            <p:ph type="body" sz="quarter" idx="15"/>
          </p:nvPr>
        </p:nvSpPr>
        <p:spPr>
          <a:xfrm>
            <a:off x="458788" y="2028825"/>
            <a:ext cx="4727575" cy="728663"/>
          </a:xfrm>
          <a:solidFill>
            <a:schemeClr val="accent1">
              <a:alpha val="60000"/>
            </a:schemeClr>
          </a:solidFill>
        </p:spPr>
        <p:txBody>
          <a:bodyPr lIns="396000" anchor="ctr" anchorCtr="0">
            <a:noAutofit/>
          </a:bodyPr>
          <a:lstStyle>
            <a:lvl1pPr marL="0" indent="0">
              <a:buNone/>
              <a:defRPr sz="2800">
                <a:solidFill>
                  <a:schemeClr val="bg1"/>
                </a:solidFill>
              </a:defRPr>
            </a:lvl1pPr>
            <a:lvl2pPr marL="457200" indent="0">
              <a:buNone/>
              <a:defRPr sz="2800">
                <a:solidFill>
                  <a:schemeClr val="bg1"/>
                </a:solidFill>
              </a:defRPr>
            </a:lvl2pPr>
            <a:lvl3pPr marL="914400" indent="0">
              <a:buNone/>
              <a:defRPr sz="2800">
                <a:solidFill>
                  <a:schemeClr val="bg1"/>
                </a:solidFill>
              </a:defRPr>
            </a:lvl3pPr>
            <a:lvl4pPr marL="1371600" indent="0">
              <a:buNone/>
              <a:defRPr sz="2800">
                <a:solidFill>
                  <a:schemeClr val="bg1"/>
                </a:solidFill>
              </a:defRPr>
            </a:lvl4pPr>
            <a:lvl5pPr marL="1828800" indent="0">
              <a:buNone/>
              <a:defRPr sz="2800">
                <a:solidFill>
                  <a:schemeClr val="bg1"/>
                </a:solidFill>
              </a:defRPr>
            </a:lvl5pPr>
          </a:lstStyle>
          <a:p>
            <a:pPr lvl="0"/>
            <a:r>
              <a:rPr lang="en-US"/>
              <a:t>Click to edit Master text styles</a:t>
            </a:r>
          </a:p>
        </p:txBody>
      </p:sp>
      <p:sp>
        <p:nvSpPr>
          <p:cNvPr id="20" name="Title 19">
            <a:extLst>
              <a:ext uri="{FF2B5EF4-FFF2-40B4-BE49-F238E27FC236}">
                <a16:creationId xmlns:a16="http://schemas.microsoft.com/office/drawing/2014/main" id="{64B737A3-9F6C-4989-B51B-07BDDD38FDB3}"/>
              </a:ext>
            </a:extLst>
          </p:cNvPr>
          <p:cNvSpPr>
            <a:spLocks noGrp="1"/>
          </p:cNvSpPr>
          <p:nvPr>
            <p:ph type="title" hasCustomPrompt="1"/>
          </p:nvPr>
        </p:nvSpPr>
        <p:spPr>
          <a:xfrm>
            <a:off x="458788" y="2754601"/>
            <a:ext cx="4726800" cy="1861200"/>
          </a:xfrm>
          <a:solidFill>
            <a:schemeClr val="bg1">
              <a:alpha val="50000"/>
            </a:schemeClr>
          </a:solidFill>
        </p:spPr>
        <p:txBody>
          <a:bodyPr lIns="396000" tIns="0" rIns="0" bIns="0">
            <a:noAutofit/>
          </a:bodyPr>
          <a:lstStyle>
            <a:lvl1pPr>
              <a:lnSpc>
                <a:spcPct val="85000"/>
              </a:lnSpc>
              <a:defRPr sz="5500"/>
            </a:lvl1pPr>
          </a:lstStyle>
          <a:p>
            <a:r>
              <a:rPr lang="en-US"/>
              <a:t>Click to Edit Title</a:t>
            </a:r>
            <a:endParaRPr lang="ru-RU"/>
          </a:p>
        </p:txBody>
      </p:sp>
    </p:spTree>
    <p:extLst>
      <p:ext uri="{BB962C8B-B14F-4D97-AF65-F5344CB8AC3E}">
        <p14:creationId xmlns:p14="http://schemas.microsoft.com/office/powerpoint/2010/main" val="282111325"/>
      </p:ext>
    </p:extLst>
  </p:cSld>
  <p:clrMapOvr>
    <a:masterClrMapping/>
  </p:clrMapOvr>
  <p:hf hdr="0" ftr="0" dt="0"/>
  <p:extLst>
    <p:ext uri="{DCECCB84-F9BA-43D5-87BE-67443E8EF086}">
      <p15:sldGuideLst xmlns:p15="http://schemas.microsoft.com/office/powerpoint/2012/main">
        <p15:guide id="4" orient="horz" pos="55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Left Picture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466C2-B08E-47AF-9DA7-104243999B45}"/>
              </a:ext>
            </a:extLst>
          </p:cNvPr>
          <p:cNvSpPr>
            <a:spLocks noGrp="1"/>
          </p:cNvSpPr>
          <p:nvPr>
            <p:ph type="title" hasCustomPrompt="1"/>
          </p:nvPr>
        </p:nvSpPr>
        <p:spPr>
          <a:xfrm>
            <a:off x="6726213" y="2264012"/>
            <a:ext cx="4584212" cy="540000"/>
          </a:xfrm>
        </p:spPr>
        <p:txBody>
          <a:bodyPr lIns="36000" tIns="0" rIns="0" bIns="0"/>
          <a:lstStyle/>
          <a:p>
            <a:r>
              <a:rPr lang="en-US" noProof="0"/>
              <a:t>Click to edit title style</a:t>
            </a:r>
          </a:p>
        </p:txBody>
      </p:sp>
      <p:sp>
        <p:nvSpPr>
          <p:cNvPr id="7" name="Date Placeholder 6">
            <a:extLst>
              <a:ext uri="{FF2B5EF4-FFF2-40B4-BE49-F238E27FC236}">
                <a16:creationId xmlns:a16="http://schemas.microsoft.com/office/drawing/2014/main" id="{0AA31567-B240-40D5-82F7-A7DBFE5DDBDF}"/>
              </a:ext>
            </a:extLst>
          </p:cNvPr>
          <p:cNvSpPr>
            <a:spLocks noGrp="1"/>
          </p:cNvSpPr>
          <p:nvPr>
            <p:ph type="dt" sz="half" idx="10"/>
          </p:nvPr>
        </p:nvSpPr>
        <p:spPr>
          <a:xfrm>
            <a:off x="10265399" y="5810400"/>
            <a:ext cx="1080000" cy="234000"/>
          </a:xfrm>
          <a:prstGeom prst="rect">
            <a:avLst/>
          </a:prstGeom>
        </p:spPr>
        <p:txBody>
          <a:bodyPr/>
          <a:lstStyle/>
          <a:p>
            <a:fld id="{E9D4A847-309C-4C5D-B767-F7C82EAD3A85}" type="datetime3">
              <a:rPr lang="en-IN" smtClean="0"/>
              <a:t>15 May 2025</a:t>
            </a:fld>
            <a:endParaRPr lang="en-IN"/>
          </a:p>
        </p:txBody>
      </p:sp>
      <p:sp>
        <p:nvSpPr>
          <p:cNvPr id="8" name="Footer Placeholder 7">
            <a:extLst>
              <a:ext uri="{FF2B5EF4-FFF2-40B4-BE49-F238E27FC236}">
                <a16:creationId xmlns:a16="http://schemas.microsoft.com/office/drawing/2014/main" id="{20CFCD12-4263-4A80-B68E-F72622E6ADC5}"/>
              </a:ext>
            </a:extLst>
          </p:cNvPr>
          <p:cNvSpPr>
            <a:spLocks noGrp="1"/>
          </p:cNvSpPr>
          <p:nvPr>
            <p:ph type="ftr" sz="quarter" idx="11"/>
          </p:nvPr>
        </p:nvSpPr>
        <p:spPr>
          <a:xfrm>
            <a:off x="7230599" y="6057923"/>
            <a:ext cx="4114800" cy="234000"/>
          </a:xfrm>
          <a:prstGeom prst="rect">
            <a:avLst/>
          </a:prstGeom>
        </p:spPr>
        <p:txBody>
          <a:bodyPr/>
          <a:lstStyle>
            <a:lvl1pPr>
              <a:defRPr/>
            </a:lvl1pPr>
          </a:lstStyle>
          <a:p>
            <a:endParaRPr lang="en-IN"/>
          </a:p>
        </p:txBody>
      </p:sp>
      <p:sp>
        <p:nvSpPr>
          <p:cNvPr id="9" name="Slide Number Placeholder 8">
            <a:extLst>
              <a:ext uri="{FF2B5EF4-FFF2-40B4-BE49-F238E27FC236}">
                <a16:creationId xmlns:a16="http://schemas.microsoft.com/office/drawing/2014/main" id="{A641E74F-5D68-44E6-AE69-70A1A935E91D}"/>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
        <p:nvSpPr>
          <p:cNvPr id="35" name="Picture Placeholder 7">
            <a:extLst>
              <a:ext uri="{FF2B5EF4-FFF2-40B4-BE49-F238E27FC236}">
                <a16:creationId xmlns:a16="http://schemas.microsoft.com/office/drawing/2014/main" id="{CD3882F6-C786-40F3-902A-6D4D2E6ED789}"/>
              </a:ext>
            </a:extLst>
          </p:cNvPr>
          <p:cNvSpPr>
            <a:spLocks noGrp="1"/>
          </p:cNvSpPr>
          <p:nvPr>
            <p:ph type="pic" sz="quarter" idx="14"/>
          </p:nvPr>
        </p:nvSpPr>
        <p:spPr>
          <a:xfrm>
            <a:off x="454854" y="457199"/>
            <a:ext cx="5637276" cy="5959476"/>
          </a:xfrm>
        </p:spPr>
        <p:txBody>
          <a:bodyPr anchor="ctr" anchorCtr="0">
            <a:noAutofit/>
          </a:bodyPr>
          <a:lstStyle>
            <a:lvl1pPr marL="0" indent="0" algn="ctr">
              <a:buNone/>
              <a:defRPr/>
            </a:lvl1pPr>
          </a:lstStyle>
          <a:p>
            <a:r>
              <a:rPr lang="en-US" noProof="0"/>
              <a:t>Click icon to add picture</a:t>
            </a:r>
          </a:p>
        </p:txBody>
      </p:sp>
      <p:sp>
        <p:nvSpPr>
          <p:cNvPr id="37" name="Text Placeholder 2">
            <a:extLst>
              <a:ext uri="{FF2B5EF4-FFF2-40B4-BE49-F238E27FC236}">
                <a16:creationId xmlns:a16="http://schemas.microsoft.com/office/drawing/2014/main" id="{1100B10F-F811-4557-88AB-52E9E7FE0378}"/>
              </a:ext>
            </a:extLst>
          </p:cNvPr>
          <p:cNvSpPr>
            <a:spLocks noGrp="1"/>
          </p:cNvSpPr>
          <p:nvPr>
            <p:ph type="body" idx="13" hasCustomPrompt="1"/>
          </p:nvPr>
        </p:nvSpPr>
        <p:spPr>
          <a:xfrm>
            <a:off x="6726213" y="2990573"/>
            <a:ext cx="4584212" cy="2467690"/>
          </a:xfrm>
        </p:spPr>
        <p:txBody>
          <a:bodyPr lIns="36000" tIns="0" rIns="0" bIns="0">
            <a:normAutofit/>
          </a:bodyPr>
          <a:lstStyle>
            <a:lvl1pPr marL="216000" indent="-216000">
              <a:spcBef>
                <a:spcPts val="600"/>
              </a:spcBef>
              <a:buClr>
                <a:schemeClr val="accent1">
                  <a:lumMod val="40000"/>
                  <a:lumOff val="60000"/>
                </a:schemeClr>
              </a:buClr>
              <a:buSzPct val="125000"/>
              <a:buFont typeface="Wingdings" panose="05000000000000000000" pitchFamily="2" charset="2"/>
              <a:buChar char="§"/>
              <a:defRPr sz="1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0"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317416265"/>
      </p:ext>
    </p:extLst>
  </p:cSld>
  <p:clrMapOvr>
    <a:masterClrMapping/>
  </p:clrMapOvr>
  <p:hf hdr="0" ftr="0" dt="0"/>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Monitor and Two Text Block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DE44FD2-4D01-4152-92DA-14AD1463CC94}"/>
              </a:ext>
            </a:extLst>
          </p:cNvPr>
          <p:cNvSpPr/>
          <p:nvPr/>
        </p:nvSpPr>
        <p:spPr>
          <a:xfrm>
            <a:off x="879144" y="2301657"/>
            <a:ext cx="5257799" cy="4374516"/>
          </a:xfrm>
          <a:prstGeom prst="rect">
            <a:avLst/>
          </a:prstGeom>
          <a:blipFill>
            <a:blip r:embed="rId2" cstate="print">
              <a:extLst>
                <a:ext uri="{28A0092B-C50C-407E-A947-70E740481C1C}">
                  <a14:useLocalDpi xmlns:a14="http://schemas.microsoft.com/office/drawing/2010/main"/>
                </a:ext>
              </a:extLst>
            </a:blip>
            <a:srcRect/>
            <a:stretch>
              <a:fillRect r="265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432466C2-B08E-47AF-9DA7-104243999B45}"/>
              </a:ext>
            </a:extLst>
          </p:cNvPr>
          <p:cNvSpPr>
            <a:spLocks noGrp="1"/>
          </p:cNvSpPr>
          <p:nvPr>
            <p:ph type="title"/>
          </p:nvPr>
        </p:nvSpPr>
        <p:spPr>
          <a:xfrm>
            <a:off x="838200" y="742867"/>
            <a:ext cx="9037320" cy="566931"/>
          </a:xfrm>
        </p:spPr>
        <p:txBody>
          <a:bodyPr lIns="36000" tIns="0" rIns="0" bIns="0"/>
          <a:lstStyle/>
          <a:p>
            <a:r>
              <a:rPr lang="en-US" noProof="0"/>
              <a:t>Click to edit Master title style</a:t>
            </a:r>
          </a:p>
        </p:txBody>
      </p:sp>
      <p:sp>
        <p:nvSpPr>
          <p:cNvPr id="7" name="Date Placeholder 6">
            <a:extLst>
              <a:ext uri="{FF2B5EF4-FFF2-40B4-BE49-F238E27FC236}">
                <a16:creationId xmlns:a16="http://schemas.microsoft.com/office/drawing/2014/main" id="{0AA31567-B240-40D5-82F7-A7DBFE5DDBDF}"/>
              </a:ext>
            </a:extLst>
          </p:cNvPr>
          <p:cNvSpPr>
            <a:spLocks noGrp="1"/>
          </p:cNvSpPr>
          <p:nvPr>
            <p:ph type="dt" sz="half" idx="10"/>
          </p:nvPr>
        </p:nvSpPr>
        <p:spPr>
          <a:xfrm>
            <a:off x="10265399" y="5810623"/>
            <a:ext cx="1080000" cy="234000"/>
          </a:xfrm>
          <a:prstGeom prst="rect">
            <a:avLst/>
          </a:prstGeom>
        </p:spPr>
        <p:txBody>
          <a:bodyPr/>
          <a:lstStyle/>
          <a:p>
            <a:fld id="{E9D4A847-309C-4C5D-B767-F7C82EAD3A85}" type="datetime3">
              <a:rPr lang="en-IN" smtClean="0"/>
              <a:t>15 May 2025</a:t>
            </a:fld>
            <a:endParaRPr lang="en-IN"/>
          </a:p>
        </p:txBody>
      </p:sp>
      <p:sp>
        <p:nvSpPr>
          <p:cNvPr id="8" name="Footer Placeholder 7">
            <a:extLst>
              <a:ext uri="{FF2B5EF4-FFF2-40B4-BE49-F238E27FC236}">
                <a16:creationId xmlns:a16="http://schemas.microsoft.com/office/drawing/2014/main" id="{20CFCD12-4263-4A80-B68E-F72622E6ADC5}"/>
              </a:ext>
            </a:extLst>
          </p:cNvPr>
          <p:cNvSpPr>
            <a:spLocks noGrp="1"/>
          </p:cNvSpPr>
          <p:nvPr>
            <p:ph type="ftr" sz="quarter" idx="11"/>
          </p:nvPr>
        </p:nvSpPr>
        <p:spPr>
          <a:xfrm>
            <a:off x="7230599" y="6057923"/>
            <a:ext cx="4114800" cy="234000"/>
          </a:xfrm>
          <a:prstGeom prst="rect">
            <a:avLst/>
          </a:prstGeom>
        </p:spPr>
        <p:txBody>
          <a:bodyPr/>
          <a:lstStyle>
            <a:lvl1pPr>
              <a:defRPr/>
            </a:lvl1pPr>
          </a:lstStyle>
          <a:p>
            <a:endParaRPr lang="en-IN"/>
          </a:p>
        </p:txBody>
      </p:sp>
      <p:sp>
        <p:nvSpPr>
          <p:cNvPr id="9" name="Slide Number Placeholder 8">
            <a:extLst>
              <a:ext uri="{FF2B5EF4-FFF2-40B4-BE49-F238E27FC236}">
                <a16:creationId xmlns:a16="http://schemas.microsoft.com/office/drawing/2014/main" id="{A641E74F-5D68-44E6-AE69-70A1A935E91D}"/>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
        <p:nvSpPr>
          <p:cNvPr id="13" name="Text Placeholder 2">
            <a:extLst>
              <a:ext uri="{FF2B5EF4-FFF2-40B4-BE49-F238E27FC236}">
                <a16:creationId xmlns:a16="http://schemas.microsoft.com/office/drawing/2014/main" id="{3919B118-F379-4011-B1CF-E685CC09FA38}"/>
              </a:ext>
            </a:extLst>
          </p:cNvPr>
          <p:cNvSpPr>
            <a:spLocks noGrp="1"/>
          </p:cNvSpPr>
          <p:nvPr>
            <p:ph type="body" idx="14" hasCustomPrompt="1"/>
          </p:nvPr>
        </p:nvSpPr>
        <p:spPr>
          <a:xfrm>
            <a:off x="6486746" y="3718884"/>
            <a:ext cx="2089545"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14" name="Text Placeholder 11">
            <a:extLst>
              <a:ext uri="{FF2B5EF4-FFF2-40B4-BE49-F238E27FC236}">
                <a16:creationId xmlns:a16="http://schemas.microsoft.com/office/drawing/2014/main" id="{CF59DFEB-5DA9-4E64-84A0-3FAA808064B5}"/>
              </a:ext>
            </a:extLst>
          </p:cNvPr>
          <p:cNvSpPr>
            <a:spLocks noGrp="1"/>
          </p:cNvSpPr>
          <p:nvPr>
            <p:ph type="body" sz="quarter" idx="15" hasCustomPrompt="1"/>
          </p:nvPr>
        </p:nvSpPr>
        <p:spPr>
          <a:xfrm>
            <a:off x="6486747" y="4086418"/>
            <a:ext cx="1783080" cy="1271016"/>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17" name="Picture Placeholder 15">
            <a:extLst>
              <a:ext uri="{FF2B5EF4-FFF2-40B4-BE49-F238E27FC236}">
                <a16:creationId xmlns:a16="http://schemas.microsoft.com/office/drawing/2014/main" id="{F842B3BB-CE92-4AEA-A2FF-5EEC732A4EFF}"/>
              </a:ext>
            </a:extLst>
          </p:cNvPr>
          <p:cNvSpPr>
            <a:spLocks noGrp="1"/>
          </p:cNvSpPr>
          <p:nvPr>
            <p:ph type="pic" sz="quarter" idx="17"/>
          </p:nvPr>
        </p:nvSpPr>
        <p:spPr>
          <a:xfrm>
            <a:off x="6486746" y="3069135"/>
            <a:ext cx="612648" cy="557784"/>
          </a:xfrm>
        </p:spPr>
        <p:txBody>
          <a:bodyPr anchor="ctr" anchorCtr="0">
            <a:noAutofit/>
          </a:bodyPr>
          <a:lstStyle>
            <a:lvl1pPr marL="0" indent="0" algn="ctr">
              <a:buNone/>
              <a:defRPr sz="900"/>
            </a:lvl1pPr>
          </a:lstStyle>
          <a:p>
            <a:r>
              <a:rPr lang="en-US" noProof="0"/>
              <a:t>Click icon to add picture</a:t>
            </a:r>
          </a:p>
        </p:txBody>
      </p:sp>
      <p:sp>
        <p:nvSpPr>
          <p:cNvPr id="33" name="Text Placeholder 2">
            <a:extLst>
              <a:ext uri="{FF2B5EF4-FFF2-40B4-BE49-F238E27FC236}">
                <a16:creationId xmlns:a16="http://schemas.microsoft.com/office/drawing/2014/main" id="{68514664-8AD0-4DF7-8C6F-12FFA6BEA7B2}"/>
              </a:ext>
            </a:extLst>
          </p:cNvPr>
          <p:cNvSpPr>
            <a:spLocks noGrp="1"/>
          </p:cNvSpPr>
          <p:nvPr>
            <p:ph type="body" idx="24" hasCustomPrompt="1"/>
          </p:nvPr>
        </p:nvSpPr>
        <p:spPr>
          <a:xfrm>
            <a:off x="838200" y="1377833"/>
            <a:ext cx="9037320" cy="540000"/>
          </a:xfrm>
        </p:spPr>
        <p:txBody>
          <a:bodyPr lIns="36000" tIns="0" rIns="0" bIns="0">
            <a:normAutofit/>
          </a:bodyPr>
          <a:lstStyle>
            <a:lvl1pPr marL="0" indent="0">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1" name="Picture Placeholder 10">
            <a:extLst>
              <a:ext uri="{FF2B5EF4-FFF2-40B4-BE49-F238E27FC236}">
                <a16:creationId xmlns:a16="http://schemas.microsoft.com/office/drawing/2014/main" id="{3B535E35-8075-4558-BA3A-C9DFB4FCA5B8}"/>
              </a:ext>
            </a:extLst>
          </p:cNvPr>
          <p:cNvSpPr>
            <a:spLocks noGrp="1"/>
          </p:cNvSpPr>
          <p:nvPr>
            <p:ph type="pic" sz="quarter" idx="26"/>
          </p:nvPr>
        </p:nvSpPr>
        <p:spPr>
          <a:xfrm>
            <a:off x="1061177" y="2461528"/>
            <a:ext cx="4555067" cy="2590800"/>
          </a:xfrm>
        </p:spPr>
        <p:txBody>
          <a:bodyPr anchor="ctr" anchorCtr="0">
            <a:normAutofit/>
          </a:bodyPr>
          <a:lstStyle>
            <a:lvl1pPr marL="0" indent="0" algn="ctr">
              <a:buNone/>
              <a:defRPr sz="1800"/>
            </a:lvl1pPr>
          </a:lstStyle>
          <a:p>
            <a:r>
              <a:rPr lang="en-US" noProof="0"/>
              <a:t>Click icon to add picture</a:t>
            </a:r>
          </a:p>
        </p:txBody>
      </p:sp>
      <p:sp>
        <p:nvSpPr>
          <p:cNvPr id="25" name="Text Placeholder 2">
            <a:extLst>
              <a:ext uri="{FF2B5EF4-FFF2-40B4-BE49-F238E27FC236}">
                <a16:creationId xmlns:a16="http://schemas.microsoft.com/office/drawing/2014/main" id="{9E1A0053-EF84-446F-850C-6AC8FF9CCEDF}"/>
              </a:ext>
            </a:extLst>
          </p:cNvPr>
          <p:cNvSpPr>
            <a:spLocks noGrp="1"/>
          </p:cNvSpPr>
          <p:nvPr>
            <p:ph type="body" idx="27" hasCustomPrompt="1"/>
          </p:nvPr>
        </p:nvSpPr>
        <p:spPr>
          <a:xfrm>
            <a:off x="9098279" y="3718884"/>
            <a:ext cx="2089545"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32" name="Text Placeholder 11">
            <a:extLst>
              <a:ext uri="{FF2B5EF4-FFF2-40B4-BE49-F238E27FC236}">
                <a16:creationId xmlns:a16="http://schemas.microsoft.com/office/drawing/2014/main" id="{1534A936-14F3-4AEF-8CAD-03D91D568FE0}"/>
              </a:ext>
            </a:extLst>
          </p:cNvPr>
          <p:cNvSpPr>
            <a:spLocks noGrp="1"/>
          </p:cNvSpPr>
          <p:nvPr>
            <p:ph type="body" sz="quarter" idx="28" hasCustomPrompt="1"/>
          </p:nvPr>
        </p:nvSpPr>
        <p:spPr>
          <a:xfrm>
            <a:off x="9098280" y="4086418"/>
            <a:ext cx="1783080" cy="1271016"/>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35" name="Picture Placeholder 15">
            <a:extLst>
              <a:ext uri="{FF2B5EF4-FFF2-40B4-BE49-F238E27FC236}">
                <a16:creationId xmlns:a16="http://schemas.microsoft.com/office/drawing/2014/main" id="{A88BEF2F-BB04-4330-BC4B-2912B69653B6}"/>
              </a:ext>
            </a:extLst>
          </p:cNvPr>
          <p:cNvSpPr>
            <a:spLocks noGrp="1"/>
          </p:cNvSpPr>
          <p:nvPr>
            <p:ph type="pic" sz="quarter" idx="29"/>
          </p:nvPr>
        </p:nvSpPr>
        <p:spPr>
          <a:xfrm>
            <a:off x="9098279" y="3069135"/>
            <a:ext cx="612648" cy="557784"/>
          </a:xfrm>
        </p:spPr>
        <p:txBody>
          <a:bodyPr anchor="ctr" anchorCtr="0">
            <a:noAutofit/>
          </a:bodyPr>
          <a:lstStyle>
            <a:lvl1pPr marL="0" indent="0" algn="ctr">
              <a:buNone/>
              <a:defRPr sz="900"/>
            </a:lvl1pPr>
          </a:lstStyle>
          <a:p>
            <a:r>
              <a:rPr lang="en-US" noProof="0"/>
              <a:t>Click icon to add picture</a:t>
            </a:r>
          </a:p>
        </p:txBody>
      </p:sp>
      <p:sp>
        <p:nvSpPr>
          <p:cNvPr id="16"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538134140"/>
      </p:ext>
    </p:extLst>
  </p:cSld>
  <p:clrMapOvr>
    <a:masterClrMapping/>
  </p:clrMapOvr>
  <p:hf hdr="0" ftr="0" dt="0"/>
  <p:extLst>
    <p:ext uri="{DCECCB84-F9BA-43D5-87BE-67443E8EF086}">
      <p15:sldGuideLst xmlns:p15="http://schemas.microsoft.com/office/powerpoint/2012/main">
        <p15:guide id="4" orient="horz" pos="216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op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B7BBC9A-B18B-4F56-8515-321CD01B2666}"/>
              </a:ext>
            </a:extLst>
          </p:cNvPr>
          <p:cNvSpPr/>
          <p:nvPr/>
        </p:nvSpPr>
        <p:spPr>
          <a:xfrm>
            <a:off x="7975232" y="2875541"/>
            <a:ext cx="3758184" cy="3547872"/>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E9D4A847-309C-4C5D-B767-F7C82EAD3A85}" type="datetime3">
              <a:rPr lang="en-IN" smtClean="0"/>
              <a:t>15 May 2025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lvl1pPr>
              <a:defRPr/>
            </a:lvl1p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
        <p:nvSpPr>
          <p:cNvPr id="9" name="Text Placeholder 2">
            <a:extLst>
              <a:ext uri="{FF2B5EF4-FFF2-40B4-BE49-F238E27FC236}">
                <a16:creationId xmlns:a16="http://schemas.microsoft.com/office/drawing/2014/main" id="{1C91FD06-686C-4DAB-8F12-FBDE6BBF3144}"/>
              </a:ext>
            </a:extLst>
          </p:cNvPr>
          <p:cNvSpPr>
            <a:spLocks noGrp="1"/>
          </p:cNvSpPr>
          <p:nvPr>
            <p:ph type="body" idx="24" hasCustomPrompt="1"/>
          </p:nvPr>
        </p:nvSpPr>
        <p:spPr>
          <a:xfrm>
            <a:off x="836614" y="1377833"/>
            <a:ext cx="9535686" cy="540000"/>
          </a:xfrm>
        </p:spPr>
        <p:txBody>
          <a:bodyPr lIns="36000" tIns="0" rIns="0" bIns="0">
            <a:normAutofit/>
          </a:bodyPr>
          <a:lstStyle>
            <a:lvl1pPr marL="0" indent="0" algn="l">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6" name="Rectangle 15">
            <a:extLst>
              <a:ext uri="{FF2B5EF4-FFF2-40B4-BE49-F238E27FC236}">
                <a16:creationId xmlns:a16="http://schemas.microsoft.com/office/drawing/2014/main" id="{7684F357-0C41-471E-A413-4D42ADE55B12}"/>
              </a:ext>
            </a:extLst>
          </p:cNvPr>
          <p:cNvSpPr/>
          <p:nvPr/>
        </p:nvSpPr>
        <p:spPr>
          <a:xfrm>
            <a:off x="458724" y="2852928"/>
            <a:ext cx="3758184" cy="3547872"/>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8" name="Rectangle 17">
            <a:extLst>
              <a:ext uri="{FF2B5EF4-FFF2-40B4-BE49-F238E27FC236}">
                <a16:creationId xmlns:a16="http://schemas.microsoft.com/office/drawing/2014/main" id="{33076231-2A54-4E4C-AED3-197E208C14BB}"/>
              </a:ext>
            </a:extLst>
          </p:cNvPr>
          <p:cNvSpPr/>
          <p:nvPr/>
        </p:nvSpPr>
        <p:spPr>
          <a:xfrm>
            <a:off x="4216908" y="2395728"/>
            <a:ext cx="3758184" cy="4462271"/>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9" name="Text Placeholder 7">
            <a:extLst>
              <a:ext uri="{FF2B5EF4-FFF2-40B4-BE49-F238E27FC236}">
                <a16:creationId xmlns:a16="http://schemas.microsoft.com/office/drawing/2014/main" id="{63C66F5D-DEC7-40DB-ACC1-70F67F4C9F4B}"/>
              </a:ext>
            </a:extLst>
          </p:cNvPr>
          <p:cNvSpPr>
            <a:spLocks noGrp="1"/>
          </p:cNvSpPr>
          <p:nvPr>
            <p:ph type="body" sz="quarter" idx="25" hasCustomPrompt="1"/>
          </p:nvPr>
        </p:nvSpPr>
        <p:spPr>
          <a:xfrm>
            <a:off x="838086" y="3012360"/>
            <a:ext cx="1266825" cy="781561"/>
          </a:xfrm>
        </p:spPr>
        <p:txBody>
          <a:bodyPr lIns="0" tIns="0" rIns="0" bIns="0">
            <a:noAutofit/>
          </a:bodyPr>
          <a:lstStyle>
            <a:lvl1pPr marL="0" indent="0" algn="l">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1</a:t>
            </a:r>
          </a:p>
        </p:txBody>
      </p:sp>
      <p:sp>
        <p:nvSpPr>
          <p:cNvPr id="20" name="Text Placeholder 2">
            <a:extLst>
              <a:ext uri="{FF2B5EF4-FFF2-40B4-BE49-F238E27FC236}">
                <a16:creationId xmlns:a16="http://schemas.microsoft.com/office/drawing/2014/main" id="{61FE0B9B-7D73-4311-B749-C3FA874AF7CC}"/>
              </a:ext>
            </a:extLst>
          </p:cNvPr>
          <p:cNvSpPr>
            <a:spLocks noGrp="1"/>
          </p:cNvSpPr>
          <p:nvPr>
            <p:ph type="body" idx="1" hasCustomPrompt="1"/>
          </p:nvPr>
        </p:nvSpPr>
        <p:spPr>
          <a:xfrm>
            <a:off x="836613" y="4048567"/>
            <a:ext cx="2992278"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1" name="Text Placeholder 11">
            <a:extLst>
              <a:ext uri="{FF2B5EF4-FFF2-40B4-BE49-F238E27FC236}">
                <a16:creationId xmlns:a16="http://schemas.microsoft.com/office/drawing/2014/main" id="{4A6CBB7D-3142-4CED-98BE-68B4F7C14E52}"/>
              </a:ext>
            </a:extLst>
          </p:cNvPr>
          <p:cNvSpPr>
            <a:spLocks noGrp="1"/>
          </p:cNvSpPr>
          <p:nvPr>
            <p:ph type="body" sz="quarter" idx="13" hasCustomPrompt="1"/>
          </p:nvPr>
        </p:nvSpPr>
        <p:spPr>
          <a:xfrm>
            <a:off x="836613" y="4433657"/>
            <a:ext cx="2992278" cy="1358113"/>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22" name="Text Placeholder 7">
            <a:extLst>
              <a:ext uri="{FF2B5EF4-FFF2-40B4-BE49-F238E27FC236}">
                <a16:creationId xmlns:a16="http://schemas.microsoft.com/office/drawing/2014/main" id="{78844A59-978B-47C0-B59A-F529FA41BF10}"/>
              </a:ext>
            </a:extLst>
          </p:cNvPr>
          <p:cNvSpPr>
            <a:spLocks noGrp="1"/>
          </p:cNvSpPr>
          <p:nvPr>
            <p:ph type="body" sz="quarter" idx="26" hasCustomPrompt="1"/>
          </p:nvPr>
        </p:nvSpPr>
        <p:spPr>
          <a:xfrm>
            <a:off x="8358230" y="3012360"/>
            <a:ext cx="1266825" cy="781561"/>
          </a:xfrm>
        </p:spPr>
        <p:txBody>
          <a:bodyPr lIns="0" tIns="0" rIns="0" bIns="0">
            <a:noAutofit/>
          </a:bodyPr>
          <a:lstStyle>
            <a:lvl1pPr marL="0" indent="0" algn="l">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3</a:t>
            </a:r>
          </a:p>
        </p:txBody>
      </p:sp>
      <p:sp>
        <p:nvSpPr>
          <p:cNvPr id="23" name="Text Placeholder 2">
            <a:extLst>
              <a:ext uri="{FF2B5EF4-FFF2-40B4-BE49-F238E27FC236}">
                <a16:creationId xmlns:a16="http://schemas.microsoft.com/office/drawing/2014/main" id="{D09F31D3-FC19-4A61-A915-5F11C6F7EBD8}"/>
              </a:ext>
            </a:extLst>
          </p:cNvPr>
          <p:cNvSpPr>
            <a:spLocks noGrp="1"/>
          </p:cNvSpPr>
          <p:nvPr>
            <p:ph type="body" idx="27" hasCustomPrompt="1"/>
          </p:nvPr>
        </p:nvSpPr>
        <p:spPr>
          <a:xfrm>
            <a:off x="8356757" y="4048567"/>
            <a:ext cx="2992278"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4" name="Text Placeholder 11">
            <a:extLst>
              <a:ext uri="{FF2B5EF4-FFF2-40B4-BE49-F238E27FC236}">
                <a16:creationId xmlns:a16="http://schemas.microsoft.com/office/drawing/2014/main" id="{6AA97C78-ABC3-4559-8EFA-1F24C3A6E3FE}"/>
              </a:ext>
            </a:extLst>
          </p:cNvPr>
          <p:cNvSpPr>
            <a:spLocks noGrp="1"/>
          </p:cNvSpPr>
          <p:nvPr>
            <p:ph type="body" sz="quarter" idx="28" hasCustomPrompt="1"/>
          </p:nvPr>
        </p:nvSpPr>
        <p:spPr>
          <a:xfrm>
            <a:off x="8356757" y="4433657"/>
            <a:ext cx="2992278" cy="1358113"/>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25" name="Text Placeholder 7">
            <a:extLst>
              <a:ext uri="{FF2B5EF4-FFF2-40B4-BE49-F238E27FC236}">
                <a16:creationId xmlns:a16="http://schemas.microsoft.com/office/drawing/2014/main" id="{92A70C67-E4B2-45C8-BD5F-DF3679B00C82}"/>
              </a:ext>
            </a:extLst>
          </p:cNvPr>
          <p:cNvSpPr>
            <a:spLocks noGrp="1"/>
          </p:cNvSpPr>
          <p:nvPr>
            <p:ph type="body" sz="quarter" idx="29" hasCustomPrompt="1"/>
          </p:nvPr>
        </p:nvSpPr>
        <p:spPr>
          <a:xfrm>
            <a:off x="4596270" y="3012360"/>
            <a:ext cx="1266825" cy="781561"/>
          </a:xfrm>
        </p:spPr>
        <p:txBody>
          <a:bodyPr lIns="0" tIns="0" rIns="0" bIns="0">
            <a:noAutofit/>
          </a:bodyPr>
          <a:lstStyle>
            <a:lvl1pPr marL="0" indent="0" algn="l">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2</a:t>
            </a:r>
          </a:p>
        </p:txBody>
      </p:sp>
      <p:sp>
        <p:nvSpPr>
          <p:cNvPr id="26" name="Text Placeholder 2">
            <a:extLst>
              <a:ext uri="{FF2B5EF4-FFF2-40B4-BE49-F238E27FC236}">
                <a16:creationId xmlns:a16="http://schemas.microsoft.com/office/drawing/2014/main" id="{9CA39242-8640-435B-8C03-0CB0BC8E88E6}"/>
              </a:ext>
            </a:extLst>
          </p:cNvPr>
          <p:cNvSpPr>
            <a:spLocks noGrp="1"/>
          </p:cNvSpPr>
          <p:nvPr>
            <p:ph type="body" idx="30" hasCustomPrompt="1"/>
          </p:nvPr>
        </p:nvSpPr>
        <p:spPr>
          <a:xfrm>
            <a:off x="4594797" y="4048567"/>
            <a:ext cx="2992278"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7" name="Text Placeholder 11">
            <a:extLst>
              <a:ext uri="{FF2B5EF4-FFF2-40B4-BE49-F238E27FC236}">
                <a16:creationId xmlns:a16="http://schemas.microsoft.com/office/drawing/2014/main" id="{62E97E9F-0DAA-48F4-90F4-640195EAD7DA}"/>
              </a:ext>
            </a:extLst>
          </p:cNvPr>
          <p:cNvSpPr>
            <a:spLocks noGrp="1"/>
          </p:cNvSpPr>
          <p:nvPr>
            <p:ph type="body" sz="quarter" idx="31" hasCustomPrompt="1"/>
          </p:nvPr>
        </p:nvSpPr>
        <p:spPr>
          <a:xfrm>
            <a:off x="4594797" y="4433657"/>
            <a:ext cx="2992278" cy="1358113"/>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28" name="Picture Placeholder 11">
            <a:extLst>
              <a:ext uri="{FF2B5EF4-FFF2-40B4-BE49-F238E27FC236}">
                <a16:creationId xmlns:a16="http://schemas.microsoft.com/office/drawing/2014/main" id="{48D7F0F9-4118-4257-9D45-A5772C2110D7}"/>
              </a:ext>
            </a:extLst>
          </p:cNvPr>
          <p:cNvSpPr>
            <a:spLocks noGrp="1"/>
          </p:cNvSpPr>
          <p:nvPr>
            <p:ph type="pic" sz="quarter" idx="32"/>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1120940874"/>
      </p:ext>
    </p:extLst>
  </p:cSld>
  <p:clrMapOvr>
    <a:masterClrMapping/>
  </p:clrMapOvr>
  <p:hf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Circles Fram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AA4D017-0A70-4D48-AAEC-419979E13E79}"/>
              </a:ext>
            </a:extLst>
          </p:cNvPr>
          <p:cNvSpPr>
            <a:spLocks noGrp="1"/>
          </p:cNvSpPr>
          <p:nvPr>
            <p:ph type="dt" sz="half" idx="10"/>
          </p:nvPr>
        </p:nvSpPr>
        <p:spPr>
          <a:xfrm>
            <a:off x="10265399" y="5810623"/>
            <a:ext cx="1080000" cy="234000"/>
          </a:xfrm>
          <a:prstGeom prst="rect">
            <a:avLst/>
          </a:prstGeom>
        </p:spPr>
        <p:txBody>
          <a:bodyPr/>
          <a:lstStyle/>
          <a:p>
            <a:fld id="{E9D4A847-309C-4C5D-B767-F7C82EAD3A85}" type="datetime3">
              <a:rPr lang="en-IN" smtClean="0"/>
              <a:t>15 May 2025</a:t>
            </a:fld>
            <a:endParaRPr lang="en-IN"/>
          </a:p>
        </p:txBody>
      </p:sp>
      <p:sp>
        <p:nvSpPr>
          <p:cNvPr id="4" name="Footer Placeholder 3">
            <a:extLst>
              <a:ext uri="{FF2B5EF4-FFF2-40B4-BE49-F238E27FC236}">
                <a16:creationId xmlns:a16="http://schemas.microsoft.com/office/drawing/2014/main" id="{B7BBC7E7-6231-47E3-8EF5-B6940485EEEF}"/>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5FCF16B4-2B81-4254-9C13-836431B5E213}"/>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
        <p:nvSpPr>
          <p:cNvPr id="21" name="Oval 20">
            <a:extLst>
              <a:ext uri="{FF2B5EF4-FFF2-40B4-BE49-F238E27FC236}">
                <a16:creationId xmlns:a16="http://schemas.microsoft.com/office/drawing/2014/main" id="{301015CF-499A-4BBE-9753-C58924478363}"/>
              </a:ext>
            </a:extLst>
          </p:cNvPr>
          <p:cNvSpPr/>
          <p:nvPr/>
        </p:nvSpPr>
        <p:spPr>
          <a:xfrm>
            <a:off x="1810787" y="2541781"/>
            <a:ext cx="2322576" cy="2322576"/>
          </a:xfrm>
          <a:prstGeom prst="ellipse">
            <a:avLst/>
          </a:prstGeom>
          <a:gradFill>
            <a:gsLst>
              <a:gs pos="0">
                <a:schemeClr val="bg2">
                  <a:alpha val="10000"/>
                </a:schemeClr>
              </a:gs>
              <a:gs pos="100000">
                <a:schemeClr val="bg2">
                  <a:lumMod val="75000"/>
                  <a:alpha val="2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2" name="Oval 21">
            <a:extLst>
              <a:ext uri="{FF2B5EF4-FFF2-40B4-BE49-F238E27FC236}">
                <a16:creationId xmlns:a16="http://schemas.microsoft.com/office/drawing/2014/main" id="{A25F4982-38CF-44F1-8F23-63FB784DDB3F}"/>
              </a:ext>
            </a:extLst>
          </p:cNvPr>
          <p:cNvSpPr/>
          <p:nvPr/>
        </p:nvSpPr>
        <p:spPr>
          <a:xfrm>
            <a:off x="3997452" y="2200193"/>
            <a:ext cx="3008376" cy="3008376"/>
          </a:xfrm>
          <a:prstGeom prst="ellipse">
            <a:avLst/>
          </a:prstGeom>
          <a:gradFill>
            <a:gsLst>
              <a:gs pos="100000">
                <a:schemeClr val="bg2">
                  <a:lumMod val="75000"/>
                  <a:alpha val="20000"/>
                </a:schemeClr>
              </a:gs>
              <a:gs pos="0">
                <a:schemeClr val="tx2">
                  <a:alpha val="2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Oval 22">
            <a:extLst>
              <a:ext uri="{FF2B5EF4-FFF2-40B4-BE49-F238E27FC236}">
                <a16:creationId xmlns:a16="http://schemas.microsoft.com/office/drawing/2014/main" id="{2E9E2742-0CF7-4498-9804-D4E1B556238F}"/>
              </a:ext>
            </a:extLst>
          </p:cNvPr>
          <p:cNvSpPr/>
          <p:nvPr/>
        </p:nvSpPr>
        <p:spPr>
          <a:xfrm>
            <a:off x="6869918" y="1978150"/>
            <a:ext cx="3511296" cy="3511296"/>
          </a:xfrm>
          <a:prstGeom prst="ellipse">
            <a:avLst/>
          </a:prstGeom>
          <a:gradFill>
            <a:gsLst>
              <a:gs pos="0">
                <a:schemeClr val="accent1">
                  <a:lumMod val="75000"/>
                  <a:alpha val="20000"/>
                </a:schemeClr>
              </a:gs>
              <a:gs pos="100000">
                <a:schemeClr val="accent1">
                  <a:alpha val="2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7" name="Text Placeholder 7">
            <a:extLst>
              <a:ext uri="{FF2B5EF4-FFF2-40B4-BE49-F238E27FC236}">
                <a16:creationId xmlns:a16="http://schemas.microsoft.com/office/drawing/2014/main" id="{6BA84852-3669-4ADB-BADA-A7F54196B2BE}"/>
              </a:ext>
            </a:extLst>
          </p:cNvPr>
          <p:cNvSpPr>
            <a:spLocks noGrp="1"/>
          </p:cNvSpPr>
          <p:nvPr>
            <p:ph type="body" sz="quarter" idx="25" hasCustomPrompt="1"/>
          </p:nvPr>
        </p:nvSpPr>
        <p:spPr>
          <a:xfrm>
            <a:off x="2073295" y="3071195"/>
            <a:ext cx="1797559" cy="781561"/>
          </a:xfrm>
        </p:spPr>
        <p:txBody>
          <a:bodyPr lIns="0" tIns="0" rIns="0" bIns="0">
            <a:noAutofit/>
          </a:bodyPr>
          <a:lstStyle>
            <a:lvl1pPr marL="0" indent="0" algn="ctr">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1</a:t>
            </a:r>
          </a:p>
        </p:txBody>
      </p:sp>
      <p:sp>
        <p:nvSpPr>
          <p:cNvPr id="28" name="Text Placeholder 2">
            <a:extLst>
              <a:ext uri="{FF2B5EF4-FFF2-40B4-BE49-F238E27FC236}">
                <a16:creationId xmlns:a16="http://schemas.microsoft.com/office/drawing/2014/main" id="{332ADE7C-CB58-4543-8A89-D1BAA23B59EB}"/>
              </a:ext>
            </a:extLst>
          </p:cNvPr>
          <p:cNvSpPr>
            <a:spLocks noGrp="1"/>
          </p:cNvSpPr>
          <p:nvPr>
            <p:ph type="body" idx="1" hasCustomPrompt="1"/>
          </p:nvPr>
        </p:nvSpPr>
        <p:spPr>
          <a:xfrm>
            <a:off x="1730075" y="5649340"/>
            <a:ext cx="2484000" cy="334918"/>
          </a:xfrm>
        </p:spPr>
        <p:txBody>
          <a:bodyPr lIns="36000" tIns="0" rIns="0" bIns="0" anchor="b">
            <a:normAutofit/>
          </a:bodyPr>
          <a:lstStyle>
            <a:lvl1pPr marL="0" indent="0" algn="ctr">
              <a:buNone/>
              <a:defRPr sz="22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29" name="Text Placeholder 11">
            <a:extLst>
              <a:ext uri="{FF2B5EF4-FFF2-40B4-BE49-F238E27FC236}">
                <a16:creationId xmlns:a16="http://schemas.microsoft.com/office/drawing/2014/main" id="{BEF70025-7AF3-426D-AAE8-5D25E1A5CB6E}"/>
              </a:ext>
            </a:extLst>
          </p:cNvPr>
          <p:cNvSpPr>
            <a:spLocks noGrp="1"/>
          </p:cNvSpPr>
          <p:nvPr>
            <p:ph type="body" sz="quarter" idx="13" hasCustomPrompt="1"/>
          </p:nvPr>
        </p:nvSpPr>
        <p:spPr>
          <a:xfrm>
            <a:off x="2165887" y="3909381"/>
            <a:ext cx="1596816" cy="430700"/>
          </a:xfrm>
        </p:spPr>
        <p:txBody>
          <a:bodyPr lIns="36000" tIns="0" rIns="0" bIns="0">
            <a:noAutofit/>
          </a:bodyPr>
          <a:lstStyle>
            <a:lvl1pPr marL="0" indent="0" algn="ctr">
              <a:buNone/>
              <a:defRPr sz="2800"/>
            </a:lvl1pPr>
            <a:lvl2pPr marL="457200" indent="0">
              <a:buNone/>
              <a:defRPr sz="2800"/>
            </a:lvl2pPr>
          </a:lstStyle>
          <a:p>
            <a:pPr lvl="0"/>
            <a:r>
              <a:rPr lang="en-US" noProof="0"/>
              <a:t>Billion</a:t>
            </a:r>
          </a:p>
        </p:txBody>
      </p:sp>
      <p:sp>
        <p:nvSpPr>
          <p:cNvPr id="30" name="Text Placeholder 2">
            <a:extLst>
              <a:ext uri="{FF2B5EF4-FFF2-40B4-BE49-F238E27FC236}">
                <a16:creationId xmlns:a16="http://schemas.microsoft.com/office/drawing/2014/main" id="{B48A1176-4AC8-4197-8737-21A26EC60370}"/>
              </a:ext>
            </a:extLst>
          </p:cNvPr>
          <p:cNvSpPr>
            <a:spLocks noGrp="1"/>
          </p:cNvSpPr>
          <p:nvPr>
            <p:ph type="body" idx="32" hasCustomPrompt="1"/>
          </p:nvPr>
        </p:nvSpPr>
        <p:spPr>
          <a:xfrm>
            <a:off x="4362457" y="5674484"/>
            <a:ext cx="2484000" cy="334918"/>
          </a:xfrm>
        </p:spPr>
        <p:txBody>
          <a:bodyPr lIns="36000" tIns="0" rIns="0" bIns="0" anchor="b">
            <a:normAutofit/>
          </a:bodyPr>
          <a:lstStyle>
            <a:lvl1pPr marL="0" indent="0" algn="ctr">
              <a:buNone/>
              <a:defRPr sz="22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31" name="Text Placeholder 2">
            <a:extLst>
              <a:ext uri="{FF2B5EF4-FFF2-40B4-BE49-F238E27FC236}">
                <a16:creationId xmlns:a16="http://schemas.microsoft.com/office/drawing/2014/main" id="{9E48A353-E825-43A2-9268-3772DF852C93}"/>
              </a:ext>
            </a:extLst>
          </p:cNvPr>
          <p:cNvSpPr>
            <a:spLocks noGrp="1"/>
          </p:cNvSpPr>
          <p:nvPr>
            <p:ph type="body" idx="33" hasCustomPrompt="1"/>
          </p:nvPr>
        </p:nvSpPr>
        <p:spPr>
          <a:xfrm>
            <a:off x="7383566" y="5656692"/>
            <a:ext cx="2484000" cy="334918"/>
          </a:xfrm>
        </p:spPr>
        <p:txBody>
          <a:bodyPr lIns="36000" tIns="0" rIns="0" bIns="0" anchor="b">
            <a:normAutofit/>
          </a:bodyPr>
          <a:lstStyle>
            <a:lvl1pPr marL="0" indent="0" algn="ctr">
              <a:buNone/>
              <a:defRPr sz="22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32" name="Text Placeholder 7">
            <a:extLst>
              <a:ext uri="{FF2B5EF4-FFF2-40B4-BE49-F238E27FC236}">
                <a16:creationId xmlns:a16="http://schemas.microsoft.com/office/drawing/2014/main" id="{289C6559-A412-4545-8BEA-9C8CF0E92D8D}"/>
              </a:ext>
            </a:extLst>
          </p:cNvPr>
          <p:cNvSpPr>
            <a:spLocks noGrp="1"/>
          </p:cNvSpPr>
          <p:nvPr>
            <p:ph type="body" sz="quarter" idx="34" hasCustomPrompt="1"/>
          </p:nvPr>
        </p:nvSpPr>
        <p:spPr>
          <a:xfrm>
            <a:off x="4602860" y="3068895"/>
            <a:ext cx="1797559" cy="781561"/>
          </a:xfrm>
        </p:spPr>
        <p:txBody>
          <a:bodyPr lIns="0" tIns="0" rIns="0" bIns="0">
            <a:noAutofit/>
          </a:bodyPr>
          <a:lstStyle>
            <a:lvl1pPr marL="0" indent="0" algn="ctr">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1</a:t>
            </a:r>
          </a:p>
        </p:txBody>
      </p:sp>
      <p:sp>
        <p:nvSpPr>
          <p:cNvPr id="33" name="Text Placeholder 7">
            <a:extLst>
              <a:ext uri="{FF2B5EF4-FFF2-40B4-BE49-F238E27FC236}">
                <a16:creationId xmlns:a16="http://schemas.microsoft.com/office/drawing/2014/main" id="{0B7BFF13-EDBB-45CE-97A5-A148A3ACA7A0}"/>
              </a:ext>
            </a:extLst>
          </p:cNvPr>
          <p:cNvSpPr>
            <a:spLocks noGrp="1"/>
          </p:cNvSpPr>
          <p:nvPr>
            <p:ph type="body" sz="quarter" idx="35" hasCustomPrompt="1"/>
          </p:nvPr>
        </p:nvSpPr>
        <p:spPr>
          <a:xfrm>
            <a:off x="7726786" y="3068895"/>
            <a:ext cx="1797559" cy="781561"/>
          </a:xfrm>
        </p:spPr>
        <p:txBody>
          <a:bodyPr lIns="0" tIns="0" rIns="0" bIns="0">
            <a:noAutofit/>
          </a:bodyPr>
          <a:lstStyle>
            <a:lvl1pPr marL="0" indent="0" algn="ctr">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1</a:t>
            </a:r>
          </a:p>
        </p:txBody>
      </p:sp>
      <p:sp>
        <p:nvSpPr>
          <p:cNvPr id="34" name="Text Placeholder 11">
            <a:extLst>
              <a:ext uri="{FF2B5EF4-FFF2-40B4-BE49-F238E27FC236}">
                <a16:creationId xmlns:a16="http://schemas.microsoft.com/office/drawing/2014/main" id="{4CFD8A3C-72E7-4646-94B5-3D08F2A9B987}"/>
              </a:ext>
            </a:extLst>
          </p:cNvPr>
          <p:cNvSpPr>
            <a:spLocks noGrp="1"/>
          </p:cNvSpPr>
          <p:nvPr>
            <p:ph type="body" sz="quarter" idx="36" hasCustomPrompt="1"/>
          </p:nvPr>
        </p:nvSpPr>
        <p:spPr>
          <a:xfrm>
            <a:off x="4703232" y="3917466"/>
            <a:ext cx="1596816" cy="430700"/>
          </a:xfrm>
        </p:spPr>
        <p:txBody>
          <a:bodyPr lIns="36000" tIns="0" rIns="0" bIns="0">
            <a:noAutofit/>
          </a:bodyPr>
          <a:lstStyle>
            <a:lvl1pPr marL="0" indent="0" algn="ctr">
              <a:buNone/>
              <a:defRPr sz="2800"/>
            </a:lvl1pPr>
            <a:lvl2pPr marL="457200" indent="0">
              <a:buNone/>
              <a:defRPr sz="2800"/>
            </a:lvl2pPr>
          </a:lstStyle>
          <a:p>
            <a:pPr lvl="0"/>
            <a:r>
              <a:rPr lang="en-US" noProof="0"/>
              <a:t>Billion</a:t>
            </a:r>
          </a:p>
        </p:txBody>
      </p:sp>
      <p:sp>
        <p:nvSpPr>
          <p:cNvPr id="35" name="Text Placeholder 11">
            <a:extLst>
              <a:ext uri="{FF2B5EF4-FFF2-40B4-BE49-F238E27FC236}">
                <a16:creationId xmlns:a16="http://schemas.microsoft.com/office/drawing/2014/main" id="{16E9923E-87D9-40DD-9F02-63A0EE936A1F}"/>
              </a:ext>
            </a:extLst>
          </p:cNvPr>
          <p:cNvSpPr>
            <a:spLocks noGrp="1"/>
          </p:cNvSpPr>
          <p:nvPr>
            <p:ph type="body" sz="quarter" idx="37" hasCustomPrompt="1"/>
          </p:nvPr>
        </p:nvSpPr>
        <p:spPr>
          <a:xfrm>
            <a:off x="7827157" y="3917466"/>
            <a:ext cx="1596816" cy="430700"/>
          </a:xfrm>
        </p:spPr>
        <p:txBody>
          <a:bodyPr lIns="36000" tIns="0" rIns="0" bIns="0">
            <a:noAutofit/>
          </a:bodyPr>
          <a:lstStyle>
            <a:lvl1pPr marL="0" indent="0" algn="ctr">
              <a:buNone/>
              <a:defRPr sz="2800"/>
            </a:lvl1pPr>
            <a:lvl2pPr marL="457200" indent="0">
              <a:buNone/>
              <a:defRPr sz="2800"/>
            </a:lvl2pPr>
          </a:lstStyle>
          <a:p>
            <a:pPr lvl="0"/>
            <a:r>
              <a:rPr lang="en-US" noProof="0"/>
              <a:t>Billion</a:t>
            </a:r>
          </a:p>
        </p:txBody>
      </p:sp>
      <p:sp>
        <p:nvSpPr>
          <p:cNvPr id="20" name="Title 1">
            <a:extLst>
              <a:ext uri="{FF2B5EF4-FFF2-40B4-BE49-F238E27FC236}">
                <a16:creationId xmlns:a16="http://schemas.microsoft.com/office/drawing/2014/main" id="{138ED511-212A-DA4E-98FC-496D7B92A73F}"/>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25" name="Text Placeholder 2">
            <a:extLst>
              <a:ext uri="{FF2B5EF4-FFF2-40B4-BE49-F238E27FC236}">
                <a16:creationId xmlns:a16="http://schemas.microsoft.com/office/drawing/2014/main" id="{53F5D1F3-7B20-844A-AD7A-66AA1CAC2557}"/>
              </a:ext>
            </a:extLst>
          </p:cNvPr>
          <p:cNvSpPr>
            <a:spLocks noGrp="1"/>
          </p:cNvSpPr>
          <p:nvPr>
            <p:ph type="body" idx="24" hasCustomPrompt="1"/>
          </p:nvPr>
        </p:nvSpPr>
        <p:spPr>
          <a:xfrm>
            <a:off x="836614" y="1377833"/>
            <a:ext cx="9535686" cy="540000"/>
          </a:xfrm>
        </p:spPr>
        <p:txBody>
          <a:bodyPr lIns="36000" tIns="0" rIns="0" bIns="0">
            <a:normAutofit/>
          </a:bodyPr>
          <a:lstStyle>
            <a:lvl1pPr marL="0" indent="0" algn="l">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26" name="Picture Placeholder 11">
            <a:extLst>
              <a:ext uri="{FF2B5EF4-FFF2-40B4-BE49-F238E27FC236}">
                <a16:creationId xmlns:a16="http://schemas.microsoft.com/office/drawing/2014/main" id="{48D7F0F9-4118-4257-9D45-A5772C2110D7}"/>
              </a:ext>
            </a:extLst>
          </p:cNvPr>
          <p:cNvSpPr>
            <a:spLocks noGrp="1"/>
          </p:cNvSpPr>
          <p:nvPr>
            <p:ph type="pic" sz="quarter" idx="38"/>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832362190"/>
      </p:ext>
    </p:extLst>
  </p:cSld>
  <p:clrMapOvr>
    <a:masterClrMapping/>
  </p:clrMapOvr>
  <p:hf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Comparison with Subtitl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B7BBC9A-B18B-4F56-8515-321CD01B2666}"/>
              </a:ext>
            </a:extLst>
          </p:cNvPr>
          <p:cNvSpPr/>
          <p:nvPr/>
        </p:nvSpPr>
        <p:spPr>
          <a:xfrm>
            <a:off x="6096000" y="2875541"/>
            <a:ext cx="5653088" cy="2724912"/>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E9D4A847-309C-4C5D-B767-F7C82EAD3A85}" type="datetime3">
              <a:rPr lang="en-IN" smtClean="0"/>
              <a:t>15 May 2025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lvl1pPr>
              <a:defRPr/>
            </a:lvl1p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
        <p:nvSpPr>
          <p:cNvPr id="9" name="Text Placeholder 2">
            <a:extLst>
              <a:ext uri="{FF2B5EF4-FFF2-40B4-BE49-F238E27FC236}">
                <a16:creationId xmlns:a16="http://schemas.microsoft.com/office/drawing/2014/main" id="{1C91FD06-686C-4DAB-8F12-FBDE6BBF3144}"/>
              </a:ext>
            </a:extLst>
          </p:cNvPr>
          <p:cNvSpPr>
            <a:spLocks noGrp="1"/>
          </p:cNvSpPr>
          <p:nvPr>
            <p:ph type="body" idx="24" hasCustomPrompt="1"/>
          </p:nvPr>
        </p:nvSpPr>
        <p:spPr>
          <a:xfrm>
            <a:off x="836614" y="1377833"/>
            <a:ext cx="9535686" cy="909018"/>
          </a:xfrm>
        </p:spPr>
        <p:txBody>
          <a:bodyPr lIns="36000" tIns="0" rIns="0" bIns="0">
            <a:normAutofit/>
          </a:bodyPr>
          <a:lstStyle>
            <a:lvl1pPr marL="0" indent="0" algn="l">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8" name="Rectangle 17">
            <a:extLst>
              <a:ext uri="{FF2B5EF4-FFF2-40B4-BE49-F238E27FC236}">
                <a16:creationId xmlns:a16="http://schemas.microsoft.com/office/drawing/2014/main" id="{33076231-2A54-4E4C-AED3-197E208C14BB}"/>
              </a:ext>
            </a:extLst>
          </p:cNvPr>
          <p:cNvSpPr/>
          <p:nvPr/>
        </p:nvSpPr>
        <p:spPr>
          <a:xfrm>
            <a:off x="0" y="2891583"/>
            <a:ext cx="6096000" cy="2724912"/>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0" name="Text Placeholder 2">
            <a:extLst>
              <a:ext uri="{FF2B5EF4-FFF2-40B4-BE49-F238E27FC236}">
                <a16:creationId xmlns:a16="http://schemas.microsoft.com/office/drawing/2014/main" id="{61FE0B9B-7D73-4311-B749-C3FA874AF7CC}"/>
              </a:ext>
            </a:extLst>
          </p:cNvPr>
          <p:cNvSpPr>
            <a:spLocks noGrp="1"/>
          </p:cNvSpPr>
          <p:nvPr>
            <p:ph type="body" idx="1" hasCustomPrompt="1"/>
          </p:nvPr>
        </p:nvSpPr>
        <p:spPr>
          <a:xfrm>
            <a:off x="836612" y="3278541"/>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1" name="Text Placeholder 11">
            <a:extLst>
              <a:ext uri="{FF2B5EF4-FFF2-40B4-BE49-F238E27FC236}">
                <a16:creationId xmlns:a16="http://schemas.microsoft.com/office/drawing/2014/main" id="{4A6CBB7D-3142-4CED-98BE-68B4F7C14E52}"/>
              </a:ext>
            </a:extLst>
          </p:cNvPr>
          <p:cNvSpPr>
            <a:spLocks noGrp="1"/>
          </p:cNvSpPr>
          <p:nvPr>
            <p:ph type="body" sz="quarter" idx="13" hasCustomPrompt="1"/>
          </p:nvPr>
        </p:nvSpPr>
        <p:spPr>
          <a:xfrm>
            <a:off x="836612" y="3663631"/>
            <a:ext cx="4820533" cy="1618232"/>
          </a:xfrm>
        </p:spPr>
        <p:txBody>
          <a:bodyPr lIns="36000" tIns="0" rIns="0" bIns="0">
            <a:normAutofit/>
          </a:bodyPr>
          <a:lstStyle>
            <a:lvl1pPr marL="171450" indent="-171450">
              <a:spcBef>
                <a:spcPts val="600"/>
              </a:spcBef>
              <a:buClr>
                <a:schemeClr val="accent1">
                  <a:lumMod val="40000"/>
                  <a:lumOff val="60000"/>
                </a:schemeClr>
              </a:buClr>
              <a:buSzPct val="125000"/>
              <a:buFont typeface="Wingdings" panose="05000000000000000000" pitchFamily="2" charset="2"/>
              <a:buChar char="§"/>
              <a:defRPr sz="1400"/>
            </a:lvl1pPr>
            <a:lvl2pPr marL="628650" indent="-171450">
              <a:spcBef>
                <a:spcPts val="600"/>
              </a:spcBef>
              <a:buClr>
                <a:schemeClr val="accent1">
                  <a:lumMod val="40000"/>
                  <a:lumOff val="60000"/>
                </a:schemeClr>
              </a:buClr>
              <a:buSzPct val="125000"/>
              <a:buFont typeface="Wingdings" panose="05000000000000000000" pitchFamily="2" charset="2"/>
              <a:buChar char="§"/>
              <a:defRPr sz="1400"/>
            </a:lvl2pPr>
          </a:lstStyle>
          <a:p>
            <a:pPr lvl="0"/>
            <a:r>
              <a:rPr lang="en-US" noProof="0"/>
              <a:t>Edit Master text styles</a:t>
            </a:r>
          </a:p>
          <a:p>
            <a:pPr lvl="1"/>
            <a:r>
              <a:rPr lang="en-US" noProof="0"/>
              <a:t>Second level</a:t>
            </a:r>
          </a:p>
        </p:txBody>
      </p:sp>
      <p:sp>
        <p:nvSpPr>
          <p:cNvPr id="26" name="Text Placeholder 2">
            <a:extLst>
              <a:ext uri="{FF2B5EF4-FFF2-40B4-BE49-F238E27FC236}">
                <a16:creationId xmlns:a16="http://schemas.microsoft.com/office/drawing/2014/main" id="{9CA39242-8640-435B-8C03-0CB0BC8E88E6}"/>
              </a:ext>
            </a:extLst>
          </p:cNvPr>
          <p:cNvSpPr>
            <a:spLocks noGrp="1"/>
          </p:cNvSpPr>
          <p:nvPr>
            <p:ph type="body" idx="30" hasCustomPrompt="1"/>
          </p:nvPr>
        </p:nvSpPr>
        <p:spPr>
          <a:xfrm>
            <a:off x="6495790" y="3278541"/>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7" name="Text Placeholder 11">
            <a:extLst>
              <a:ext uri="{FF2B5EF4-FFF2-40B4-BE49-F238E27FC236}">
                <a16:creationId xmlns:a16="http://schemas.microsoft.com/office/drawing/2014/main" id="{62E97E9F-0DAA-48F4-90F4-640195EAD7DA}"/>
              </a:ext>
            </a:extLst>
          </p:cNvPr>
          <p:cNvSpPr>
            <a:spLocks noGrp="1"/>
          </p:cNvSpPr>
          <p:nvPr>
            <p:ph type="body" sz="quarter" idx="31" hasCustomPrompt="1"/>
          </p:nvPr>
        </p:nvSpPr>
        <p:spPr>
          <a:xfrm>
            <a:off x="6495790" y="3663631"/>
            <a:ext cx="4820533" cy="1618232"/>
          </a:xfrm>
        </p:spPr>
        <p:txBody>
          <a:bodyPr lIns="36000" tIns="0" rIns="0" bIns="0">
            <a:normAutofit/>
          </a:bodyPr>
          <a:lstStyle>
            <a:lvl1pPr marL="171450" indent="-171450">
              <a:spcBef>
                <a:spcPts val="600"/>
              </a:spcBef>
              <a:buClr>
                <a:schemeClr val="bg2">
                  <a:lumMod val="40000"/>
                  <a:lumOff val="60000"/>
                </a:schemeClr>
              </a:buClr>
              <a:buSzPct val="125000"/>
              <a:buFont typeface="Wingdings" panose="05000000000000000000" pitchFamily="2" charset="2"/>
              <a:buChar char="§"/>
              <a:defRPr sz="1400"/>
            </a:lvl1pPr>
            <a:lvl2pPr marL="628650" indent="-171450">
              <a:spcBef>
                <a:spcPts val="600"/>
              </a:spcBef>
              <a:buClr>
                <a:schemeClr val="bg2">
                  <a:lumMod val="40000"/>
                  <a:lumOff val="60000"/>
                </a:schemeClr>
              </a:buClr>
              <a:buSzPct val="125000"/>
              <a:buFont typeface="Wingdings" panose="05000000000000000000" pitchFamily="2" charset="2"/>
              <a:buChar char="§"/>
              <a:defRPr sz="1400"/>
            </a:lvl2pPr>
          </a:lstStyle>
          <a:p>
            <a:pPr lvl="0"/>
            <a:r>
              <a:rPr lang="en-US" noProof="0"/>
              <a:t>Edit Master text styles</a:t>
            </a:r>
          </a:p>
          <a:p>
            <a:pPr lvl="1"/>
            <a:r>
              <a:rPr lang="en-US" noProof="0"/>
              <a:t>Second level</a:t>
            </a:r>
          </a:p>
        </p:txBody>
      </p:sp>
      <p:sp>
        <p:nvSpPr>
          <p:cNvPr id="14"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3780314684"/>
      </p:ext>
    </p:extLst>
  </p:cSld>
  <p:clrMapOvr>
    <a:masterClrMapping/>
  </p:clrMapOvr>
  <p:hf hdr="0" ftr="0" dt="0"/>
  <p:extLst>
    <p:ext uri="{DCECCB84-F9BA-43D5-87BE-67443E8EF086}">
      <p15:sldGuideLst xmlns:p15="http://schemas.microsoft.com/office/powerpoint/2012/main"/>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9AECFA43-CD95-4331-BDD6-DA02FC838900}"/>
              </a:ext>
            </a:extLst>
          </p:cNvPr>
          <p:cNvSpPr/>
          <p:nvPr/>
        </p:nvSpPr>
        <p:spPr>
          <a:xfrm>
            <a:off x="0" y="1426745"/>
            <a:ext cx="12192000" cy="4983480"/>
          </a:xfrm>
          <a:prstGeom prst="rect">
            <a:avLst/>
          </a:prstGeom>
          <a:gradFill>
            <a:gsLst>
              <a:gs pos="0">
                <a:schemeClr val="accent1">
                  <a:lumMod val="75000"/>
                  <a:alpha val="20000"/>
                </a:schemeClr>
              </a:gs>
              <a:gs pos="100000">
                <a:schemeClr val="bg2">
                  <a:alpha val="2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E9D4A847-309C-4C5D-B767-F7C82EAD3A85}" type="datetime3">
              <a:rPr lang="en-IN" smtClean="0"/>
              <a:t>15 May 2025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lvl1pPr>
              <a:defRPr/>
            </a:lvl1p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
        <p:nvSpPr>
          <p:cNvPr id="22" name="Picture Placeholder 11" descr="Competitors logos quadrant">
            <a:extLst>
              <a:ext uri="{FF2B5EF4-FFF2-40B4-BE49-F238E27FC236}">
                <a16:creationId xmlns:a16="http://schemas.microsoft.com/office/drawing/2014/main" id="{AA265DB5-0ACC-4872-94A9-E59194B1A497}"/>
              </a:ext>
            </a:extLst>
          </p:cNvPr>
          <p:cNvSpPr>
            <a:spLocks noGrp="1"/>
          </p:cNvSpPr>
          <p:nvPr>
            <p:ph type="pic" sz="quarter" idx="39" hasCustomPrompt="1"/>
          </p:nvPr>
        </p:nvSpPr>
        <p:spPr>
          <a:xfrm>
            <a:off x="3271215" y="2800279"/>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2</a:t>
            </a:r>
          </a:p>
          <a:p>
            <a:r>
              <a:rPr lang="en-US" noProof="0"/>
              <a:t>Logo</a:t>
            </a:r>
          </a:p>
        </p:txBody>
      </p:sp>
      <p:sp>
        <p:nvSpPr>
          <p:cNvPr id="23" name="Picture Placeholder 11" descr="Competitors logos quadrant">
            <a:extLst>
              <a:ext uri="{FF2B5EF4-FFF2-40B4-BE49-F238E27FC236}">
                <a16:creationId xmlns:a16="http://schemas.microsoft.com/office/drawing/2014/main" id="{D93F8F87-5281-4F40-82FC-A4B985EAFE89}"/>
              </a:ext>
            </a:extLst>
          </p:cNvPr>
          <p:cNvSpPr>
            <a:spLocks noGrp="1"/>
          </p:cNvSpPr>
          <p:nvPr>
            <p:ph type="pic" sz="quarter" idx="40" hasCustomPrompt="1"/>
          </p:nvPr>
        </p:nvSpPr>
        <p:spPr>
          <a:xfrm>
            <a:off x="1366167" y="2237506"/>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1</a:t>
            </a:r>
          </a:p>
          <a:p>
            <a:r>
              <a:rPr lang="en-US" noProof="0"/>
              <a:t>Logo</a:t>
            </a:r>
          </a:p>
        </p:txBody>
      </p:sp>
      <p:sp>
        <p:nvSpPr>
          <p:cNvPr id="24" name="Picture Placeholder 11" descr="Competitors logos quadrant">
            <a:extLst>
              <a:ext uri="{FF2B5EF4-FFF2-40B4-BE49-F238E27FC236}">
                <a16:creationId xmlns:a16="http://schemas.microsoft.com/office/drawing/2014/main" id="{DEEA12AF-CE7B-41C2-8A17-EC693ECF8C38}"/>
              </a:ext>
            </a:extLst>
          </p:cNvPr>
          <p:cNvSpPr>
            <a:spLocks noGrp="1"/>
          </p:cNvSpPr>
          <p:nvPr>
            <p:ph type="pic" sz="quarter" idx="41" hasCustomPrompt="1"/>
          </p:nvPr>
        </p:nvSpPr>
        <p:spPr>
          <a:xfrm>
            <a:off x="1872684" y="4678392"/>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3</a:t>
            </a:r>
          </a:p>
          <a:p>
            <a:r>
              <a:rPr lang="en-US" noProof="0"/>
              <a:t>Logo</a:t>
            </a:r>
          </a:p>
        </p:txBody>
      </p:sp>
      <p:sp>
        <p:nvSpPr>
          <p:cNvPr id="25" name="Picture Placeholder 11" descr="Competitors logos quadrant">
            <a:extLst>
              <a:ext uri="{FF2B5EF4-FFF2-40B4-BE49-F238E27FC236}">
                <a16:creationId xmlns:a16="http://schemas.microsoft.com/office/drawing/2014/main" id="{5F18F8B8-2496-4093-BFC7-531592943EB3}"/>
              </a:ext>
            </a:extLst>
          </p:cNvPr>
          <p:cNvSpPr>
            <a:spLocks noGrp="1"/>
          </p:cNvSpPr>
          <p:nvPr>
            <p:ph type="pic" sz="quarter" idx="42" hasCustomPrompt="1"/>
          </p:nvPr>
        </p:nvSpPr>
        <p:spPr>
          <a:xfrm>
            <a:off x="6636591" y="2856931"/>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4</a:t>
            </a:r>
          </a:p>
          <a:p>
            <a:r>
              <a:rPr lang="en-US" noProof="0"/>
              <a:t>Logo</a:t>
            </a:r>
          </a:p>
        </p:txBody>
      </p:sp>
      <p:sp>
        <p:nvSpPr>
          <p:cNvPr id="28" name="Picture Placeholder 11" descr="Competitors logos quadrant">
            <a:extLst>
              <a:ext uri="{FF2B5EF4-FFF2-40B4-BE49-F238E27FC236}">
                <a16:creationId xmlns:a16="http://schemas.microsoft.com/office/drawing/2014/main" id="{7FA1C20D-8A7C-4FF1-8DFB-ECACC4C2BC63}"/>
              </a:ext>
            </a:extLst>
          </p:cNvPr>
          <p:cNvSpPr>
            <a:spLocks noGrp="1"/>
          </p:cNvSpPr>
          <p:nvPr>
            <p:ph type="pic" sz="quarter" idx="43" hasCustomPrompt="1"/>
          </p:nvPr>
        </p:nvSpPr>
        <p:spPr>
          <a:xfrm>
            <a:off x="6458028" y="4783318"/>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5</a:t>
            </a:r>
          </a:p>
          <a:p>
            <a:r>
              <a:rPr lang="en-US" noProof="0"/>
              <a:t>Logo</a:t>
            </a:r>
          </a:p>
        </p:txBody>
      </p:sp>
      <p:sp>
        <p:nvSpPr>
          <p:cNvPr id="29" name="Picture Placeholder 11" descr="Competitors logos quadrant">
            <a:extLst>
              <a:ext uri="{FF2B5EF4-FFF2-40B4-BE49-F238E27FC236}">
                <a16:creationId xmlns:a16="http://schemas.microsoft.com/office/drawing/2014/main" id="{62CD1D6A-EBAA-473C-A87B-407D209FA4F0}"/>
              </a:ext>
            </a:extLst>
          </p:cNvPr>
          <p:cNvSpPr>
            <a:spLocks noGrp="1"/>
          </p:cNvSpPr>
          <p:nvPr>
            <p:ph type="pic" sz="quarter" idx="44" hasCustomPrompt="1"/>
          </p:nvPr>
        </p:nvSpPr>
        <p:spPr>
          <a:xfrm>
            <a:off x="9155216" y="4546154"/>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6</a:t>
            </a:r>
          </a:p>
          <a:p>
            <a:r>
              <a:rPr lang="en-US" noProof="0"/>
              <a:t>Logo</a:t>
            </a:r>
          </a:p>
        </p:txBody>
      </p:sp>
      <p:sp>
        <p:nvSpPr>
          <p:cNvPr id="33" name="Text Placeholder 7">
            <a:extLst>
              <a:ext uri="{FF2B5EF4-FFF2-40B4-BE49-F238E27FC236}">
                <a16:creationId xmlns:a16="http://schemas.microsoft.com/office/drawing/2014/main" id="{07B05968-4C1C-466A-8E74-060D9E16DA9F}"/>
              </a:ext>
            </a:extLst>
          </p:cNvPr>
          <p:cNvSpPr>
            <a:spLocks noGrp="1"/>
          </p:cNvSpPr>
          <p:nvPr>
            <p:ph type="body" sz="quarter" idx="46" hasCustomPrompt="1"/>
          </p:nvPr>
        </p:nvSpPr>
        <p:spPr>
          <a:xfrm>
            <a:off x="836613" y="3922337"/>
            <a:ext cx="2741612" cy="248888"/>
          </a:xfrm>
        </p:spPr>
        <p:txBody>
          <a:bodyPr>
            <a:noAutofit/>
          </a:bodyPr>
          <a:lstStyle>
            <a:lvl1pPr marL="0" indent="0">
              <a:buNone/>
              <a:defRPr sz="1200" b="1"/>
            </a:lvl1pPr>
            <a:lvl2pPr marL="457200" indent="0">
              <a:buNone/>
              <a:defRPr sz="1200" b="1"/>
            </a:lvl2pPr>
            <a:lvl3pPr>
              <a:defRPr sz="1200" b="1"/>
            </a:lvl3pPr>
            <a:lvl4pPr>
              <a:defRPr sz="1200" b="1"/>
            </a:lvl4pPr>
            <a:lvl5pPr>
              <a:defRPr sz="1200" b="1"/>
            </a:lvl5pPr>
          </a:lstStyle>
          <a:p>
            <a:pPr lvl="0"/>
            <a:r>
              <a:rPr lang="en-US" noProof="0"/>
              <a:t>More expensive</a:t>
            </a:r>
          </a:p>
        </p:txBody>
      </p:sp>
      <p:cxnSp>
        <p:nvCxnSpPr>
          <p:cNvPr id="34" name="Straight Arrow Connector 33">
            <a:extLst>
              <a:ext uri="{FF2B5EF4-FFF2-40B4-BE49-F238E27FC236}">
                <a16:creationId xmlns:a16="http://schemas.microsoft.com/office/drawing/2014/main" id="{0A0E78D4-0FC2-422B-8A0E-4B77C857682A}"/>
              </a:ext>
            </a:extLst>
          </p:cNvPr>
          <p:cNvCxnSpPr/>
          <p:nvPr/>
        </p:nvCxnSpPr>
        <p:spPr>
          <a:xfrm>
            <a:off x="943519" y="3858087"/>
            <a:ext cx="103320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0420273-FFF6-4145-952E-E1EC3C641A90}"/>
              </a:ext>
            </a:extLst>
          </p:cNvPr>
          <p:cNvCxnSpPr>
            <a:cxnSpLocks/>
          </p:cNvCxnSpPr>
          <p:nvPr/>
        </p:nvCxnSpPr>
        <p:spPr>
          <a:xfrm rot="16200000">
            <a:off x="4162800" y="3876719"/>
            <a:ext cx="38664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Picture Placeholder 14">
            <a:extLst>
              <a:ext uri="{FF2B5EF4-FFF2-40B4-BE49-F238E27FC236}">
                <a16:creationId xmlns:a16="http://schemas.microsoft.com/office/drawing/2014/main" id="{D916D7D1-7F63-4867-9C6C-31228BEAC6CB}"/>
              </a:ext>
            </a:extLst>
          </p:cNvPr>
          <p:cNvSpPr>
            <a:spLocks noGrp="1"/>
          </p:cNvSpPr>
          <p:nvPr>
            <p:ph type="pic" sz="quarter" idx="14"/>
          </p:nvPr>
        </p:nvSpPr>
        <p:spPr>
          <a:xfrm>
            <a:off x="9464329" y="2259757"/>
            <a:ext cx="1463040" cy="987552"/>
          </a:xfrm>
          <a:solidFill>
            <a:schemeClr val="bg1">
              <a:alpha val="50000"/>
            </a:schemeClr>
          </a:solidFill>
        </p:spPr>
        <p:txBody>
          <a:bodyPr anchor="ctr" anchorCtr="0">
            <a:noAutofit/>
          </a:bodyPr>
          <a:lstStyle>
            <a:lvl1pPr marL="0" indent="0" algn="ctr">
              <a:buNone/>
              <a:defRPr sz="1400"/>
            </a:lvl1pPr>
          </a:lstStyle>
          <a:p>
            <a:r>
              <a:rPr lang="en-US" noProof="0"/>
              <a:t>Click icon to add picture</a:t>
            </a:r>
          </a:p>
        </p:txBody>
      </p:sp>
      <p:sp>
        <p:nvSpPr>
          <p:cNvPr id="39" name="Text Placeholder 7">
            <a:extLst>
              <a:ext uri="{FF2B5EF4-FFF2-40B4-BE49-F238E27FC236}">
                <a16:creationId xmlns:a16="http://schemas.microsoft.com/office/drawing/2014/main" id="{43D1C529-2673-461C-AD18-9EDFAA659C0F}"/>
              </a:ext>
            </a:extLst>
          </p:cNvPr>
          <p:cNvSpPr>
            <a:spLocks noGrp="1"/>
          </p:cNvSpPr>
          <p:nvPr>
            <p:ph type="body" sz="quarter" idx="47" hasCustomPrompt="1"/>
          </p:nvPr>
        </p:nvSpPr>
        <p:spPr>
          <a:xfrm>
            <a:off x="8601699" y="3922337"/>
            <a:ext cx="2741612" cy="248888"/>
          </a:xfrm>
        </p:spPr>
        <p:txBody>
          <a:bodyPr>
            <a:noAutofit/>
          </a:bodyPr>
          <a:lstStyle>
            <a:lvl1pPr marL="0" indent="0" algn="r">
              <a:buNone/>
              <a:defRPr sz="1200" b="1"/>
            </a:lvl1pPr>
            <a:lvl2pPr marL="457200" indent="0">
              <a:buNone/>
              <a:defRPr sz="1200" b="1"/>
            </a:lvl2pPr>
            <a:lvl3pPr>
              <a:defRPr sz="1200" b="1"/>
            </a:lvl3pPr>
            <a:lvl4pPr>
              <a:defRPr sz="1200" b="1"/>
            </a:lvl4pPr>
            <a:lvl5pPr>
              <a:defRPr sz="1200" b="1"/>
            </a:lvl5pPr>
          </a:lstStyle>
          <a:p>
            <a:pPr lvl="0"/>
            <a:r>
              <a:rPr lang="en-US" noProof="0"/>
              <a:t>Less expensive</a:t>
            </a:r>
          </a:p>
        </p:txBody>
      </p:sp>
      <p:sp>
        <p:nvSpPr>
          <p:cNvPr id="40" name="Text Placeholder 7">
            <a:extLst>
              <a:ext uri="{FF2B5EF4-FFF2-40B4-BE49-F238E27FC236}">
                <a16:creationId xmlns:a16="http://schemas.microsoft.com/office/drawing/2014/main" id="{5900A478-228D-4DD3-985B-4DF3CC82896C}"/>
              </a:ext>
            </a:extLst>
          </p:cNvPr>
          <p:cNvSpPr>
            <a:spLocks noGrp="1"/>
          </p:cNvSpPr>
          <p:nvPr>
            <p:ph type="body" sz="quarter" idx="48" hasCustomPrompt="1"/>
          </p:nvPr>
        </p:nvSpPr>
        <p:spPr>
          <a:xfrm>
            <a:off x="4718845" y="5880592"/>
            <a:ext cx="2741612" cy="248888"/>
          </a:xfrm>
        </p:spPr>
        <p:txBody>
          <a:bodyPr>
            <a:noAutofit/>
          </a:bodyPr>
          <a:lstStyle>
            <a:lvl1pPr marL="0" indent="0" algn="ctr">
              <a:buNone/>
              <a:defRPr sz="1200" b="1"/>
            </a:lvl1pPr>
            <a:lvl2pPr marL="457200" indent="0">
              <a:buNone/>
              <a:defRPr sz="1200" b="1"/>
            </a:lvl2pPr>
            <a:lvl3pPr>
              <a:defRPr sz="1200" b="1"/>
            </a:lvl3pPr>
            <a:lvl4pPr>
              <a:defRPr sz="1200" b="1"/>
            </a:lvl4pPr>
            <a:lvl5pPr>
              <a:defRPr sz="1200" b="1"/>
            </a:lvl5pPr>
          </a:lstStyle>
          <a:p>
            <a:pPr lvl="0"/>
            <a:r>
              <a:rPr lang="en-US" noProof="0"/>
              <a:t>Less convenient</a:t>
            </a:r>
          </a:p>
        </p:txBody>
      </p:sp>
      <p:sp>
        <p:nvSpPr>
          <p:cNvPr id="42" name="Text Placeholder 7">
            <a:extLst>
              <a:ext uri="{FF2B5EF4-FFF2-40B4-BE49-F238E27FC236}">
                <a16:creationId xmlns:a16="http://schemas.microsoft.com/office/drawing/2014/main" id="{34D00100-49AA-43BE-AF2F-0E9CEC49EAC1}"/>
              </a:ext>
            </a:extLst>
          </p:cNvPr>
          <p:cNvSpPr>
            <a:spLocks noGrp="1"/>
          </p:cNvSpPr>
          <p:nvPr>
            <p:ph type="body" sz="quarter" idx="49" hasCustomPrompt="1"/>
          </p:nvPr>
        </p:nvSpPr>
        <p:spPr>
          <a:xfrm>
            <a:off x="4731544" y="1640745"/>
            <a:ext cx="2741612" cy="248888"/>
          </a:xfrm>
        </p:spPr>
        <p:txBody>
          <a:bodyPr>
            <a:noAutofit/>
          </a:bodyPr>
          <a:lstStyle>
            <a:lvl1pPr marL="0" indent="0" algn="ctr">
              <a:buNone/>
              <a:defRPr sz="1200" b="1"/>
            </a:lvl1pPr>
            <a:lvl2pPr marL="457200" indent="0">
              <a:buNone/>
              <a:defRPr sz="1200" b="1"/>
            </a:lvl2pPr>
            <a:lvl3pPr>
              <a:defRPr sz="1200" b="1"/>
            </a:lvl3pPr>
            <a:lvl4pPr>
              <a:defRPr sz="1200" b="1"/>
            </a:lvl4pPr>
            <a:lvl5pPr>
              <a:defRPr sz="1200" b="1"/>
            </a:lvl5pPr>
          </a:lstStyle>
          <a:p>
            <a:pPr lvl="0"/>
            <a:r>
              <a:rPr lang="en-US" noProof="0"/>
              <a:t>More convenient</a:t>
            </a:r>
          </a:p>
        </p:txBody>
      </p:sp>
      <p:sp>
        <p:nvSpPr>
          <p:cNvPr id="21"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
        <p:nvSpPr>
          <p:cNvPr id="26"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Tree>
    <p:extLst>
      <p:ext uri="{BB962C8B-B14F-4D97-AF65-F5344CB8AC3E}">
        <p14:creationId xmlns:p14="http://schemas.microsoft.com/office/powerpoint/2010/main" val="465517793"/>
      </p:ext>
    </p:extLst>
  </p:cSld>
  <p:clrMapOvr>
    <a:masterClrMapping/>
  </p:clrMapOvr>
  <p:hf hdr="0" ftr="0" dt="0"/>
  <p:extLst>
    <p:ext uri="{DCECCB84-F9BA-43D5-87BE-67443E8EF086}">
      <p15:sldGuideLst xmlns:p15="http://schemas.microsoft.com/office/powerpoint/2012/main"/>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E9D4A847-309C-4C5D-B767-F7C82EAD3A85}" type="datetime3">
              <a:rPr lang="en-IN" smtClean="0"/>
              <a:t>15 May 2025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lvl1pPr>
              <a:defRPr/>
            </a:lvl1p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
        <p:nvSpPr>
          <p:cNvPr id="9" name="Text Placeholder 2">
            <a:extLst>
              <a:ext uri="{FF2B5EF4-FFF2-40B4-BE49-F238E27FC236}">
                <a16:creationId xmlns:a16="http://schemas.microsoft.com/office/drawing/2014/main" id="{1C91FD06-686C-4DAB-8F12-FBDE6BBF3144}"/>
              </a:ext>
            </a:extLst>
          </p:cNvPr>
          <p:cNvSpPr>
            <a:spLocks noGrp="1"/>
          </p:cNvSpPr>
          <p:nvPr>
            <p:ph type="body" idx="24" hasCustomPrompt="1"/>
          </p:nvPr>
        </p:nvSpPr>
        <p:spPr>
          <a:xfrm>
            <a:off x="836614" y="1377833"/>
            <a:ext cx="9535686" cy="693014"/>
          </a:xfrm>
        </p:spPr>
        <p:txBody>
          <a:bodyPr lIns="36000" tIns="0" rIns="0" bIns="0">
            <a:normAutofit/>
          </a:bodyPr>
          <a:lstStyle>
            <a:lvl1pPr marL="0" indent="0" algn="l">
              <a:buFont typeface="Arial" panose="020B0604020202020204" pitchFamily="34" charset="0"/>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20" name="Text Placeholder 2">
            <a:extLst>
              <a:ext uri="{FF2B5EF4-FFF2-40B4-BE49-F238E27FC236}">
                <a16:creationId xmlns:a16="http://schemas.microsoft.com/office/drawing/2014/main" id="{61FE0B9B-7D73-4311-B749-C3FA874AF7CC}"/>
              </a:ext>
            </a:extLst>
          </p:cNvPr>
          <p:cNvSpPr>
            <a:spLocks noGrp="1"/>
          </p:cNvSpPr>
          <p:nvPr>
            <p:ph type="body" idx="1" hasCustomPrompt="1"/>
          </p:nvPr>
        </p:nvSpPr>
        <p:spPr>
          <a:xfrm>
            <a:off x="836612" y="2323804"/>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6" name="Text Placeholder 2">
            <a:extLst>
              <a:ext uri="{FF2B5EF4-FFF2-40B4-BE49-F238E27FC236}">
                <a16:creationId xmlns:a16="http://schemas.microsoft.com/office/drawing/2014/main" id="{9CA39242-8640-435B-8C03-0CB0BC8E88E6}"/>
              </a:ext>
            </a:extLst>
          </p:cNvPr>
          <p:cNvSpPr>
            <a:spLocks noGrp="1"/>
          </p:cNvSpPr>
          <p:nvPr>
            <p:ph type="body" idx="30" hasCustomPrompt="1"/>
          </p:nvPr>
        </p:nvSpPr>
        <p:spPr>
          <a:xfrm>
            <a:off x="6495790" y="2323804"/>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8" name="Content Placeholder 7">
            <a:extLst>
              <a:ext uri="{FF2B5EF4-FFF2-40B4-BE49-F238E27FC236}">
                <a16:creationId xmlns:a16="http://schemas.microsoft.com/office/drawing/2014/main" id="{0314D5FA-EBD7-472E-9864-D76743BAB4DF}"/>
              </a:ext>
            </a:extLst>
          </p:cNvPr>
          <p:cNvSpPr>
            <a:spLocks noGrp="1"/>
          </p:cNvSpPr>
          <p:nvPr>
            <p:ph sz="quarter" idx="31" hasCustomPrompt="1"/>
          </p:nvPr>
        </p:nvSpPr>
        <p:spPr>
          <a:xfrm>
            <a:off x="836613" y="2811998"/>
            <a:ext cx="4821237" cy="2660650"/>
          </a:xfrm>
        </p:spPr>
        <p:txBody>
          <a:bodyPr lIns="36000" tIns="0" rIns="0" bIns="0">
            <a:normAutofit/>
          </a:bodyPr>
          <a:lstStyle>
            <a:lvl1pPr marL="0" indent="0" algn="l">
              <a:buNone/>
              <a:defRPr sz="2000"/>
            </a:lvl1pPr>
            <a:lvl2pPr marL="457200" indent="0" algn="l">
              <a:buNone/>
              <a:defRPr sz="1800"/>
            </a:lvl2pPr>
          </a:lstStyle>
          <a:p>
            <a:pPr lvl="0"/>
            <a:r>
              <a:rPr lang="en-US" noProof="0"/>
              <a:t>Edit Master text styles</a:t>
            </a:r>
          </a:p>
          <a:p>
            <a:pPr lvl="1"/>
            <a:r>
              <a:rPr lang="en-US" noProof="0"/>
              <a:t>Second level</a:t>
            </a:r>
          </a:p>
        </p:txBody>
      </p:sp>
      <p:sp>
        <p:nvSpPr>
          <p:cNvPr id="16" name="Content Placeholder 7">
            <a:extLst>
              <a:ext uri="{FF2B5EF4-FFF2-40B4-BE49-F238E27FC236}">
                <a16:creationId xmlns:a16="http://schemas.microsoft.com/office/drawing/2014/main" id="{BA129CFA-D87C-494E-9E6D-E317C4D157EB}"/>
              </a:ext>
            </a:extLst>
          </p:cNvPr>
          <p:cNvSpPr>
            <a:spLocks noGrp="1"/>
          </p:cNvSpPr>
          <p:nvPr>
            <p:ph sz="quarter" idx="32" hasCustomPrompt="1"/>
          </p:nvPr>
        </p:nvSpPr>
        <p:spPr>
          <a:xfrm>
            <a:off x="6495086" y="2811998"/>
            <a:ext cx="4821237" cy="2660650"/>
          </a:xfrm>
        </p:spPr>
        <p:txBody>
          <a:bodyPr lIns="36000" tIns="0" rIns="0" bIns="0">
            <a:normAutofit/>
          </a:bodyPr>
          <a:lstStyle>
            <a:lvl1pPr marL="0" indent="0" algn="l">
              <a:buNone/>
              <a:defRPr sz="2000"/>
            </a:lvl1pPr>
            <a:lvl2pPr marL="457200" indent="0" algn="l">
              <a:buNone/>
              <a:defRPr sz="1800"/>
            </a:lvl2pPr>
          </a:lstStyle>
          <a:p>
            <a:pPr lvl="0"/>
            <a:r>
              <a:rPr lang="en-US" noProof="0"/>
              <a:t>Edit Master text styles</a:t>
            </a:r>
          </a:p>
          <a:p>
            <a:pPr lvl="1"/>
            <a:r>
              <a:rPr lang="en-US" noProof="0"/>
              <a:t>Second level</a:t>
            </a:r>
          </a:p>
        </p:txBody>
      </p:sp>
      <p:sp>
        <p:nvSpPr>
          <p:cNvPr id="12"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3699791059"/>
      </p:ext>
    </p:extLst>
  </p:cSld>
  <p:clrMapOvr>
    <a:masterClrMapping/>
  </p:clrMapOvr>
  <p:hf hdr="0" ftr="0" dt="0"/>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1326-08A9-441D-B1A8-66271415853E}"/>
              </a:ext>
            </a:extLst>
          </p:cNvPr>
          <p:cNvSpPr>
            <a:spLocks noGrp="1"/>
          </p:cNvSpPr>
          <p:nvPr>
            <p:ph type="title" hasCustomPrompt="1"/>
          </p:nvPr>
        </p:nvSpPr>
        <p:spPr>
          <a:xfrm>
            <a:off x="836614" y="740998"/>
            <a:ext cx="2759105" cy="568800"/>
          </a:xfrm>
        </p:spPr>
        <p:txBody>
          <a:bodyPr lIns="36000" tIns="0" rIns="0" bIns="0">
            <a:noAutofit/>
          </a:bodyPr>
          <a:lstStyle/>
          <a:p>
            <a:r>
              <a:rPr lang="en-US" noProof="0"/>
              <a:t>Title Here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E9D4A847-309C-4C5D-B767-F7C82EAD3A85}" type="datetime3">
              <a:rPr lang="en-IN" smtClean="0"/>
              <a:t>15 May 2025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
        <p:nvSpPr>
          <p:cNvPr id="9" name="Text Placeholder 2">
            <a:extLst>
              <a:ext uri="{FF2B5EF4-FFF2-40B4-BE49-F238E27FC236}">
                <a16:creationId xmlns:a16="http://schemas.microsoft.com/office/drawing/2014/main" id="{1C91FD06-686C-4DAB-8F12-FBDE6BBF3144}"/>
              </a:ext>
            </a:extLst>
          </p:cNvPr>
          <p:cNvSpPr>
            <a:spLocks noGrp="1"/>
          </p:cNvSpPr>
          <p:nvPr>
            <p:ph type="body" idx="24" hasCustomPrompt="1"/>
          </p:nvPr>
        </p:nvSpPr>
        <p:spPr>
          <a:xfrm>
            <a:off x="836615" y="1377833"/>
            <a:ext cx="2760828" cy="1630062"/>
          </a:xfrm>
        </p:spPr>
        <p:txBody>
          <a:bodyPr lIns="36000" tIns="0" rIns="0" bIns="0">
            <a:normAutofit/>
          </a:bodyPr>
          <a:lstStyle>
            <a:lvl1pPr marL="0" indent="0" algn="l">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0" name="Table Placeholder 9">
            <a:extLst>
              <a:ext uri="{FF2B5EF4-FFF2-40B4-BE49-F238E27FC236}">
                <a16:creationId xmlns:a16="http://schemas.microsoft.com/office/drawing/2014/main" id="{36EC64A7-7FE6-41B3-B27F-E6B0C0BAA1FD}"/>
              </a:ext>
            </a:extLst>
          </p:cNvPr>
          <p:cNvSpPr>
            <a:spLocks noGrp="1"/>
          </p:cNvSpPr>
          <p:nvPr>
            <p:ph type="tbl" sz="quarter" idx="25"/>
          </p:nvPr>
        </p:nvSpPr>
        <p:spPr>
          <a:xfrm>
            <a:off x="3983038" y="740998"/>
            <a:ext cx="6159583" cy="4650632"/>
          </a:xfrm>
        </p:spPr>
        <p:txBody>
          <a:bodyPr anchor="ctr" anchorCtr="0">
            <a:noAutofit/>
          </a:bodyPr>
          <a:lstStyle>
            <a:lvl1pPr marL="0" indent="0" algn="ctr">
              <a:buNone/>
              <a:defRPr sz="1800"/>
            </a:lvl1pPr>
          </a:lstStyle>
          <a:p>
            <a:r>
              <a:rPr lang="en-US" noProof="0"/>
              <a:t>Click icon to add table</a:t>
            </a:r>
          </a:p>
        </p:txBody>
      </p:sp>
      <p:sp>
        <p:nvSpPr>
          <p:cNvPr id="11" name="Picture Placeholder 11">
            <a:extLst>
              <a:ext uri="{FF2B5EF4-FFF2-40B4-BE49-F238E27FC236}">
                <a16:creationId xmlns:a16="http://schemas.microsoft.com/office/drawing/2014/main" id="{48D7F0F9-4118-4257-9D45-A5772C2110D7}"/>
              </a:ext>
            </a:extLst>
          </p:cNvPr>
          <p:cNvSpPr>
            <a:spLocks noGrp="1"/>
          </p:cNvSpPr>
          <p:nvPr>
            <p:ph type="pic" sz="quarter" idx="26"/>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2764747898"/>
      </p:ext>
    </p:extLst>
  </p:cSld>
  <p:clrMapOvr>
    <a:masterClrMapping/>
  </p:clrMapOvr>
  <p:hf hdr="0" ftr="0" dt="0"/>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eam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E9D4A847-309C-4C5D-B767-F7C82EAD3A85}" type="datetime3">
              <a:rPr lang="en-IN" smtClean="0"/>
              <a:t>15 May 2025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
        <p:nvSpPr>
          <p:cNvPr id="9" name="Text Placeholder 2">
            <a:extLst>
              <a:ext uri="{FF2B5EF4-FFF2-40B4-BE49-F238E27FC236}">
                <a16:creationId xmlns:a16="http://schemas.microsoft.com/office/drawing/2014/main" id="{1C91FD06-686C-4DAB-8F12-FBDE6BBF3144}"/>
              </a:ext>
            </a:extLst>
          </p:cNvPr>
          <p:cNvSpPr>
            <a:spLocks noGrp="1"/>
          </p:cNvSpPr>
          <p:nvPr>
            <p:ph type="body" idx="24" hasCustomPrompt="1"/>
          </p:nvPr>
        </p:nvSpPr>
        <p:spPr>
          <a:xfrm>
            <a:off x="836614" y="1377833"/>
            <a:ext cx="9535686" cy="618880"/>
          </a:xfrm>
        </p:spPr>
        <p:txBody>
          <a:bodyPr lIns="36000" tIns="0" rIns="0" bIns="0">
            <a:normAutofit/>
          </a:bodyPr>
          <a:lstStyle>
            <a:lvl1pPr marL="0" indent="0" algn="l">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45" name="Text Placeholder 2">
            <a:extLst>
              <a:ext uri="{FF2B5EF4-FFF2-40B4-BE49-F238E27FC236}">
                <a16:creationId xmlns:a16="http://schemas.microsoft.com/office/drawing/2014/main" id="{E6BA5EAA-9D1F-41A8-B061-8C18B61C4F65}"/>
              </a:ext>
            </a:extLst>
          </p:cNvPr>
          <p:cNvSpPr>
            <a:spLocks noGrp="1"/>
          </p:cNvSpPr>
          <p:nvPr>
            <p:ph type="body" idx="1" hasCustomPrompt="1"/>
          </p:nvPr>
        </p:nvSpPr>
        <p:spPr>
          <a:xfrm>
            <a:off x="1975465" y="2564315"/>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46" name="Text Placeholder 11">
            <a:extLst>
              <a:ext uri="{FF2B5EF4-FFF2-40B4-BE49-F238E27FC236}">
                <a16:creationId xmlns:a16="http://schemas.microsoft.com/office/drawing/2014/main" id="{60E8EB22-EE54-4319-BFD9-B51D4D584ADF}"/>
              </a:ext>
            </a:extLst>
          </p:cNvPr>
          <p:cNvSpPr>
            <a:spLocks noGrp="1"/>
          </p:cNvSpPr>
          <p:nvPr>
            <p:ph type="body" sz="quarter" idx="13" hasCustomPrompt="1"/>
          </p:nvPr>
        </p:nvSpPr>
        <p:spPr>
          <a:xfrm>
            <a:off x="1975465" y="2949406"/>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12" name="Picture Placeholder 11">
            <a:extLst>
              <a:ext uri="{FF2B5EF4-FFF2-40B4-BE49-F238E27FC236}">
                <a16:creationId xmlns:a16="http://schemas.microsoft.com/office/drawing/2014/main" id="{50604DC3-2547-4A5A-8AF8-1051ADC267D3}"/>
              </a:ext>
            </a:extLst>
          </p:cNvPr>
          <p:cNvSpPr>
            <a:spLocks noGrp="1"/>
          </p:cNvSpPr>
          <p:nvPr>
            <p:ph type="pic" sz="quarter" idx="25"/>
          </p:nvPr>
        </p:nvSpPr>
        <p:spPr>
          <a:xfrm>
            <a:off x="836614" y="2647025"/>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47" name="Text Placeholder 2">
            <a:extLst>
              <a:ext uri="{FF2B5EF4-FFF2-40B4-BE49-F238E27FC236}">
                <a16:creationId xmlns:a16="http://schemas.microsoft.com/office/drawing/2014/main" id="{D21D8720-648F-4748-B19E-15B596D77B9F}"/>
              </a:ext>
            </a:extLst>
          </p:cNvPr>
          <p:cNvSpPr>
            <a:spLocks noGrp="1"/>
          </p:cNvSpPr>
          <p:nvPr>
            <p:ph type="body" idx="26" hasCustomPrompt="1"/>
          </p:nvPr>
        </p:nvSpPr>
        <p:spPr>
          <a:xfrm>
            <a:off x="1975465" y="4130482"/>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48" name="Text Placeholder 11">
            <a:extLst>
              <a:ext uri="{FF2B5EF4-FFF2-40B4-BE49-F238E27FC236}">
                <a16:creationId xmlns:a16="http://schemas.microsoft.com/office/drawing/2014/main" id="{E31B211B-885A-40F6-A25D-6EDF68FBD3A5}"/>
              </a:ext>
            </a:extLst>
          </p:cNvPr>
          <p:cNvSpPr>
            <a:spLocks noGrp="1"/>
          </p:cNvSpPr>
          <p:nvPr>
            <p:ph type="body" sz="quarter" idx="27" hasCustomPrompt="1"/>
          </p:nvPr>
        </p:nvSpPr>
        <p:spPr>
          <a:xfrm>
            <a:off x="1975465" y="4515573"/>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49" name="Picture Placeholder 11">
            <a:extLst>
              <a:ext uri="{FF2B5EF4-FFF2-40B4-BE49-F238E27FC236}">
                <a16:creationId xmlns:a16="http://schemas.microsoft.com/office/drawing/2014/main" id="{C2F4D19D-CC90-455D-8947-5DCD00EA921C}"/>
              </a:ext>
            </a:extLst>
          </p:cNvPr>
          <p:cNvSpPr>
            <a:spLocks noGrp="1"/>
          </p:cNvSpPr>
          <p:nvPr>
            <p:ph type="pic" sz="quarter" idx="28"/>
          </p:nvPr>
        </p:nvSpPr>
        <p:spPr>
          <a:xfrm>
            <a:off x="836614" y="4213192"/>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50" name="Text Placeholder 2">
            <a:extLst>
              <a:ext uri="{FF2B5EF4-FFF2-40B4-BE49-F238E27FC236}">
                <a16:creationId xmlns:a16="http://schemas.microsoft.com/office/drawing/2014/main" id="{D5CAA23C-172B-4B6C-BB10-4F4DB6CFD19B}"/>
              </a:ext>
            </a:extLst>
          </p:cNvPr>
          <p:cNvSpPr>
            <a:spLocks noGrp="1"/>
          </p:cNvSpPr>
          <p:nvPr>
            <p:ph type="body" idx="29" hasCustomPrompt="1"/>
          </p:nvPr>
        </p:nvSpPr>
        <p:spPr>
          <a:xfrm>
            <a:off x="5532112" y="2564315"/>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51" name="Text Placeholder 11">
            <a:extLst>
              <a:ext uri="{FF2B5EF4-FFF2-40B4-BE49-F238E27FC236}">
                <a16:creationId xmlns:a16="http://schemas.microsoft.com/office/drawing/2014/main" id="{5873C0A4-108E-4DD1-A604-311D061489DF}"/>
              </a:ext>
            </a:extLst>
          </p:cNvPr>
          <p:cNvSpPr>
            <a:spLocks noGrp="1"/>
          </p:cNvSpPr>
          <p:nvPr>
            <p:ph type="body" sz="quarter" idx="30" hasCustomPrompt="1"/>
          </p:nvPr>
        </p:nvSpPr>
        <p:spPr>
          <a:xfrm>
            <a:off x="5532112" y="2949406"/>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52" name="Picture Placeholder 11">
            <a:extLst>
              <a:ext uri="{FF2B5EF4-FFF2-40B4-BE49-F238E27FC236}">
                <a16:creationId xmlns:a16="http://schemas.microsoft.com/office/drawing/2014/main" id="{FA4996C0-7B37-42C4-BDFF-F0C54D4A88C9}"/>
              </a:ext>
            </a:extLst>
          </p:cNvPr>
          <p:cNvSpPr>
            <a:spLocks noGrp="1"/>
          </p:cNvSpPr>
          <p:nvPr>
            <p:ph type="pic" sz="quarter" idx="31"/>
          </p:nvPr>
        </p:nvSpPr>
        <p:spPr>
          <a:xfrm>
            <a:off x="4393261" y="2647025"/>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53" name="Text Placeholder 2">
            <a:extLst>
              <a:ext uri="{FF2B5EF4-FFF2-40B4-BE49-F238E27FC236}">
                <a16:creationId xmlns:a16="http://schemas.microsoft.com/office/drawing/2014/main" id="{FE2C9DE6-67CA-4E0C-8A51-B7AC8BD5AE98}"/>
              </a:ext>
            </a:extLst>
          </p:cNvPr>
          <p:cNvSpPr>
            <a:spLocks noGrp="1"/>
          </p:cNvSpPr>
          <p:nvPr>
            <p:ph type="body" idx="32" hasCustomPrompt="1"/>
          </p:nvPr>
        </p:nvSpPr>
        <p:spPr>
          <a:xfrm>
            <a:off x="5532112" y="4130482"/>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54" name="Text Placeholder 11">
            <a:extLst>
              <a:ext uri="{FF2B5EF4-FFF2-40B4-BE49-F238E27FC236}">
                <a16:creationId xmlns:a16="http://schemas.microsoft.com/office/drawing/2014/main" id="{052A6B3A-E7C7-42AC-A91D-7921E2DCA42A}"/>
              </a:ext>
            </a:extLst>
          </p:cNvPr>
          <p:cNvSpPr>
            <a:spLocks noGrp="1"/>
          </p:cNvSpPr>
          <p:nvPr>
            <p:ph type="body" sz="quarter" idx="33" hasCustomPrompt="1"/>
          </p:nvPr>
        </p:nvSpPr>
        <p:spPr>
          <a:xfrm>
            <a:off x="5532112" y="4515573"/>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55" name="Picture Placeholder 11">
            <a:extLst>
              <a:ext uri="{FF2B5EF4-FFF2-40B4-BE49-F238E27FC236}">
                <a16:creationId xmlns:a16="http://schemas.microsoft.com/office/drawing/2014/main" id="{BDE373C5-22C4-4D2E-B2C9-747EA0C709E1}"/>
              </a:ext>
            </a:extLst>
          </p:cNvPr>
          <p:cNvSpPr>
            <a:spLocks noGrp="1"/>
          </p:cNvSpPr>
          <p:nvPr>
            <p:ph type="pic" sz="quarter" idx="34"/>
          </p:nvPr>
        </p:nvSpPr>
        <p:spPr>
          <a:xfrm>
            <a:off x="4393261" y="4213192"/>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56" name="Text Placeholder 2">
            <a:extLst>
              <a:ext uri="{FF2B5EF4-FFF2-40B4-BE49-F238E27FC236}">
                <a16:creationId xmlns:a16="http://schemas.microsoft.com/office/drawing/2014/main" id="{DF658B1C-69F4-44D8-97E9-5536A307168D}"/>
              </a:ext>
            </a:extLst>
          </p:cNvPr>
          <p:cNvSpPr>
            <a:spLocks noGrp="1"/>
          </p:cNvSpPr>
          <p:nvPr>
            <p:ph type="body" idx="35" hasCustomPrompt="1"/>
          </p:nvPr>
        </p:nvSpPr>
        <p:spPr>
          <a:xfrm>
            <a:off x="9088759" y="2564315"/>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57" name="Text Placeholder 11">
            <a:extLst>
              <a:ext uri="{FF2B5EF4-FFF2-40B4-BE49-F238E27FC236}">
                <a16:creationId xmlns:a16="http://schemas.microsoft.com/office/drawing/2014/main" id="{E49F5D3C-52A4-4CF3-9C76-8E7F4AD06745}"/>
              </a:ext>
            </a:extLst>
          </p:cNvPr>
          <p:cNvSpPr>
            <a:spLocks noGrp="1"/>
          </p:cNvSpPr>
          <p:nvPr>
            <p:ph type="body" sz="quarter" idx="36" hasCustomPrompt="1"/>
          </p:nvPr>
        </p:nvSpPr>
        <p:spPr>
          <a:xfrm>
            <a:off x="9088759" y="2949406"/>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58" name="Picture Placeholder 11">
            <a:extLst>
              <a:ext uri="{FF2B5EF4-FFF2-40B4-BE49-F238E27FC236}">
                <a16:creationId xmlns:a16="http://schemas.microsoft.com/office/drawing/2014/main" id="{1AEC50E2-8D09-4E52-90BC-C296ED16B937}"/>
              </a:ext>
            </a:extLst>
          </p:cNvPr>
          <p:cNvSpPr>
            <a:spLocks noGrp="1"/>
          </p:cNvSpPr>
          <p:nvPr>
            <p:ph type="pic" sz="quarter" idx="37"/>
          </p:nvPr>
        </p:nvSpPr>
        <p:spPr>
          <a:xfrm>
            <a:off x="7949908" y="2647025"/>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59" name="Text Placeholder 2">
            <a:extLst>
              <a:ext uri="{FF2B5EF4-FFF2-40B4-BE49-F238E27FC236}">
                <a16:creationId xmlns:a16="http://schemas.microsoft.com/office/drawing/2014/main" id="{1A890E15-BFA6-4C98-BF47-CD2501130937}"/>
              </a:ext>
            </a:extLst>
          </p:cNvPr>
          <p:cNvSpPr>
            <a:spLocks noGrp="1"/>
          </p:cNvSpPr>
          <p:nvPr>
            <p:ph type="body" idx="38" hasCustomPrompt="1"/>
          </p:nvPr>
        </p:nvSpPr>
        <p:spPr>
          <a:xfrm>
            <a:off x="9088759" y="4130482"/>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60" name="Text Placeholder 11">
            <a:extLst>
              <a:ext uri="{FF2B5EF4-FFF2-40B4-BE49-F238E27FC236}">
                <a16:creationId xmlns:a16="http://schemas.microsoft.com/office/drawing/2014/main" id="{65EAB51A-2C46-46D9-9E90-A9C9D9770648}"/>
              </a:ext>
            </a:extLst>
          </p:cNvPr>
          <p:cNvSpPr>
            <a:spLocks noGrp="1"/>
          </p:cNvSpPr>
          <p:nvPr>
            <p:ph type="body" sz="quarter" idx="39" hasCustomPrompt="1"/>
          </p:nvPr>
        </p:nvSpPr>
        <p:spPr>
          <a:xfrm>
            <a:off x="9088759" y="4515573"/>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61" name="Picture Placeholder 11">
            <a:extLst>
              <a:ext uri="{FF2B5EF4-FFF2-40B4-BE49-F238E27FC236}">
                <a16:creationId xmlns:a16="http://schemas.microsoft.com/office/drawing/2014/main" id="{A8E96B85-B153-4EB9-8F26-0E948B5DC173}"/>
              </a:ext>
            </a:extLst>
          </p:cNvPr>
          <p:cNvSpPr>
            <a:spLocks noGrp="1"/>
          </p:cNvSpPr>
          <p:nvPr>
            <p:ph type="pic" sz="quarter" idx="40"/>
          </p:nvPr>
        </p:nvSpPr>
        <p:spPr>
          <a:xfrm>
            <a:off x="7949908" y="4213192"/>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26" name="Picture Placeholder 11">
            <a:extLst>
              <a:ext uri="{FF2B5EF4-FFF2-40B4-BE49-F238E27FC236}">
                <a16:creationId xmlns:a16="http://schemas.microsoft.com/office/drawing/2014/main" id="{48D7F0F9-4118-4257-9D45-A5772C2110D7}"/>
              </a:ext>
            </a:extLst>
          </p:cNvPr>
          <p:cNvSpPr>
            <a:spLocks noGrp="1"/>
          </p:cNvSpPr>
          <p:nvPr>
            <p:ph type="pic" sz="quarter" idx="41"/>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3614197907"/>
      </p:ext>
    </p:extLst>
  </p:cSld>
  <p:clrMapOvr>
    <a:masterClrMapping/>
  </p:clrMapOvr>
  <p:hf hdr="0" ftr="0" dt="0"/>
  <p:extLst>
    <p:ext uri="{DCECCB84-F9BA-43D5-87BE-67443E8EF086}">
      <p15:sldGuideLst xmlns:p15="http://schemas.microsoft.com/office/powerpoint/2012/main"/>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Picture and Text">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BB0064D4-BDD6-4678-9FA4-3A77F1600A65}"/>
              </a:ext>
            </a:extLst>
          </p:cNvPr>
          <p:cNvSpPr>
            <a:spLocks noGrp="1"/>
          </p:cNvSpPr>
          <p:nvPr>
            <p:ph type="pic" sz="quarter" idx="14"/>
          </p:nvPr>
        </p:nvSpPr>
        <p:spPr>
          <a:xfrm>
            <a:off x="6096000" y="457199"/>
            <a:ext cx="5637276" cy="5959476"/>
          </a:xfrm>
        </p:spPr>
        <p:txBody>
          <a:bodyPr anchor="ctr" anchorCtr="0">
            <a:noAutofit/>
          </a:bodyPr>
          <a:lstStyle>
            <a:lvl1pPr marL="0" indent="0" algn="ctr">
              <a:buNone/>
              <a:defRPr/>
            </a:lvl1pPr>
          </a:lstStyle>
          <a:p>
            <a:r>
              <a:rPr lang="en-US" noProof="0"/>
              <a:t>Click icon to add picture</a:t>
            </a:r>
          </a:p>
        </p:txBody>
      </p:sp>
      <p:sp>
        <p:nvSpPr>
          <p:cNvPr id="2" name="Title 1">
            <a:extLst>
              <a:ext uri="{FF2B5EF4-FFF2-40B4-BE49-F238E27FC236}">
                <a16:creationId xmlns:a16="http://schemas.microsoft.com/office/drawing/2014/main" id="{C6B931B8-6920-4B59-AD28-CB99D1D3F1A4}"/>
              </a:ext>
            </a:extLst>
          </p:cNvPr>
          <p:cNvSpPr>
            <a:spLocks noGrp="1"/>
          </p:cNvSpPr>
          <p:nvPr>
            <p:ph type="title"/>
          </p:nvPr>
        </p:nvSpPr>
        <p:spPr>
          <a:xfrm>
            <a:off x="830127" y="1331139"/>
            <a:ext cx="4584212" cy="1107114"/>
          </a:xfrm>
        </p:spPr>
        <p:txBody>
          <a:bodyPr lIns="36000" tIns="0" rIns="0" bIns="0" anchor="b">
            <a:normAutofit/>
          </a:bodyPr>
          <a:lstStyle>
            <a:lvl1pPr>
              <a:defRPr sz="3600"/>
            </a:lvl1pPr>
          </a:lstStyle>
          <a:p>
            <a:r>
              <a:rPr lang="en-US" noProof="0"/>
              <a:t>Click to edit Master title style</a:t>
            </a:r>
          </a:p>
        </p:txBody>
      </p:sp>
      <p:sp>
        <p:nvSpPr>
          <p:cNvPr id="3" name="Text Placeholder 2">
            <a:extLst>
              <a:ext uri="{FF2B5EF4-FFF2-40B4-BE49-F238E27FC236}">
                <a16:creationId xmlns:a16="http://schemas.microsoft.com/office/drawing/2014/main" id="{C246A6A6-0C1D-4435-9DB9-9E50E52E8DA2}"/>
              </a:ext>
            </a:extLst>
          </p:cNvPr>
          <p:cNvSpPr>
            <a:spLocks noGrp="1"/>
          </p:cNvSpPr>
          <p:nvPr>
            <p:ph type="body" idx="1" hasCustomPrompt="1"/>
          </p:nvPr>
        </p:nvSpPr>
        <p:spPr>
          <a:xfrm>
            <a:off x="830127" y="2545450"/>
            <a:ext cx="4584212" cy="540000"/>
          </a:xfrm>
        </p:spPr>
        <p:txBody>
          <a:bodyPr lIns="36000" tIns="0" rIns="0" bIns="0">
            <a:normAutofit/>
          </a:bodyPr>
          <a:lstStyle>
            <a:lvl1pPr marL="0" indent="0">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4" name="Date Placeholder 3">
            <a:extLst>
              <a:ext uri="{FF2B5EF4-FFF2-40B4-BE49-F238E27FC236}">
                <a16:creationId xmlns:a16="http://schemas.microsoft.com/office/drawing/2014/main" id="{771144CC-98A7-494C-8C18-4B4DD609498F}"/>
              </a:ext>
            </a:extLst>
          </p:cNvPr>
          <p:cNvSpPr>
            <a:spLocks noGrp="1"/>
          </p:cNvSpPr>
          <p:nvPr>
            <p:ph type="dt" sz="half" idx="10"/>
          </p:nvPr>
        </p:nvSpPr>
        <p:spPr>
          <a:xfrm>
            <a:off x="10265399" y="5810400"/>
            <a:ext cx="1080000" cy="234000"/>
          </a:xfrm>
          <a:prstGeom prst="rect">
            <a:avLst/>
          </a:prstGeom>
        </p:spPr>
        <p:txBody>
          <a:bodyPr anchor="b" anchorCtr="0"/>
          <a:lstStyle>
            <a:lvl1pPr>
              <a:defRPr>
                <a:solidFill>
                  <a:schemeClr val="accent5">
                    <a:lumMod val="50000"/>
                  </a:schemeClr>
                </a:solidFill>
              </a:defRPr>
            </a:lvl1pPr>
          </a:lstStyle>
          <a:p>
            <a:fld id="{E9D4A847-309C-4C5D-B767-F7C82EAD3A85}" type="datetime3">
              <a:rPr lang="en-IN" smtClean="0"/>
              <a:t>15 May 2025</a:t>
            </a:fld>
            <a:endParaRPr lang="en-IN"/>
          </a:p>
        </p:txBody>
      </p:sp>
      <p:sp>
        <p:nvSpPr>
          <p:cNvPr id="5" name="Footer Placeholder 4">
            <a:extLst>
              <a:ext uri="{FF2B5EF4-FFF2-40B4-BE49-F238E27FC236}">
                <a16:creationId xmlns:a16="http://schemas.microsoft.com/office/drawing/2014/main" id="{5287AD20-725D-45E4-8D6A-08EF4C81833B}"/>
              </a:ext>
            </a:extLst>
          </p:cNvPr>
          <p:cNvSpPr>
            <a:spLocks noGrp="1"/>
          </p:cNvSpPr>
          <p:nvPr>
            <p:ph type="ftr" sz="quarter" idx="11"/>
          </p:nvPr>
        </p:nvSpPr>
        <p:spPr>
          <a:xfrm>
            <a:off x="7230599" y="6057923"/>
            <a:ext cx="4114800" cy="234000"/>
          </a:xfrm>
          <a:prstGeom prst="rect">
            <a:avLst/>
          </a:prstGeom>
        </p:spPr>
        <p:txBody>
          <a:bodyPr/>
          <a:lstStyle>
            <a:lvl1pPr>
              <a:defRPr>
                <a:solidFill>
                  <a:schemeClr val="accent5">
                    <a:lumMod val="50000"/>
                  </a:schemeClr>
                </a:solidFill>
              </a:defRPr>
            </a:lvl1pPr>
          </a:lstStyle>
          <a:p>
            <a:endParaRPr lang="en-IN"/>
          </a:p>
        </p:txBody>
      </p:sp>
      <p:sp>
        <p:nvSpPr>
          <p:cNvPr id="6" name="Slide Number Placeholder 5">
            <a:extLst>
              <a:ext uri="{FF2B5EF4-FFF2-40B4-BE49-F238E27FC236}">
                <a16:creationId xmlns:a16="http://schemas.microsoft.com/office/drawing/2014/main" id="{F586A1DB-63FF-4850-A872-85EE7C08769C}"/>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
        <p:nvSpPr>
          <p:cNvPr id="7" name="Text Placeholder 2">
            <a:extLst>
              <a:ext uri="{FF2B5EF4-FFF2-40B4-BE49-F238E27FC236}">
                <a16:creationId xmlns:a16="http://schemas.microsoft.com/office/drawing/2014/main" id="{13548F99-E128-4301-95D8-8FDACDA5912F}"/>
              </a:ext>
            </a:extLst>
          </p:cNvPr>
          <p:cNvSpPr>
            <a:spLocks noGrp="1"/>
          </p:cNvSpPr>
          <p:nvPr>
            <p:ph type="body" idx="13" hasCustomPrompt="1"/>
          </p:nvPr>
        </p:nvSpPr>
        <p:spPr>
          <a:xfrm>
            <a:off x="830128" y="3300065"/>
            <a:ext cx="4584212" cy="1745768"/>
          </a:xfrm>
        </p:spPr>
        <p:txBody>
          <a:bodyPr lIns="36000" tIns="0" rIns="0" bIns="0">
            <a:noAutofit/>
          </a:bodyPr>
          <a:lstStyle>
            <a:lvl1pPr marL="216000" indent="-216000">
              <a:spcBef>
                <a:spcPts val="600"/>
              </a:spcBef>
              <a:buClr>
                <a:schemeClr val="tx2">
                  <a:lumMod val="40000"/>
                  <a:lumOff val="60000"/>
                </a:schemeClr>
              </a:buClr>
              <a:buSzPct val="125000"/>
              <a:buFont typeface="Wingdings" panose="05000000000000000000" pitchFamily="2" charset="2"/>
              <a:buChar char="§"/>
              <a:defRPr sz="1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2"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3639882126"/>
      </p:ext>
    </p:extLst>
  </p:cSld>
  <p:clrMapOvr>
    <a:masterClrMapping/>
  </p:clrMapOvr>
  <p:hf hdr="0" ftr="0" dt="0"/>
  <p:extLst>
    <p:ext uri="{DCECCB84-F9BA-43D5-87BE-67443E8EF086}">
      <p15:sldGuideLst xmlns:p15="http://schemas.microsoft.com/office/powerpoint/2012/main">
        <p15:guide id="5" pos="384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Quotes">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99E0FDC-7174-4CCC-8759-832F13BB97E3}"/>
              </a:ext>
            </a:extLst>
          </p:cNvPr>
          <p:cNvSpPr/>
          <p:nvPr/>
        </p:nvSpPr>
        <p:spPr>
          <a:xfrm>
            <a:off x="6120456" y="2371154"/>
            <a:ext cx="5165454" cy="1490472"/>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8" name="Rectangle 27">
            <a:extLst>
              <a:ext uri="{FF2B5EF4-FFF2-40B4-BE49-F238E27FC236}">
                <a16:creationId xmlns:a16="http://schemas.microsoft.com/office/drawing/2014/main" id="{42C8867A-E08C-4237-858A-8806988D6BFB}"/>
              </a:ext>
            </a:extLst>
          </p:cNvPr>
          <p:cNvSpPr/>
          <p:nvPr/>
        </p:nvSpPr>
        <p:spPr>
          <a:xfrm>
            <a:off x="906089" y="1804226"/>
            <a:ext cx="5214367" cy="20574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E9D4A847-309C-4C5D-B767-F7C82EAD3A85}" type="datetime3">
              <a:rPr lang="en-IN" smtClean="0"/>
              <a:t>15 May 2025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
        <p:nvSpPr>
          <p:cNvPr id="45" name="Text Placeholder 2">
            <a:extLst>
              <a:ext uri="{FF2B5EF4-FFF2-40B4-BE49-F238E27FC236}">
                <a16:creationId xmlns:a16="http://schemas.microsoft.com/office/drawing/2014/main" id="{E6BA5EAA-9D1F-41A8-B061-8C18B61C4F65}"/>
              </a:ext>
            </a:extLst>
          </p:cNvPr>
          <p:cNvSpPr>
            <a:spLocks noGrp="1"/>
          </p:cNvSpPr>
          <p:nvPr>
            <p:ph type="body" idx="1" hasCustomPrompt="1"/>
          </p:nvPr>
        </p:nvSpPr>
        <p:spPr>
          <a:xfrm>
            <a:off x="2046857" y="4156047"/>
            <a:ext cx="3276000" cy="385091"/>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46" name="Text Placeholder 11">
            <a:extLst>
              <a:ext uri="{FF2B5EF4-FFF2-40B4-BE49-F238E27FC236}">
                <a16:creationId xmlns:a16="http://schemas.microsoft.com/office/drawing/2014/main" id="{60E8EB22-EE54-4319-BFD9-B51D4D584ADF}"/>
              </a:ext>
            </a:extLst>
          </p:cNvPr>
          <p:cNvSpPr>
            <a:spLocks noGrp="1"/>
          </p:cNvSpPr>
          <p:nvPr>
            <p:ph type="body" sz="quarter" idx="13" hasCustomPrompt="1"/>
          </p:nvPr>
        </p:nvSpPr>
        <p:spPr>
          <a:xfrm>
            <a:off x="2046857" y="4541138"/>
            <a:ext cx="3276000" cy="1036067"/>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12" name="Picture Placeholder 11">
            <a:extLst>
              <a:ext uri="{FF2B5EF4-FFF2-40B4-BE49-F238E27FC236}">
                <a16:creationId xmlns:a16="http://schemas.microsoft.com/office/drawing/2014/main" id="{50604DC3-2547-4A5A-8AF8-1051ADC267D3}"/>
              </a:ext>
            </a:extLst>
          </p:cNvPr>
          <p:cNvSpPr>
            <a:spLocks noGrp="1"/>
          </p:cNvSpPr>
          <p:nvPr>
            <p:ph type="pic" sz="quarter" idx="25"/>
          </p:nvPr>
        </p:nvSpPr>
        <p:spPr>
          <a:xfrm>
            <a:off x="908006" y="4238758"/>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50" name="Text Placeholder 2">
            <a:extLst>
              <a:ext uri="{FF2B5EF4-FFF2-40B4-BE49-F238E27FC236}">
                <a16:creationId xmlns:a16="http://schemas.microsoft.com/office/drawing/2014/main" id="{D5CAA23C-172B-4B6C-BB10-4F4DB6CFD19B}"/>
              </a:ext>
            </a:extLst>
          </p:cNvPr>
          <p:cNvSpPr>
            <a:spLocks noGrp="1"/>
          </p:cNvSpPr>
          <p:nvPr>
            <p:ph type="body" idx="29" hasCustomPrompt="1"/>
          </p:nvPr>
        </p:nvSpPr>
        <p:spPr>
          <a:xfrm>
            <a:off x="7259308" y="4156047"/>
            <a:ext cx="3276000" cy="334919"/>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51" name="Text Placeholder 11">
            <a:extLst>
              <a:ext uri="{FF2B5EF4-FFF2-40B4-BE49-F238E27FC236}">
                <a16:creationId xmlns:a16="http://schemas.microsoft.com/office/drawing/2014/main" id="{5873C0A4-108E-4DD1-A604-311D061489DF}"/>
              </a:ext>
            </a:extLst>
          </p:cNvPr>
          <p:cNvSpPr>
            <a:spLocks noGrp="1"/>
          </p:cNvSpPr>
          <p:nvPr>
            <p:ph type="body" sz="quarter" idx="30" hasCustomPrompt="1"/>
          </p:nvPr>
        </p:nvSpPr>
        <p:spPr>
          <a:xfrm>
            <a:off x="7259308" y="4541138"/>
            <a:ext cx="3276000" cy="1036067"/>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52" name="Picture Placeholder 11">
            <a:extLst>
              <a:ext uri="{FF2B5EF4-FFF2-40B4-BE49-F238E27FC236}">
                <a16:creationId xmlns:a16="http://schemas.microsoft.com/office/drawing/2014/main" id="{FA4996C0-7B37-42C4-BDFF-F0C54D4A88C9}"/>
              </a:ext>
            </a:extLst>
          </p:cNvPr>
          <p:cNvSpPr>
            <a:spLocks noGrp="1"/>
          </p:cNvSpPr>
          <p:nvPr>
            <p:ph type="pic" sz="quarter" idx="31"/>
          </p:nvPr>
        </p:nvSpPr>
        <p:spPr>
          <a:xfrm>
            <a:off x="6120457" y="4238758"/>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29" name="Text Placeholder 11">
            <a:extLst>
              <a:ext uri="{FF2B5EF4-FFF2-40B4-BE49-F238E27FC236}">
                <a16:creationId xmlns:a16="http://schemas.microsoft.com/office/drawing/2014/main" id="{0601F736-3A21-4DC5-AFCA-F1729A2547A0}"/>
              </a:ext>
            </a:extLst>
          </p:cNvPr>
          <p:cNvSpPr>
            <a:spLocks noGrp="1"/>
          </p:cNvSpPr>
          <p:nvPr>
            <p:ph type="body" sz="quarter" idx="32" hasCustomPrompt="1"/>
          </p:nvPr>
        </p:nvSpPr>
        <p:spPr>
          <a:xfrm>
            <a:off x="1299280" y="2177705"/>
            <a:ext cx="4403527" cy="1315520"/>
          </a:xfrm>
        </p:spPr>
        <p:txBody>
          <a:bodyPr lIns="36000" tIns="0" rIns="0" bIns="0">
            <a:normAutofit/>
          </a:bodyPr>
          <a:lstStyle>
            <a:lvl1pPr marL="0" indent="0">
              <a:spcBef>
                <a:spcPts val="600"/>
              </a:spcBef>
              <a:buClr>
                <a:schemeClr val="bg2"/>
              </a:buClr>
              <a:buSzPct val="125000"/>
              <a:buFont typeface="Wingdings" panose="05000000000000000000" pitchFamily="2" charset="2"/>
              <a:buNone/>
              <a:defRPr sz="1400">
                <a:solidFill>
                  <a:schemeClr val="tx1"/>
                </a:solidFill>
              </a:defRPr>
            </a:lvl1pPr>
            <a:lvl2pPr marL="0" indent="0">
              <a:spcBef>
                <a:spcPts val="600"/>
              </a:spcBef>
              <a:buClr>
                <a:schemeClr val="bg2"/>
              </a:buClr>
              <a:buSzPct val="125000"/>
              <a:buFont typeface="Wingdings" panose="05000000000000000000" pitchFamily="2" charset="2"/>
              <a:buNone/>
              <a:defRPr sz="1400">
                <a:solidFill>
                  <a:schemeClr val="tx1"/>
                </a:solidFill>
              </a:defRPr>
            </a:lvl2pPr>
          </a:lstStyle>
          <a:p>
            <a:pPr lvl="0"/>
            <a:r>
              <a:rPr lang="en-US" noProof="0"/>
              <a:t>Edit Master text styles</a:t>
            </a:r>
          </a:p>
          <a:p>
            <a:pPr lvl="1"/>
            <a:r>
              <a:rPr lang="en-US" noProof="0"/>
              <a:t>Second level</a:t>
            </a:r>
          </a:p>
        </p:txBody>
      </p:sp>
      <p:sp>
        <p:nvSpPr>
          <p:cNvPr id="30" name="Text Placeholder 11">
            <a:extLst>
              <a:ext uri="{FF2B5EF4-FFF2-40B4-BE49-F238E27FC236}">
                <a16:creationId xmlns:a16="http://schemas.microsoft.com/office/drawing/2014/main" id="{96A341BE-3657-48DB-B26D-8D13FDC44D02}"/>
              </a:ext>
            </a:extLst>
          </p:cNvPr>
          <p:cNvSpPr>
            <a:spLocks noGrp="1"/>
          </p:cNvSpPr>
          <p:nvPr>
            <p:ph type="body" sz="quarter" idx="34" hasCustomPrompt="1"/>
          </p:nvPr>
        </p:nvSpPr>
        <p:spPr>
          <a:xfrm>
            <a:off x="6467060" y="2740330"/>
            <a:ext cx="4425658" cy="752895"/>
          </a:xfrm>
        </p:spPr>
        <p:txBody>
          <a:bodyPr lIns="36000" tIns="0" rIns="0" bIns="0">
            <a:normAutofit/>
          </a:bodyPr>
          <a:lstStyle>
            <a:lvl1pPr marL="0" indent="0">
              <a:spcBef>
                <a:spcPts val="600"/>
              </a:spcBef>
              <a:buClr>
                <a:schemeClr val="accent1"/>
              </a:buClr>
              <a:buSzPct val="125000"/>
              <a:buFont typeface="Wingdings" panose="05000000000000000000" pitchFamily="2" charset="2"/>
              <a:buNone/>
              <a:defRPr sz="1400">
                <a:solidFill>
                  <a:schemeClr val="tx1"/>
                </a:solidFill>
              </a:defRPr>
            </a:lvl1pPr>
            <a:lvl2pPr marL="0" indent="0">
              <a:spcBef>
                <a:spcPts val="600"/>
              </a:spcBef>
              <a:buClr>
                <a:schemeClr val="accent1"/>
              </a:buClr>
              <a:buSzPct val="125000"/>
              <a:buFont typeface="Wingdings" panose="05000000000000000000" pitchFamily="2" charset="2"/>
              <a:buNone/>
              <a:defRPr sz="1400">
                <a:solidFill>
                  <a:schemeClr val="tx1"/>
                </a:solidFill>
              </a:defRPr>
            </a:lvl2pPr>
          </a:lstStyle>
          <a:p>
            <a:pPr lvl="0"/>
            <a:r>
              <a:rPr lang="en-US" noProof="0"/>
              <a:t>Edit Master text styles</a:t>
            </a:r>
          </a:p>
          <a:p>
            <a:pPr lvl="1"/>
            <a:r>
              <a:rPr lang="en-US" noProof="0"/>
              <a:t>Second level</a:t>
            </a:r>
          </a:p>
        </p:txBody>
      </p:sp>
      <p:sp>
        <p:nvSpPr>
          <p:cNvPr id="17" name="Picture Placeholder 11">
            <a:extLst>
              <a:ext uri="{FF2B5EF4-FFF2-40B4-BE49-F238E27FC236}">
                <a16:creationId xmlns:a16="http://schemas.microsoft.com/office/drawing/2014/main" id="{48D7F0F9-4118-4257-9D45-A5772C2110D7}"/>
              </a:ext>
            </a:extLst>
          </p:cNvPr>
          <p:cNvSpPr>
            <a:spLocks noGrp="1"/>
          </p:cNvSpPr>
          <p:nvPr>
            <p:ph type="pic" sz="quarter" idx="3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643684530"/>
      </p:ext>
    </p:extLst>
  </p:cSld>
  <p:clrMapOvr>
    <a:masterClrMapping/>
  </p:clrMapOvr>
  <p:hf hdr="0" ftr="0" dt="0"/>
  <p:extLst>
    <p:ext uri="{DCECCB84-F9BA-43D5-87BE-67443E8EF086}">
      <p15:sldGuideLst xmlns:p15="http://schemas.microsoft.com/office/powerpoint/2012/main">
        <p15:guide id="1" orient="horz" pos="2387">
          <p15:clr>
            <a:srgbClr val="FBAE40"/>
          </p15:clr>
        </p15:guide>
        <p15:guide id="2" pos="279">
          <p15:clr>
            <a:srgbClr val="FBAE40"/>
          </p15:clr>
        </p15:guide>
        <p15:guide id="3" pos="7129">
          <p15:clr>
            <a:srgbClr val="FBAE40"/>
          </p15:clr>
        </p15:guide>
        <p15:guide id="4" pos="7401">
          <p15:clr>
            <a:srgbClr val="FBAE40"/>
          </p15:clr>
        </p15:guide>
        <p15:guide id="5" orient="horz" pos="2115">
          <p15:clr>
            <a:srgbClr val="FBAE40"/>
          </p15:clr>
        </p15:guide>
        <p15:guide id="6" pos="384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Phone with Capyion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47D0000-7C67-41EE-B43F-AE22457B36AB}"/>
              </a:ext>
            </a:extLst>
          </p:cNvPr>
          <p:cNvSpPr/>
          <p:nvPr/>
        </p:nvSpPr>
        <p:spPr>
          <a:xfrm>
            <a:off x="0" y="1737360"/>
            <a:ext cx="5047488" cy="512064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2" name="Title 1">
            <a:extLst>
              <a:ext uri="{FF2B5EF4-FFF2-40B4-BE49-F238E27FC236}">
                <a16:creationId xmlns:a16="http://schemas.microsoft.com/office/drawing/2014/main" id="{432466C2-B08E-47AF-9DA7-104243999B45}"/>
              </a:ext>
            </a:extLst>
          </p:cNvPr>
          <p:cNvSpPr>
            <a:spLocks noGrp="1"/>
          </p:cNvSpPr>
          <p:nvPr>
            <p:ph type="title" hasCustomPrompt="1"/>
          </p:nvPr>
        </p:nvSpPr>
        <p:spPr>
          <a:xfrm>
            <a:off x="838201" y="742867"/>
            <a:ext cx="3232108" cy="566931"/>
          </a:xfrm>
        </p:spPr>
        <p:txBody>
          <a:bodyPr lIns="36000" tIns="0" rIns="0" bIns="0"/>
          <a:lstStyle/>
          <a:p>
            <a:r>
              <a:rPr lang="en-US" noProof="0"/>
              <a:t>Title Here</a:t>
            </a:r>
          </a:p>
        </p:txBody>
      </p:sp>
      <p:sp>
        <p:nvSpPr>
          <p:cNvPr id="7" name="Date Placeholder 6">
            <a:extLst>
              <a:ext uri="{FF2B5EF4-FFF2-40B4-BE49-F238E27FC236}">
                <a16:creationId xmlns:a16="http://schemas.microsoft.com/office/drawing/2014/main" id="{0AA31567-B240-40D5-82F7-A7DBFE5DDBDF}"/>
              </a:ext>
            </a:extLst>
          </p:cNvPr>
          <p:cNvSpPr>
            <a:spLocks noGrp="1"/>
          </p:cNvSpPr>
          <p:nvPr>
            <p:ph type="dt" sz="half" idx="10"/>
          </p:nvPr>
        </p:nvSpPr>
        <p:spPr>
          <a:xfrm>
            <a:off x="10265399" y="5810623"/>
            <a:ext cx="1080000" cy="234000"/>
          </a:xfrm>
          <a:prstGeom prst="rect">
            <a:avLst/>
          </a:prstGeom>
        </p:spPr>
        <p:txBody>
          <a:bodyPr/>
          <a:lstStyle/>
          <a:p>
            <a:fld id="{E9D4A847-309C-4C5D-B767-F7C82EAD3A85}" type="datetime3">
              <a:rPr lang="en-IN" smtClean="0"/>
              <a:t>15 May 2025</a:t>
            </a:fld>
            <a:endParaRPr lang="en-IN"/>
          </a:p>
        </p:txBody>
      </p:sp>
      <p:sp>
        <p:nvSpPr>
          <p:cNvPr id="8" name="Footer Placeholder 7">
            <a:extLst>
              <a:ext uri="{FF2B5EF4-FFF2-40B4-BE49-F238E27FC236}">
                <a16:creationId xmlns:a16="http://schemas.microsoft.com/office/drawing/2014/main" id="{20CFCD12-4263-4A80-B68E-F72622E6ADC5}"/>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13" name="Text Placeholder 2">
            <a:extLst>
              <a:ext uri="{FF2B5EF4-FFF2-40B4-BE49-F238E27FC236}">
                <a16:creationId xmlns:a16="http://schemas.microsoft.com/office/drawing/2014/main" id="{3919B118-F379-4011-B1CF-E685CC09FA38}"/>
              </a:ext>
            </a:extLst>
          </p:cNvPr>
          <p:cNvSpPr>
            <a:spLocks noGrp="1"/>
          </p:cNvSpPr>
          <p:nvPr>
            <p:ph type="body" idx="14" hasCustomPrompt="1"/>
          </p:nvPr>
        </p:nvSpPr>
        <p:spPr>
          <a:xfrm>
            <a:off x="6118253" y="3022847"/>
            <a:ext cx="3757265"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14" name="Text Placeholder 11">
            <a:extLst>
              <a:ext uri="{FF2B5EF4-FFF2-40B4-BE49-F238E27FC236}">
                <a16:creationId xmlns:a16="http://schemas.microsoft.com/office/drawing/2014/main" id="{CF59DFEB-5DA9-4E64-84A0-3FAA808064B5}"/>
              </a:ext>
            </a:extLst>
          </p:cNvPr>
          <p:cNvSpPr>
            <a:spLocks noGrp="1"/>
          </p:cNvSpPr>
          <p:nvPr>
            <p:ph type="body" sz="quarter" idx="15" hasCustomPrompt="1"/>
          </p:nvPr>
        </p:nvSpPr>
        <p:spPr>
          <a:xfrm>
            <a:off x="6118253" y="3390381"/>
            <a:ext cx="3757265" cy="696037"/>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17" name="Picture Placeholder 15">
            <a:extLst>
              <a:ext uri="{FF2B5EF4-FFF2-40B4-BE49-F238E27FC236}">
                <a16:creationId xmlns:a16="http://schemas.microsoft.com/office/drawing/2014/main" id="{F842B3BB-CE92-4AEA-A2FF-5EEC732A4EFF}"/>
              </a:ext>
            </a:extLst>
          </p:cNvPr>
          <p:cNvSpPr>
            <a:spLocks noGrp="1"/>
          </p:cNvSpPr>
          <p:nvPr>
            <p:ph type="pic" sz="quarter" idx="17"/>
          </p:nvPr>
        </p:nvSpPr>
        <p:spPr>
          <a:xfrm>
            <a:off x="6118253" y="2373098"/>
            <a:ext cx="612648" cy="557784"/>
          </a:xfrm>
        </p:spPr>
        <p:txBody>
          <a:bodyPr anchor="ctr" anchorCtr="0">
            <a:noAutofit/>
          </a:bodyPr>
          <a:lstStyle>
            <a:lvl1pPr marL="0" indent="0" algn="ctr">
              <a:buNone/>
              <a:defRPr sz="900"/>
            </a:lvl1pPr>
          </a:lstStyle>
          <a:p>
            <a:r>
              <a:rPr lang="en-US" noProof="0"/>
              <a:t>Click icon to add picture</a:t>
            </a:r>
          </a:p>
        </p:txBody>
      </p:sp>
      <p:sp>
        <p:nvSpPr>
          <p:cNvPr id="33" name="Text Placeholder 2">
            <a:extLst>
              <a:ext uri="{FF2B5EF4-FFF2-40B4-BE49-F238E27FC236}">
                <a16:creationId xmlns:a16="http://schemas.microsoft.com/office/drawing/2014/main" id="{68514664-8AD0-4DF7-8C6F-12FFA6BEA7B2}"/>
              </a:ext>
            </a:extLst>
          </p:cNvPr>
          <p:cNvSpPr>
            <a:spLocks noGrp="1"/>
          </p:cNvSpPr>
          <p:nvPr>
            <p:ph type="body" idx="24" hasCustomPrompt="1"/>
          </p:nvPr>
        </p:nvSpPr>
        <p:spPr>
          <a:xfrm>
            <a:off x="4097124" y="867177"/>
            <a:ext cx="5699305" cy="1174966"/>
          </a:xfrm>
        </p:spPr>
        <p:txBody>
          <a:bodyPr lIns="36000" tIns="0" rIns="0" bIns="0">
            <a:normAutofit/>
          </a:bodyPr>
          <a:lstStyle>
            <a:lvl1pPr marL="0" indent="0">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1" name="Picture Placeholder 10">
            <a:extLst>
              <a:ext uri="{FF2B5EF4-FFF2-40B4-BE49-F238E27FC236}">
                <a16:creationId xmlns:a16="http://schemas.microsoft.com/office/drawing/2014/main" id="{3B535E35-8075-4558-BA3A-C9DFB4FCA5B8}"/>
              </a:ext>
            </a:extLst>
          </p:cNvPr>
          <p:cNvSpPr>
            <a:spLocks noGrp="1"/>
          </p:cNvSpPr>
          <p:nvPr>
            <p:ph type="pic" sz="quarter" idx="26"/>
          </p:nvPr>
        </p:nvSpPr>
        <p:spPr>
          <a:xfrm>
            <a:off x="2040340" y="2277360"/>
            <a:ext cx="2029968" cy="3533263"/>
          </a:xfrm>
        </p:spPr>
        <p:txBody>
          <a:bodyPr anchor="ctr" anchorCtr="0">
            <a:normAutofit/>
          </a:bodyPr>
          <a:lstStyle>
            <a:lvl1pPr marL="0" indent="0" algn="ctr">
              <a:buNone/>
              <a:defRPr sz="1800">
                <a:solidFill>
                  <a:schemeClr val="bg1"/>
                </a:solidFill>
              </a:defRPr>
            </a:lvl1pPr>
          </a:lstStyle>
          <a:p>
            <a:r>
              <a:rPr lang="en-US" noProof="0"/>
              <a:t>Click icon to add picture</a:t>
            </a:r>
          </a:p>
        </p:txBody>
      </p:sp>
      <p:sp>
        <p:nvSpPr>
          <p:cNvPr id="25" name="Text Placeholder 2">
            <a:extLst>
              <a:ext uri="{FF2B5EF4-FFF2-40B4-BE49-F238E27FC236}">
                <a16:creationId xmlns:a16="http://schemas.microsoft.com/office/drawing/2014/main" id="{9E1A0053-EF84-446F-850C-6AC8FF9CCEDF}"/>
              </a:ext>
            </a:extLst>
          </p:cNvPr>
          <p:cNvSpPr>
            <a:spLocks noGrp="1"/>
          </p:cNvSpPr>
          <p:nvPr>
            <p:ph type="body" idx="27" hasCustomPrompt="1"/>
          </p:nvPr>
        </p:nvSpPr>
        <p:spPr>
          <a:xfrm>
            <a:off x="6118253" y="5004312"/>
            <a:ext cx="3757265"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32" name="Text Placeholder 11">
            <a:extLst>
              <a:ext uri="{FF2B5EF4-FFF2-40B4-BE49-F238E27FC236}">
                <a16:creationId xmlns:a16="http://schemas.microsoft.com/office/drawing/2014/main" id="{1534A936-14F3-4AEF-8CAD-03D91D568FE0}"/>
              </a:ext>
            </a:extLst>
          </p:cNvPr>
          <p:cNvSpPr>
            <a:spLocks noGrp="1"/>
          </p:cNvSpPr>
          <p:nvPr>
            <p:ph type="body" sz="quarter" idx="28" hasCustomPrompt="1"/>
          </p:nvPr>
        </p:nvSpPr>
        <p:spPr>
          <a:xfrm>
            <a:off x="6118254" y="5371846"/>
            <a:ext cx="3757266" cy="540000"/>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35" name="Picture Placeholder 15">
            <a:extLst>
              <a:ext uri="{FF2B5EF4-FFF2-40B4-BE49-F238E27FC236}">
                <a16:creationId xmlns:a16="http://schemas.microsoft.com/office/drawing/2014/main" id="{A88BEF2F-BB04-4330-BC4B-2912B69653B6}"/>
              </a:ext>
            </a:extLst>
          </p:cNvPr>
          <p:cNvSpPr>
            <a:spLocks noGrp="1"/>
          </p:cNvSpPr>
          <p:nvPr>
            <p:ph type="pic" sz="quarter" idx="29"/>
          </p:nvPr>
        </p:nvSpPr>
        <p:spPr>
          <a:xfrm>
            <a:off x="6118253" y="4354563"/>
            <a:ext cx="612648" cy="557784"/>
          </a:xfrm>
        </p:spPr>
        <p:txBody>
          <a:bodyPr anchor="ctr" anchorCtr="0">
            <a:noAutofit/>
          </a:bodyPr>
          <a:lstStyle>
            <a:lvl1pPr marL="0" indent="0" algn="ctr">
              <a:buNone/>
              <a:defRPr sz="900"/>
            </a:lvl1pPr>
          </a:lstStyle>
          <a:p>
            <a:r>
              <a:rPr lang="en-US" noProof="0"/>
              <a:t>Click icon to add picture</a:t>
            </a:r>
          </a:p>
        </p:txBody>
      </p:sp>
      <p:sp>
        <p:nvSpPr>
          <p:cNvPr id="16"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625584654"/>
      </p:ext>
    </p:extLst>
  </p:cSld>
  <p:clrMapOvr>
    <a:masterClrMapping/>
  </p:clrMapOvr>
  <p:hf hdr="0" ftr="0" dt="0"/>
  <p:extLst>
    <p:ext uri="{DCECCB84-F9BA-43D5-87BE-67443E8EF086}">
      <p15:sldGuideLst xmlns:p15="http://schemas.microsoft.com/office/powerpoint/2012/main">
        <p15:guide id="2" pos="384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3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9233-8E4C-4046-85BB-5166B8A721AE}"/>
              </a:ext>
            </a:extLst>
          </p:cNvPr>
          <p:cNvSpPr>
            <a:spLocks noGrp="1"/>
          </p:cNvSpPr>
          <p:nvPr>
            <p:ph type="ctrTitle"/>
          </p:nvPr>
        </p:nvSpPr>
        <p:spPr>
          <a:xfrm>
            <a:off x="458724" y="3252538"/>
            <a:ext cx="11274552" cy="1348720"/>
          </a:xfrm>
          <a:solidFill>
            <a:schemeClr val="bg1">
              <a:alpha val="60000"/>
            </a:schemeClr>
          </a:solidFill>
        </p:spPr>
        <p:txBody>
          <a:bodyPr anchor="ctr" anchorCtr="0">
            <a:normAutofit/>
          </a:bodyPr>
          <a:lstStyle>
            <a:lvl1pPr algn="ctr">
              <a:defRPr sz="5500">
                <a:latin typeface="+mj-lt"/>
              </a:defRPr>
            </a:lvl1pPr>
          </a:lstStyle>
          <a:p>
            <a:r>
              <a:rPr lang="en-US"/>
              <a:t>Click to edit Master title style</a:t>
            </a:r>
            <a:endParaRPr lang="ru-RU"/>
          </a:p>
        </p:txBody>
      </p:sp>
      <p:sp>
        <p:nvSpPr>
          <p:cNvPr id="3" name="Subtitle 2">
            <a:extLst>
              <a:ext uri="{FF2B5EF4-FFF2-40B4-BE49-F238E27FC236}">
                <a16:creationId xmlns:a16="http://schemas.microsoft.com/office/drawing/2014/main" id="{C6A507DE-4CA5-4E76-8450-4125151EB335}"/>
              </a:ext>
            </a:extLst>
          </p:cNvPr>
          <p:cNvSpPr>
            <a:spLocks noGrp="1"/>
          </p:cNvSpPr>
          <p:nvPr>
            <p:ph type="subTitle" idx="1"/>
          </p:nvPr>
        </p:nvSpPr>
        <p:spPr>
          <a:xfrm>
            <a:off x="458724" y="4628730"/>
            <a:ext cx="11274552" cy="1772070"/>
          </a:xfrm>
          <a:solidFill>
            <a:schemeClr val="accent1">
              <a:alpha val="30000"/>
            </a:schemeClr>
          </a:solidFill>
        </p:spPr>
        <p:txBody>
          <a:bodyPr tIns="252000" rIns="90000" anchor="t" anchorCtr="0">
            <a:normAutofit/>
          </a:bodyPr>
          <a:lstStyle>
            <a:lvl1pPr marL="0" indent="0" algn="ctr">
              <a:buNone/>
              <a:defRPr sz="28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Tree>
    <p:extLst>
      <p:ext uri="{BB962C8B-B14F-4D97-AF65-F5344CB8AC3E}">
        <p14:creationId xmlns:p14="http://schemas.microsoft.com/office/powerpoint/2010/main" val="1161891115"/>
      </p:ext>
    </p:extLst>
  </p:cSld>
  <p:clrMapOvr>
    <a:masterClrMapping/>
  </p:clrMapOvr>
  <p:hf hdr="0" ftr="0" dt="0"/>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2_Section Header">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3C2DEF1B-00D0-44E1-8603-CE979D2C478C}"/>
              </a:ext>
            </a:extLst>
          </p:cNvPr>
          <p:cNvSpPr>
            <a:spLocks noGrp="1"/>
          </p:cNvSpPr>
          <p:nvPr>
            <p:ph type="body" idx="1"/>
          </p:nvPr>
        </p:nvSpPr>
        <p:spPr>
          <a:xfrm>
            <a:off x="458788" y="2028826"/>
            <a:ext cx="4726800" cy="725776"/>
          </a:xfrm>
          <a:solidFill>
            <a:schemeClr val="accent1">
              <a:alpha val="60000"/>
            </a:schemeClr>
          </a:solidFill>
        </p:spPr>
        <p:txBody>
          <a:bodyPr vert="horz" lIns="396000" tIns="45720" rIns="91440" bIns="45720" rtlCol="0" anchor="ctr" anchorCtr="0">
            <a:noAutofit/>
          </a:bodyPr>
          <a:lstStyle>
            <a:lvl1pPr marL="0" indent="0">
              <a:buNone/>
              <a:defRPr lang="en-US" dirty="0">
                <a:solidFill>
                  <a:schemeClr val="bg1"/>
                </a:solidFill>
              </a:defRPr>
            </a:lvl1pPr>
          </a:lstStyle>
          <a:p>
            <a:pPr marL="228600" lvl="0" indent="-228600"/>
            <a:r>
              <a:rPr lang="en-US"/>
              <a:t>Click to edit Master text styles</a:t>
            </a:r>
          </a:p>
        </p:txBody>
      </p:sp>
      <p:sp>
        <p:nvSpPr>
          <p:cNvPr id="20" name="Title 19">
            <a:extLst>
              <a:ext uri="{FF2B5EF4-FFF2-40B4-BE49-F238E27FC236}">
                <a16:creationId xmlns:a16="http://schemas.microsoft.com/office/drawing/2014/main" id="{64B737A3-9F6C-4989-B51B-07BDDD38FDB3}"/>
              </a:ext>
            </a:extLst>
          </p:cNvPr>
          <p:cNvSpPr>
            <a:spLocks noGrp="1"/>
          </p:cNvSpPr>
          <p:nvPr>
            <p:ph type="title" hasCustomPrompt="1"/>
          </p:nvPr>
        </p:nvSpPr>
        <p:spPr>
          <a:xfrm>
            <a:off x="458788" y="2754601"/>
            <a:ext cx="4726800" cy="1861200"/>
          </a:xfrm>
          <a:solidFill>
            <a:schemeClr val="bg1">
              <a:alpha val="50000"/>
            </a:schemeClr>
          </a:solidFill>
        </p:spPr>
        <p:txBody>
          <a:bodyPr lIns="396000" tIns="0" rIns="0" bIns="0">
            <a:noAutofit/>
          </a:bodyPr>
          <a:lstStyle>
            <a:lvl1pPr>
              <a:lnSpc>
                <a:spcPct val="85000"/>
              </a:lnSpc>
              <a:defRPr sz="5500"/>
            </a:lvl1pPr>
          </a:lstStyle>
          <a:p>
            <a:r>
              <a:rPr lang="en-US"/>
              <a:t>Click to Edit Title</a:t>
            </a:r>
            <a:endParaRPr lang="ru-RU"/>
          </a:p>
        </p:txBody>
      </p:sp>
    </p:spTree>
    <p:extLst>
      <p:ext uri="{BB962C8B-B14F-4D97-AF65-F5344CB8AC3E}">
        <p14:creationId xmlns:p14="http://schemas.microsoft.com/office/powerpoint/2010/main" val="4276487773"/>
      </p:ext>
    </p:extLst>
  </p:cSld>
  <p:clrMapOvr>
    <a:masterClrMapping/>
  </p:clrMapOvr>
  <p:hf hdr="0" ftr="0" dt="0"/>
  <p:extLst>
    <p:ext uri="{DCECCB84-F9BA-43D5-87BE-67443E8EF086}">
      <p15:sldGuideLst xmlns:p15="http://schemas.microsoft.com/office/powerpoint/2012/main">
        <p15:guide id="4" orient="horz" pos="55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11_Title and Content">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E61479DD-CE43-4425-B485-C8F1C75475A8}"/>
              </a:ext>
            </a:extLst>
          </p:cNvPr>
          <p:cNvSpPr>
            <a:spLocks noGrp="1"/>
          </p:cNvSpPr>
          <p:nvPr>
            <p:ph idx="1" hasCustomPrompt="1"/>
          </p:nvPr>
        </p:nvSpPr>
        <p:spPr>
          <a:xfrm>
            <a:off x="838200" y="1597939"/>
            <a:ext cx="10515600" cy="3874709"/>
          </a:xfrm>
        </p:spPr>
        <p:txBody>
          <a:bodyPr>
            <a:normAutofit/>
          </a:bodyPr>
          <a:lstStyle>
            <a:lvl1pPr marL="228600" indent="-228600">
              <a:buClr>
                <a:schemeClr val="tx2">
                  <a:lumMod val="40000"/>
                  <a:lumOff val="60000"/>
                </a:schemeClr>
              </a:buClr>
              <a:buFont typeface="Wingdings" panose="05000000000000000000" pitchFamily="2" charset="2"/>
              <a:buChar char="§"/>
              <a:defRPr sz="2000"/>
            </a:lvl1pPr>
            <a:lvl2pPr marL="685800" indent="-228600">
              <a:buClr>
                <a:schemeClr val="tx2">
                  <a:lumMod val="60000"/>
                  <a:lumOff val="40000"/>
                </a:schemeClr>
              </a:buClr>
              <a:buFont typeface="Wingdings" panose="05000000000000000000" pitchFamily="2" charset="2"/>
              <a:buChar char="§"/>
              <a:defRPr sz="1800"/>
            </a:lvl2pPr>
            <a:lvl3pPr marL="1143000" indent="-228600">
              <a:buClr>
                <a:schemeClr val="tx2">
                  <a:lumMod val="60000"/>
                  <a:lumOff val="40000"/>
                </a:schemeClr>
              </a:buClr>
              <a:buFont typeface="Wingdings" panose="05000000000000000000" pitchFamily="2" charset="2"/>
              <a:buChar char="§"/>
              <a:defRPr sz="1600"/>
            </a:lvl3pPr>
            <a:lvl4pPr marL="1600200" indent="-228600">
              <a:buClr>
                <a:schemeClr val="tx2">
                  <a:lumMod val="60000"/>
                  <a:lumOff val="40000"/>
                </a:schemeClr>
              </a:buClr>
              <a:buFont typeface="Wingdings" panose="05000000000000000000" pitchFamily="2" charset="2"/>
              <a:buChar char="§"/>
              <a:defRPr sz="1400"/>
            </a:lvl4pPr>
            <a:lvl5pPr marL="2057400" indent="-228600">
              <a:buClr>
                <a:schemeClr val="tx2">
                  <a:lumMod val="60000"/>
                  <a:lumOff val="40000"/>
                </a:schemeClr>
              </a:buClr>
              <a:buFont typeface="Wingdings" panose="05000000000000000000" pitchFamily="2" charset="2"/>
              <a:buChar cha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E9D4A847-309C-4C5D-B767-F7C82EAD3A85}" type="datetime3">
              <a:rPr lang="en-IN" smtClean="0"/>
              <a:t>15 May 2025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Tree>
    <p:extLst>
      <p:ext uri="{BB962C8B-B14F-4D97-AF65-F5344CB8AC3E}">
        <p14:creationId xmlns:p14="http://schemas.microsoft.com/office/powerpoint/2010/main" val="3711053314"/>
      </p:ext>
    </p:extLst>
  </p:cSld>
  <p:clrMapOvr>
    <a:masterClrMapping/>
  </p:clrMapOvr>
  <p:hf hdr="0" ftr="0" dt="0"/>
  <p:extLst>
    <p:ext uri="{DCECCB84-F9BA-43D5-87BE-67443E8EF086}">
      <p15:sldGuideLst xmlns:p15="http://schemas.microsoft.com/office/powerpoint/2012/main"/>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E9D4A847-309C-4C5D-B767-F7C82EAD3A85}" type="datetime3">
              <a:rPr lang="en-IN" smtClean="0"/>
              <a:t>15 May 2025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
        <p:nvSpPr>
          <p:cNvPr id="20" name="Text Placeholder 2">
            <a:extLst>
              <a:ext uri="{FF2B5EF4-FFF2-40B4-BE49-F238E27FC236}">
                <a16:creationId xmlns:a16="http://schemas.microsoft.com/office/drawing/2014/main" id="{61FE0B9B-7D73-4311-B749-C3FA874AF7CC}"/>
              </a:ext>
            </a:extLst>
          </p:cNvPr>
          <p:cNvSpPr>
            <a:spLocks noGrp="1"/>
          </p:cNvSpPr>
          <p:nvPr>
            <p:ph type="body" idx="1" hasCustomPrompt="1"/>
          </p:nvPr>
        </p:nvSpPr>
        <p:spPr>
          <a:xfrm>
            <a:off x="836612" y="1597938"/>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6" name="Text Placeholder 2">
            <a:extLst>
              <a:ext uri="{FF2B5EF4-FFF2-40B4-BE49-F238E27FC236}">
                <a16:creationId xmlns:a16="http://schemas.microsoft.com/office/drawing/2014/main" id="{9CA39242-8640-435B-8C03-0CB0BC8E88E6}"/>
              </a:ext>
            </a:extLst>
          </p:cNvPr>
          <p:cNvSpPr>
            <a:spLocks noGrp="1"/>
          </p:cNvSpPr>
          <p:nvPr>
            <p:ph type="body" idx="30" hasCustomPrompt="1"/>
          </p:nvPr>
        </p:nvSpPr>
        <p:spPr>
          <a:xfrm>
            <a:off x="6495790" y="1597938"/>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8" name="Content Placeholder 7">
            <a:extLst>
              <a:ext uri="{FF2B5EF4-FFF2-40B4-BE49-F238E27FC236}">
                <a16:creationId xmlns:a16="http://schemas.microsoft.com/office/drawing/2014/main" id="{0314D5FA-EBD7-472E-9864-D76743BAB4DF}"/>
              </a:ext>
            </a:extLst>
          </p:cNvPr>
          <p:cNvSpPr>
            <a:spLocks noGrp="1"/>
          </p:cNvSpPr>
          <p:nvPr>
            <p:ph sz="quarter" idx="31" hasCustomPrompt="1"/>
          </p:nvPr>
        </p:nvSpPr>
        <p:spPr>
          <a:xfrm>
            <a:off x="836613" y="2055043"/>
            <a:ext cx="4821237" cy="3417605"/>
          </a:xfrm>
        </p:spPr>
        <p:txBody>
          <a:bodyPr lIns="36000" tIns="0" rIns="0" bIns="0">
            <a:normAutofit/>
          </a:bodyPr>
          <a:lstStyle>
            <a:lvl1pPr marL="0" indent="0" algn="l">
              <a:buNone/>
              <a:defRPr sz="2000"/>
            </a:lvl1pPr>
            <a:lvl2pPr marL="457200" indent="0" algn="l">
              <a:buNone/>
              <a:defRPr sz="1800"/>
            </a:lvl2pPr>
          </a:lstStyle>
          <a:p>
            <a:pPr lvl="0"/>
            <a:r>
              <a:rPr lang="en-US" noProof="0"/>
              <a:t>Edit Master text styles</a:t>
            </a:r>
          </a:p>
          <a:p>
            <a:pPr lvl="1"/>
            <a:r>
              <a:rPr lang="en-US" noProof="0"/>
              <a:t>Second level</a:t>
            </a:r>
          </a:p>
        </p:txBody>
      </p:sp>
      <p:sp>
        <p:nvSpPr>
          <p:cNvPr id="16" name="Content Placeholder 7">
            <a:extLst>
              <a:ext uri="{FF2B5EF4-FFF2-40B4-BE49-F238E27FC236}">
                <a16:creationId xmlns:a16="http://schemas.microsoft.com/office/drawing/2014/main" id="{BA129CFA-D87C-494E-9E6D-E317C4D157EB}"/>
              </a:ext>
            </a:extLst>
          </p:cNvPr>
          <p:cNvSpPr>
            <a:spLocks noGrp="1"/>
          </p:cNvSpPr>
          <p:nvPr>
            <p:ph sz="quarter" idx="32" hasCustomPrompt="1"/>
          </p:nvPr>
        </p:nvSpPr>
        <p:spPr>
          <a:xfrm>
            <a:off x="6495086" y="2055043"/>
            <a:ext cx="4821237" cy="3417605"/>
          </a:xfrm>
        </p:spPr>
        <p:txBody>
          <a:bodyPr lIns="36000" tIns="0" rIns="0" bIns="0">
            <a:normAutofit/>
          </a:bodyPr>
          <a:lstStyle>
            <a:lvl1pPr marL="0" indent="0" algn="l">
              <a:buNone/>
              <a:defRPr sz="2000"/>
            </a:lvl1pPr>
            <a:lvl2pPr marL="457200" indent="0" algn="l">
              <a:buNone/>
              <a:defRPr sz="1800"/>
            </a:lvl2pPr>
          </a:lstStyle>
          <a:p>
            <a:pPr lvl="0"/>
            <a:r>
              <a:rPr lang="en-US" noProof="0"/>
              <a:t>Edit Master text styles</a:t>
            </a:r>
          </a:p>
          <a:p>
            <a:pPr lvl="1"/>
            <a:r>
              <a:rPr lang="en-US" noProof="0"/>
              <a:t>Second level</a:t>
            </a:r>
          </a:p>
        </p:txBody>
      </p:sp>
    </p:spTree>
    <p:extLst>
      <p:ext uri="{BB962C8B-B14F-4D97-AF65-F5344CB8AC3E}">
        <p14:creationId xmlns:p14="http://schemas.microsoft.com/office/powerpoint/2010/main" val="1423639092"/>
      </p:ext>
    </p:extLst>
  </p:cSld>
  <p:clrMapOvr>
    <a:masterClrMapping/>
  </p:clrMapOvr>
  <p:hf hdr="0" ftr="0" dt="0"/>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B7BBC9A-B18B-4F56-8515-321CD01B2666}"/>
              </a:ext>
            </a:extLst>
          </p:cNvPr>
          <p:cNvSpPr/>
          <p:nvPr/>
        </p:nvSpPr>
        <p:spPr>
          <a:xfrm>
            <a:off x="6096000" y="1838558"/>
            <a:ext cx="5653088" cy="3761895"/>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E9D4A847-309C-4C5D-B767-F7C82EAD3A85}" type="datetime3">
              <a:rPr lang="en-IN" smtClean="0"/>
              <a:t>15 May 2025</a:t>
            </a:fld>
            <a:endParaRPr lang="en-IN"/>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
        <p:nvSpPr>
          <p:cNvPr id="18" name="Rectangle 17">
            <a:extLst>
              <a:ext uri="{FF2B5EF4-FFF2-40B4-BE49-F238E27FC236}">
                <a16:creationId xmlns:a16="http://schemas.microsoft.com/office/drawing/2014/main" id="{33076231-2A54-4E4C-AED3-197E208C14BB}"/>
              </a:ext>
            </a:extLst>
          </p:cNvPr>
          <p:cNvSpPr/>
          <p:nvPr/>
        </p:nvSpPr>
        <p:spPr>
          <a:xfrm>
            <a:off x="0" y="1838558"/>
            <a:ext cx="6096000" cy="3761895"/>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sp>
        <p:nvSpPr>
          <p:cNvPr id="12" name="Text Placeholder 2">
            <a:extLst>
              <a:ext uri="{FF2B5EF4-FFF2-40B4-BE49-F238E27FC236}">
                <a16:creationId xmlns:a16="http://schemas.microsoft.com/office/drawing/2014/main" id="{85E84782-CEED-4A74-8650-9CC907EA7201}"/>
              </a:ext>
            </a:extLst>
          </p:cNvPr>
          <p:cNvSpPr>
            <a:spLocks noGrp="1"/>
          </p:cNvSpPr>
          <p:nvPr>
            <p:ph type="body" idx="1" hasCustomPrompt="1"/>
          </p:nvPr>
        </p:nvSpPr>
        <p:spPr>
          <a:xfrm>
            <a:off x="839788" y="2166173"/>
            <a:ext cx="4817357" cy="338901"/>
          </a:xfrm>
        </p:spPr>
        <p:txBody>
          <a:bodyPr anchor="ctr" anchorCtr="0">
            <a:noAutofit/>
          </a:bodyPr>
          <a:lstStyle>
            <a:lvl1pPr marL="0" indent="0">
              <a:buFont typeface="Arial" panose="020B0604020202020204" pitchFamily="34" charset="0"/>
              <a:buNone/>
              <a:defRPr lang="en-US" sz="2200" b="1" kern="1200" dirty="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342900" lvl="0" indent="-342900" algn="l" defTabSz="914400" rtl="0" eaLnBrk="1" latinLnBrk="0" hangingPunct="1">
              <a:lnSpc>
                <a:spcPct val="90000"/>
              </a:lnSpc>
              <a:spcBef>
                <a:spcPts val="1000"/>
              </a:spcBef>
            </a:pPr>
            <a:r>
              <a:rPr lang="en-US" noProof="0"/>
              <a:t>Edit Master text styles</a:t>
            </a:r>
          </a:p>
        </p:txBody>
      </p:sp>
      <p:sp>
        <p:nvSpPr>
          <p:cNvPr id="13" name="Content Placeholder 3">
            <a:extLst>
              <a:ext uri="{FF2B5EF4-FFF2-40B4-BE49-F238E27FC236}">
                <a16:creationId xmlns:a16="http://schemas.microsoft.com/office/drawing/2014/main" id="{A4442761-B05F-4E61-83C8-DA8019B09325}"/>
              </a:ext>
            </a:extLst>
          </p:cNvPr>
          <p:cNvSpPr>
            <a:spLocks noGrp="1"/>
          </p:cNvSpPr>
          <p:nvPr>
            <p:ph sz="half" idx="2" hasCustomPrompt="1"/>
          </p:nvPr>
        </p:nvSpPr>
        <p:spPr>
          <a:xfrm>
            <a:off x="839788" y="2614467"/>
            <a:ext cx="4817357" cy="2667396"/>
          </a:xfrm>
        </p:spPr>
        <p:txBody>
          <a:bodyPr>
            <a:normAutofit/>
          </a:bodyPr>
          <a:lstStyle>
            <a:lvl1pPr marL="228600" indent="-228600">
              <a:buClr>
                <a:schemeClr val="tx2">
                  <a:lumMod val="40000"/>
                  <a:lumOff val="60000"/>
                </a:schemeClr>
              </a:buClr>
              <a:buFont typeface="Wingdings" panose="05000000000000000000" pitchFamily="2" charset="2"/>
              <a:buChar char="§"/>
              <a:defRPr sz="1400"/>
            </a:lvl1pPr>
            <a:lvl2pPr marL="685800" indent="-228600">
              <a:buClr>
                <a:schemeClr val="tx2">
                  <a:lumMod val="40000"/>
                  <a:lumOff val="60000"/>
                </a:schemeClr>
              </a:buClr>
              <a:buFont typeface="Wingdings" panose="05000000000000000000" pitchFamily="2" charset="2"/>
              <a:buChar char="§"/>
              <a:defRPr sz="1400"/>
            </a:lvl2pPr>
            <a:lvl3pPr>
              <a:defRPr sz="1400"/>
            </a:lvl3pPr>
            <a:lvl4pPr>
              <a:defRPr sz="1200"/>
            </a:lvl4pPr>
            <a:lvl5pPr>
              <a:defRPr sz="1200"/>
            </a:lvl5pPr>
          </a:lstStyle>
          <a:p>
            <a:pPr lvl="0"/>
            <a:r>
              <a:rPr lang="en-US" noProof="0"/>
              <a:t>Edit Master text styles</a:t>
            </a:r>
          </a:p>
          <a:p>
            <a:pPr lvl="1"/>
            <a:r>
              <a:rPr lang="en-US" noProof="0"/>
              <a:t>Second level</a:t>
            </a:r>
          </a:p>
        </p:txBody>
      </p:sp>
      <p:sp>
        <p:nvSpPr>
          <p:cNvPr id="14" name="Text Placeholder 4">
            <a:extLst>
              <a:ext uri="{FF2B5EF4-FFF2-40B4-BE49-F238E27FC236}">
                <a16:creationId xmlns:a16="http://schemas.microsoft.com/office/drawing/2014/main" id="{675CE59E-BBF8-4A23-A2D4-859D2A375B8A}"/>
              </a:ext>
            </a:extLst>
          </p:cNvPr>
          <p:cNvSpPr>
            <a:spLocks noGrp="1"/>
          </p:cNvSpPr>
          <p:nvPr>
            <p:ph type="body" sz="quarter" idx="3" hasCustomPrompt="1"/>
          </p:nvPr>
        </p:nvSpPr>
        <p:spPr>
          <a:xfrm>
            <a:off x="6495790" y="2166173"/>
            <a:ext cx="4859598" cy="338902"/>
          </a:xfrm>
        </p:spPr>
        <p:txBody>
          <a:bodyPr vert="horz" lIns="91440" tIns="45720" rIns="91440" bIns="45720" rtlCol="0" anchor="ctr" anchorCtr="0">
            <a:noAutofit/>
          </a:bodyPr>
          <a:lstStyle>
            <a:lvl1pPr marL="0" indent="0">
              <a:buNone/>
              <a:defRPr lang="en-US" sz="2200" b="1">
                <a:latin typeface="+mj-lt"/>
              </a:defRPr>
            </a:lvl1pPr>
          </a:lstStyle>
          <a:p>
            <a:pPr marL="228600" lvl="0" indent="-228600"/>
            <a:r>
              <a:rPr lang="en-US" noProof="0"/>
              <a:t>Edit Master text styles</a:t>
            </a:r>
          </a:p>
        </p:txBody>
      </p:sp>
      <p:sp>
        <p:nvSpPr>
          <p:cNvPr id="15" name="Content Placeholder 5">
            <a:extLst>
              <a:ext uri="{FF2B5EF4-FFF2-40B4-BE49-F238E27FC236}">
                <a16:creationId xmlns:a16="http://schemas.microsoft.com/office/drawing/2014/main" id="{E8F94DDD-6A48-4E09-A419-FAF3E395AB55}"/>
              </a:ext>
            </a:extLst>
          </p:cNvPr>
          <p:cNvSpPr>
            <a:spLocks noGrp="1"/>
          </p:cNvSpPr>
          <p:nvPr>
            <p:ph sz="quarter" idx="4" hasCustomPrompt="1"/>
          </p:nvPr>
        </p:nvSpPr>
        <p:spPr>
          <a:xfrm>
            <a:off x="6495790" y="2614467"/>
            <a:ext cx="4859598" cy="2667396"/>
          </a:xfrm>
        </p:spPr>
        <p:txBody>
          <a:bodyPr>
            <a:normAutofit/>
          </a:bodyPr>
          <a:lstStyle>
            <a:lvl1pPr marL="228600" indent="-228600">
              <a:buClr>
                <a:schemeClr val="bg2">
                  <a:lumMod val="40000"/>
                  <a:lumOff val="60000"/>
                </a:schemeClr>
              </a:buClr>
              <a:buFont typeface="Wingdings" panose="05000000000000000000" pitchFamily="2" charset="2"/>
              <a:buChar char="§"/>
              <a:defRPr sz="1400"/>
            </a:lvl1pPr>
            <a:lvl2pPr marL="685800" indent="-228600">
              <a:buClr>
                <a:schemeClr val="bg2">
                  <a:lumMod val="40000"/>
                  <a:lumOff val="60000"/>
                </a:schemeClr>
              </a:buClr>
              <a:buFont typeface="Wingdings" panose="05000000000000000000" pitchFamily="2" charset="2"/>
              <a:buChar char="§"/>
              <a:defRPr sz="1400"/>
            </a:lvl2pPr>
            <a:lvl3pPr>
              <a:defRPr sz="1400"/>
            </a:lvl3pPr>
            <a:lvl4pPr>
              <a:defRPr sz="1400"/>
            </a:lvl4pPr>
            <a:lvl5pPr>
              <a:defRPr sz="1400"/>
            </a:lvl5pPr>
          </a:lstStyle>
          <a:p>
            <a:pPr lvl="0"/>
            <a:r>
              <a:rPr lang="en-US" noProof="0"/>
              <a:t>Edit Master text styles</a:t>
            </a:r>
          </a:p>
          <a:p>
            <a:pPr lvl="1"/>
            <a:r>
              <a:rPr lang="en-US" noProof="0"/>
              <a:t>Second level</a:t>
            </a:r>
          </a:p>
        </p:txBody>
      </p:sp>
    </p:spTree>
    <p:extLst>
      <p:ext uri="{BB962C8B-B14F-4D97-AF65-F5344CB8AC3E}">
        <p14:creationId xmlns:p14="http://schemas.microsoft.com/office/powerpoint/2010/main" val="4035877830"/>
      </p:ext>
    </p:extLst>
  </p:cSld>
  <p:clrMapOvr>
    <a:masterClrMapping/>
  </p:clrMapOvr>
  <p:hf hdr="0" ftr="0" dt="0"/>
  <p:extLst>
    <p:ext uri="{DCECCB84-F9BA-43D5-87BE-67443E8EF086}">
      <p15:sldGuideLst xmlns:p15="http://schemas.microsoft.com/office/powerpoint/2012/main"/>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71144CC-98A7-494C-8C18-4B4DD609498F}"/>
              </a:ext>
            </a:extLst>
          </p:cNvPr>
          <p:cNvSpPr>
            <a:spLocks noGrp="1"/>
          </p:cNvSpPr>
          <p:nvPr>
            <p:ph type="dt" sz="half" idx="10"/>
          </p:nvPr>
        </p:nvSpPr>
        <p:spPr>
          <a:xfrm>
            <a:off x="10265399" y="5810623"/>
            <a:ext cx="1080000" cy="234000"/>
          </a:xfrm>
          <a:prstGeom prst="rect">
            <a:avLst/>
          </a:prstGeom>
        </p:spPr>
        <p:txBody>
          <a:bodyPr anchor="b" anchorCtr="0"/>
          <a:lstStyle/>
          <a:p>
            <a:fld id="{E9D4A847-309C-4C5D-B767-F7C82EAD3A85}" type="datetime3">
              <a:rPr lang="en-IN" smtClean="0"/>
              <a:t>15 May 2025</a:t>
            </a:fld>
            <a:endParaRPr lang="en-IN"/>
          </a:p>
        </p:txBody>
      </p:sp>
      <p:sp>
        <p:nvSpPr>
          <p:cNvPr id="5" name="Footer Placeholder 4">
            <a:extLst>
              <a:ext uri="{FF2B5EF4-FFF2-40B4-BE49-F238E27FC236}">
                <a16:creationId xmlns:a16="http://schemas.microsoft.com/office/drawing/2014/main" id="{5287AD20-725D-45E4-8D6A-08EF4C81833B}"/>
              </a:ext>
            </a:extLst>
          </p:cNvPr>
          <p:cNvSpPr>
            <a:spLocks noGrp="1"/>
          </p:cNvSpPr>
          <p:nvPr>
            <p:ph type="ftr" sz="quarter" idx="11"/>
          </p:nvPr>
        </p:nvSpPr>
        <p:spPr>
          <a:xfrm>
            <a:off x="7230599" y="6057923"/>
            <a:ext cx="4114800" cy="234000"/>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F586A1DB-63FF-4850-A872-85EE7C08769C}"/>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
        <p:nvSpPr>
          <p:cNvPr id="8" name="Title 7">
            <a:extLst>
              <a:ext uri="{FF2B5EF4-FFF2-40B4-BE49-F238E27FC236}">
                <a16:creationId xmlns:a16="http://schemas.microsoft.com/office/drawing/2014/main" id="{D0DF9619-89F0-4C89-BF3C-FB75431C0020}"/>
              </a:ext>
            </a:extLst>
          </p:cNvPr>
          <p:cNvSpPr>
            <a:spLocks noGrp="1"/>
          </p:cNvSpPr>
          <p:nvPr>
            <p:ph type="title"/>
          </p:nvPr>
        </p:nvSpPr>
        <p:spPr>
          <a:xfrm>
            <a:off x="2178148" y="622349"/>
            <a:ext cx="7835705" cy="1124611"/>
          </a:xfrm>
        </p:spPr>
        <p:txBody>
          <a:bodyPr/>
          <a:lstStyle>
            <a:lvl1pPr algn="ctr">
              <a:defRPr/>
            </a:lvl1pPr>
          </a:lstStyle>
          <a:p>
            <a:r>
              <a:rPr lang="en-US" noProof="0"/>
              <a:t>Click to edit Master title style</a:t>
            </a:r>
          </a:p>
        </p:txBody>
      </p:sp>
    </p:spTree>
    <p:extLst>
      <p:ext uri="{BB962C8B-B14F-4D97-AF65-F5344CB8AC3E}">
        <p14:creationId xmlns:p14="http://schemas.microsoft.com/office/powerpoint/2010/main" val="3998975017"/>
      </p:ext>
    </p:extLst>
  </p:cSld>
  <p:clrMapOvr>
    <a:masterClrMapping/>
  </p:clrMapOvr>
  <p:hf hdr="0" ftr="0" dt="0"/>
  <p:extLst>
    <p:ext uri="{DCECCB84-F9BA-43D5-87BE-67443E8EF086}">
      <p15:sldGuideLst xmlns:p15="http://schemas.microsoft.com/office/powerpoint/2012/main">
        <p15:guide id="5" pos="3840">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71144CC-98A7-494C-8C18-4B4DD609498F}"/>
              </a:ext>
            </a:extLst>
          </p:cNvPr>
          <p:cNvSpPr>
            <a:spLocks noGrp="1"/>
          </p:cNvSpPr>
          <p:nvPr>
            <p:ph type="dt" sz="half" idx="10"/>
          </p:nvPr>
        </p:nvSpPr>
        <p:spPr>
          <a:xfrm>
            <a:off x="10265399" y="5810400"/>
            <a:ext cx="1080000" cy="234000"/>
          </a:xfrm>
          <a:prstGeom prst="rect">
            <a:avLst/>
          </a:prstGeom>
        </p:spPr>
        <p:txBody>
          <a:bodyPr anchor="b" anchorCtr="0"/>
          <a:lstStyle>
            <a:lvl1pPr>
              <a:defRPr>
                <a:solidFill>
                  <a:schemeClr val="accent5">
                    <a:lumMod val="50000"/>
                  </a:schemeClr>
                </a:solidFill>
              </a:defRPr>
            </a:lvl1pPr>
          </a:lstStyle>
          <a:p>
            <a:fld id="{E9D4A847-309C-4C5D-B767-F7C82EAD3A85}" type="datetime3">
              <a:rPr lang="en-IN" smtClean="0"/>
              <a:t>15 May 2025</a:t>
            </a:fld>
            <a:endParaRPr lang="en-IN"/>
          </a:p>
        </p:txBody>
      </p:sp>
      <p:sp>
        <p:nvSpPr>
          <p:cNvPr id="5" name="Footer Placeholder 4">
            <a:extLst>
              <a:ext uri="{FF2B5EF4-FFF2-40B4-BE49-F238E27FC236}">
                <a16:creationId xmlns:a16="http://schemas.microsoft.com/office/drawing/2014/main" id="{5287AD20-725D-45E4-8D6A-08EF4C81833B}"/>
              </a:ext>
            </a:extLst>
          </p:cNvPr>
          <p:cNvSpPr>
            <a:spLocks noGrp="1"/>
          </p:cNvSpPr>
          <p:nvPr>
            <p:ph type="ftr" sz="quarter" idx="11"/>
          </p:nvPr>
        </p:nvSpPr>
        <p:spPr>
          <a:xfrm>
            <a:off x="7230599" y="6057923"/>
            <a:ext cx="4114800" cy="234000"/>
          </a:xfrm>
          <a:prstGeom prst="rect">
            <a:avLst/>
          </a:prstGeom>
        </p:spPr>
        <p:txBody>
          <a:bodyPr/>
          <a:lstStyle>
            <a:lvl1pPr>
              <a:defRPr>
                <a:solidFill>
                  <a:schemeClr val="accent5">
                    <a:lumMod val="50000"/>
                  </a:schemeClr>
                </a:solidFill>
              </a:defRPr>
            </a:lvl1pPr>
          </a:lstStyle>
          <a:p>
            <a:endParaRPr lang="en-IN"/>
          </a:p>
        </p:txBody>
      </p:sp>
      <p:sp>
        <p:nvSpPr>
          <p:cNvPr id="6" name="Slide Number Placeholder 5">
            <a:extLst>
              <a:ext uri="{FF2B5EF4-FFF2-40B4-BE49-F238E27FC236}">
                <a16:creationId xmlns:a16="http://schemas.microsoft.com/office/drawing/2014/main" id="{F586A1DB-63FF-4850-A872-85EE7C08769C}"/>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Tree>
    <p:extLst>
      <p:ext uri="{BB962C8B-B14F-4D97-AF65-F5344CB8AC3E}">
        <p14:creationId xmlns:p14="http://schemas.microsoft.com/office/powerpoint/2010/main" val="3377398987"/>
      </p:ext>
    </p:extLst>
  </p:cSld>
  <p:clrMapOvr>
    <a:masterClrMapping/>
  </p:clrMapOvr>
  <p:hf hdr="0" ftr="0" dt="0"/>
  <p:extLst>
    <p:ext uri="{DCECCB84-F9BA-43D5-87BE-67443E8EF086}">
      <p15:sldGuideLst xmlns:p15="http://schemas.microsoft.com/office/powerpoint/2012/main">
        <p15:guide id="1" orient="horz" pos="4042">
          <p15:clr>
            <a:srgbClr val="FBAE40"/>
          </p15:clr>
        </p15:guide>
        <p15:guide id="2" pos="506">
          <p15:clr>
            <a:srgbClr val="FBAE40"/>
          </p15:clr>
        </p15:guide>
        <p15:guide id="3" orient="horz" pos="504">
          <p15:clr>
            <a:srgbClr val="FBAE40"/>
          </p15:clr>
        </p15:guide>
        <p15:guide id="4" pos="7174">
          <p15:clr>
            <a:srgbClr val="FBAE40"/>
          </p15:clr>
        </p15:guide>
        <p15:guide id="5" pos="3840">
          <p15:clr>
            <a:srgbClr val="FBAE40"/>
          </p15:clr>
        </p15:guide>
        <p15:guide id="6" orient="horz" pos="2160">
          <p15:clr>
            <a:srgbClr val="FBAE40"/>
          </p15:clr>
        </p15:guide>
        <p15:guide id="7" pos="7401">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Content with Caption">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0595AFC1-BF2C-4C83-B474-7121F9C0BC8C}"/>
              </a:ext>
            </a:extLst>
          </p:cNvPr>
          <p:cNvSpPr>
            <a:spLocks noGrp="1"/>
          </p:cNvSpPr>
          <p:nvPr>
            <p:ph idx="1" hasCustomPrompt="1"/>
          </p:nvPr>
        </p:nvSpPr>
        <p:spPr>
          <a:xfrm>
            <a:off x="6096000" y="457199"/>
            <a:ext cx="5653088" cy="5403851"/>
          </a:xfrm>
          <a:noFill/>
        </p:spPr>
        <p:txBody>
          <a:bodyPr>
            <a:normAutofit/>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p:txBody>
      </p:sp>
      <p:sp>
        <p:nvSpPr>
          <p:cNvPr id="2" name="Title 1">
            <a:extLst>
              <a:ext uri="{FF2B5EF4-FFF2-40B4-BE49-F238E27FC236}">
                <a16:creationId xmlns:a16="http://schemas.microsoft.com/office/drawing/2014/main" id="{C6B931B8-6920-4B59-AD28-CB99D1D3F1A4}"/>
              </a:ext>
            </a:extLst>
          </p:cNvPr>
          <p:cNvSpPr>
            <a:spLocks noGrp="1"/>
          </p:cNvSpPr>
          <p:nvPr>
            <p:ph type="title" hasCustomPrompt="1"/>
          </p:nvPr>
        </p:nvSpPr>
        <p:spPr>
          <a:xfrm>
            <a:off x="830127" y="691751"/>
            <a:ext cx="4584212" cy="540001"/>
          </a:xfrm>
        </p:spPr>
        <p:txBody>
          <a:bodyPr lIns="36000" tIns="0" rIns="0" bIns="0" anchor="b">
            <a:normAutofit/>
          </a:bodyPr>
          <a:lstStyle>
            <a:lvl1pPr>
              <a:defRPr sz="3600"/>
            </a:lvl1pPr>
          </a:lstStyle>
          <a:p>
            <a:r>
              <a:rPr lang="en-US" noProof="0"/>
              <a:t>Title Here</a:t>
            </a:r>
          </a:p>
        </p:txBody>
      </p:sp>
      <p:sp>
        <p:nvSpPr>
          <p:cNvPr id="4" name="Date Placeholder 3">
            <a:extLst>
              <a:ext uri="{FF2B5EF4-FFF2-40B4-BE49-F238E27FC236}">
                <a16:creationId xmlns:a16="http://schemas.microsoft.com/office/drawing/2014/main" id="{771144CC-98A7-494C-8C18-4B4DD609498F}"/>
              </a:ext>
            </a:extLst>
          </p:cNvPr>
          <p:cNvSpPr>
            <a:spLocks noGrp="1"/>
          </p:cNvSpPr>
          <p:nvPr>
            <p:ph type="dt" sz="half" idx="10"/>
          </p:nvPr>
        </p:nvSpPr>
        <p:spPr>
          <a:xfrm>
            <a:off x="10265399" y="5810400"/>
            <a:ext cx="1080000" cy="234000"/>
          </a:xfrm>
          <a:prstGeom prst="rect">
            <a:avLst/>
          </a:prstGeom>
        </p:spPr>
        <p:txBody>
          <a:bodyPr anchor="b" anchorCtr="0"/>
          <a:lstStyle>
            <a:lvl1pPr>
              <a:defRPr>
                <a:solidFill>
                  <a:schemeClr val="accent5">
                    <a:lumMod val="50000"/>
                  </a:schemeClr>
                </a:solidFill>
              </a:defRPr>
            </a:lvl1pPr>
          </a:lstStyle>
          <a:p>
            <a:fld id="{E9D4A847-309C-4C5D-B767-F7C82EAD3A85}" type="datetime3">
              <a:rPr lang="en-IN" smtClean="0"/>
              <a:t>15 May 2025</a:t>
            </a:fld>
            <a:endParaRPr lang="en-IN"/>
          </a:p>
        </p:txBody>
      </p:sp>
      <p:sp>
        <p:nvSpPr>
          <p:cNvPr id="5" name="Footer Placeholder 4">
            <a:extLst>
              <a:ext uri="{FF2B5EF4-FFF2-40B4-BE49-F238E27FC236}">
                <a16:creationId xmlns:a16="http://schemas.microsoft.com/office/drawing/2014/main" id="{5287AD20-725D-45E4-8D6A-08EF4C81833B}"/>
              </a:ext>
            </a:extLst>
          </p:cNvPr>
          <p:cNvSpPr>
            <a:spLocks noGrp="1"/>
          </p:cNvSpPr>
          <p:nvPr>
            <p:ph type="ftr" sz="quarter" idx="11"/>
          </p:nvPr>
        </p:nvSpPr>
        <p:spPr>
          <a:xfrm>
            <a:off x="7230599" y="6057923"/>
            <a:ext cx="4114800" cy="234000"/>
          </a:xfrm>
          <a:prstGeom prst="rect">
            <a:avLst/>
          </a:prstGeom>
        </p:spPr>
        <p:txBody>
          <a:bodyPr/>
          <a:lstStyle>
            <a:lvl1pPr>
              <a:defRPr>
                <a:solidFill>
                  <a:schemeClr val="accent5">
                    <a:lumMod val="50000"/>
                  </a:schemeClr>
                </a:solidFill>
              </a:defRPr>
            </a:lvl1pPr>
          </a:lstStyle>
          <a:p>
            <a:endParaRPr lang="en-IN"/>
          </a:p>
        </p:txBody>
      </p:sp>
      <p:sp>
        <p:nvSpPr>
          <p:cNvPr id="6" name="Slide Number Placeholder 5">
            <a:extLst>
              <a:ext uri="{FF2B5EF4-FFF2-40B4-BE49-F238E27FC236}">
                <a16:creationId xmlns:a16="http://schemas.microsoft.com/office/drawing/2014/main" id="{F586A1DB-63FF-4850-A872-85EE7C08769C}"/>
              </a:ext>
            </a:extLst>
          </p:cNvPr>
          <p:cNvSpPr>
            <a:spLocks noGrp="1"/>
          </p:cNvSpPr>
          <p:nvPr>
            <p:ph type="sldNum" sz="quarter" idx="12"/>
          </p:nvPr>
        </p:nvSpPr>
        <p:spPr>
          <a:xfrm>
            <a:off x="641478" y="6057923"/>
            <a:ext cx="394063" cy="234000"/>
          </a:xfrm>
          <a:prstGeom prst="rect">
            <a:avLst/>
          </a:prstGeom>
        </p:spPr>
        <p:txBody>
          <a:bodyPr/>
          <a:lstStyle/>
          <a:p>
            <a:fld id="{F1FEFC04-1B51-41D2-B29F-4C9675E24636}" type="slidenum">
              <a:rPr lang="en-IN" smtClean="0"/>
              <a:t>‹#›</a:t>
            </a:fld>
            <a:endParaRPr lang="en-IN"/>
          </a:p>
        </p:txBody>
      </p:sp>
      <p:sp>
        <p:nvSpPr>
          <p:cNvPr id="9" name="Text Placeholder 3">
            <a:extLst>
              <a:ext uri="{FF2B5EF4-FFF2-40B4-BE49-F238E27FC236}">
                <a16:creationId xmlns:a16="http://schemas.microsoft.com/office/drawing/2014/main" id="{8ECAA0F2-C20F-4289-BFB8-9BC2C65A8B9F}"/>
              </a:ext>
            </a:extLst>
          </p:cNvPr>
          <p:cNvSpPr>
            <a:spLocks noGrp="1"/>
          </p:cNvSpPr>
          <p:nvPr>
            <p:ph type="body" sz="half" idx="2" hasCustomPrompt="1"/>
          </p:nvPr>
        </p:nvSpPr>
        <p:spPr>
          <a:xfrm>
            <a:off x="839788" y="1326250"/>
            <a:ext cx="4574551" cy="4484150"/>
          </a:xfrm>
        </p:spPr>
        <p:txBody>
          <a:bodyPr vert="horz" lIns="36000" tIns="0" rIns="0" bIns="0" rtlCol="0">
            <a:normAutofit/>
          </a:bodyPr>
          <a:lstStyle>
            <a:lvl1pPr marL="0" indent="0">
              <a:buNone/>
              <a:defRPr lang="en-US" sz="1800">
                <a:solidFill>
                  <a:schemeClr val="tx2"/>
                </a:solidFill>
              </a:defRPr>
            </a:lvl1pPr>
          </a:lstStyle>
          <a:p>
            <a:pPr marL="228600" lvl="0" indent="-228600"/>
            <a:r>
              <a:rPr lang="en-US" noProof="0"/>
              <a:t>Edit Master text styles</a:t>
            </a:r>
          </a:p>
        </p:txBody>
      </p:sp>
    </p:spTree>
    <p:extLst>
      <p:ext uri="{BB962C8B-B14F-4D97-AF65-F5344CB8AC3E}">
        <p14:creationId xmlns:p14="http://schemas.microsoft.com/office/powerpoint/2010/main" val="3103710079"/>
      </p:ext>
    </p:extLst>
  </p:cSld>
  <p:clrMapOvr>
    <a:masterClrMapping/>
  </p:clrMapOvr>
  <p:hf hdr="0" ftr="0" dt="0"/>
  <p:extLst>
    <p:ext uri="{DCECCB84-F9BA-43D5-87BE-67443E8EF086}">
      <p15:sldGuideLst xmlns:p15="http://schemas.microsoft.com/office/powerpoint/2012/main">
        <p15:guide id="1" orient="horz" pos="4042">
          <p15:clr>
            <a:srgbClr val="FBAE40"/>
          </p15:clr>
        </p15:guide>
        <p15:guide id="2" pos="506">
          <p15:clr>
            <a:srgbClr val="FBAE40"/>
          </p15:clr>
        </p15:guide>
        <p15:guide id="3" orient="horz" pos="528">
          <p15:clr>
            <a:srgbClr val="FBAE40"/>
          </p15:clr>
        </p15:guide>
        <p15:guide id="4" pos="7174">
          <p15:clr>
            <a:srgbClr val="FBAE40"/>
          </p15:clr>
        </p15:guide>
        <p15:guide id="5" pos="3840">
          <p15:clr>
            <a:srgbClr val="FBAE40"/>
          </p15:clr>
        </p15:guide>
        <p15:guide id="6" orient="horz" pos="2160">
          <p15:clr>
            <a:srgbClr val="FBAE40"/>
          </p15:clr>
        </p15:guide>
        <p15:guide id="7" pos="7401">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1_Picture with Caption">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71144CC-98A7-494C-8C18-4B4DD609498F}"/>
              </a:ext>
            </a:extLst>
          </p:cNvPr>
          <p:cNvSpPr>
            <a:spLocks noGrp="1"/>
          </p:cNvSpPr>
          <p:nvPr>
            <p:ph type="dt" sz="half" idx="10"/>
          </p:nvPr>
        </p:nvSpPr>
        <p:spPr>
          <a:xfrm>
            <a:off x="10265399" y="5810623"/>
            <a:ext cx="1080000" cy="234000"/>
          </a:xfrm>
          <a:prstGeom prst="rect">
            <a:avLst/>
          </a:prstGeom>
        </p:spPr>
        <p:txBody>
          <a:bodyPr anchor="b" anchorCtr="0"/>
          <a:lstStyle>
            <a:lvl1pPr>
              <a:defRPr>
                <a:solidFill>
                  <a:schemeClr val="bg1"/>
                </a:solidFill>
              </a:defRPr>
            </a:lvl1pPr>
          </a:lstStyle>
          <a:p>
            <a:fld id="{E9D4A847-309C-4C5D-B767-F7C82EAD3A85}" type="datetime3">
              <a:rPr lang="en-IN" smtClean="0"/>
              <a:t>15 May 2025</a:t>
            </a:fld>
            <a:endParaRPr lang="en-IN"/>
          </a:p>
        </p:txBody>
      </p:sp>
      <p:sp>
        <p:nvSpPr>
          <p:cNvPr id="5" name="Footer Placeholder 4">
            <a:extLst>
              <a:ext uri="{FF2B5EF4-FFF2-40B4-BE49-F238E27FC236}">
                <a16:creationId xmlns:a16="http://schemas.microsoft.com/office/drawing/2014/main" id="{5287AD20-725D-45E4-8D6A-08EF4C81833B}"/>
              </a:ext>
            </a:extLst>
          </p:cNvPr>
          <p:cNvSpPr>
            <a:spLocks noGrp="1"/>
          </p:cNvSpPr>
          <p:nvPr>
            <p:ph type="ftr" sz="quarter" idx="11"/>
          </p:nvPr>
        </p:nvSpPr>
        <p:spPr>
          <a:xfrm>
            <a:off x="7230599" y="6057923"/>
            <a:ext cx="4114800" cy="234000"/>
          </a:xfrm>
          <a:prstGeom prst="rect">
            <a:avLst/>
          </a:prstGeom>
        </p:spPr>
        <p:txBody>
          <a:bodyPr/>
          <a:lstStyle>
            <a:lvl1pPr>
              <a:defRPr>
                <a:solidFill>
                  <a:schemeClr val="bg1"/>
                </a:solidFill>
              </a:defRPr>
            </a:lvl1pPr>
          </a:lstStyle>
          <a:p>
            <a:endParaRPr lang="en-IN"/>
          </a:p>
        </p:txBody>
      </p:sp>
      <p:sp>
        <p:nvSpPr>
          <p:cNvPr id="6" name="Slide Number Placeholder 5">
            <a:extLst>
              <a:ext uri="{FF2B5EF4-FFF2-40B4-BE49-F238E27FC236}">
                <a16:creationId xmlns:a16="http://schemas.microsoft.com/office/drawing/2014/main" id="{F586A1DB-63FF-4850-A872-85EE7C08769C}"/>
              </a:ext>
            </a:extLst>
          </p:cNvPr>
          <p:cNvSpPr>
            <a:spLocks noGrp="1"/>
          </p:cNvSpPr>
          <p:nvPr>
            <p:ph type="sldNum" sz="quarter" idx="12"/>
          </p:nvPr>
        </p:nvSpPr>
        <p:spPr>
          <a:xfrm>
            <a:off x="641478" y="6057923"/>
            <a:ext cx="394063" cy="234000"/>
          </a:xfrm>
          <a:prstGeom prst="rect">
            <a:avLst/>
          </a:prstGeom>
        </p:spPr>
        <p:txBody>
          <a:bodyPr/>
          <a:lstStyle>
            <a:lvl1pPr>
              <a:defRPr>
                <a:solidFill>
                  <a:schemeClr val="bg1"/>
                </a:solidFill>
              </a:defRPr>
            </a:lvl1pPr>
          </a:lstStyle>
          <a:p>
            <a:fld id="{F1FEFC04-1B51-41D2-B29F-4C9675E24636}" type="slidenum">
              <a:rPr lang="en-IN" smtClean="0"/>
              <a:t>‹#›</a:t>
            </a:fld>
            <a:endParaRPr lang="en-IN"/>
          </a:p>
        </p:txBody>
      </p:sp>
      <p:sp>
        <p:nvSpPr>
          <p:cNvPr id="11" name="Title 1">
            <a:extLst>
              <a:ext uri="{FF2B5EF4-FFF2-40B4-BE49-F238E27FC236}">
                <a16:creationId xmlns:a16="http://schemas.microsoft.com/office/drawing/2014/main" id="{ED46F9B8-64BA-45E5-845E-CA6696C25C5F}"/>
              </a:ext>
            </a:extLst>
          </p:cNvPr>
          <p:cNvSpPr>
            <a:spLocks noGrp="1"/>
          </p:cNvSpPr>
          <p:nvPr>
            <p:ph type="title"/>
          </p:nvPr>
        </p:nvSpPr>
        <p:spPr>
          <a:xfrm>
            <a:off x="2394975" y="742867"/>
            <a:ext cx="7402050" cy="566931"/>
          </a:xfrm>
        </p:spPr>
        <p:txBody>
          <a:bodyPr lIns="36000" tIns="0" rIns="0" bIns="0"/>
          <a:lstStyle>
            <a:lvl1pPr algn="ctr">
              <a:defRPr/>
            </a:lvl1pPr>
          </a:lstStyle>
          <a:p>
            <a:r>
              <a:rPr lang="en-US" noProof="0"/>
              <a:t>Click to edit Master title style</a:t>
            </a:r>
          </a:p>
        </p:txBody>
      </p:sp>
      <p:sp>
        <p:nvSpPr>
          <p:cNvPr id="8" name="Picture Placeholder 2">
            <a:extLst>
              <a:ext uri="{FF2B5EF4-FFF2-40B4-BE49-F238E27FC236}">
                <a16:creationId xmlns:a16="http://schemas.microsoft.com/office/drawing/2014/main" id="{704937D3-320F-475C-B607-8D8AE31FF3A3}"/>
              </a:ext>
            </a:extLst>
          </p:cNvPr>
          <p:cNvSpPr>
            <a:spLocks noGrp="1"/>
          </p:cNvSpPr>
          <p:nvPr>
            <p:ph type="pic" idx="1"/>
          </p:nvPr>
        </p:nvSpPr>
        <p:spPr>
          <a:xfrm>
            <a:off x="458724" y="2277980"/>
            <a:ext cx="11290364" cy="4122820"/>
          </a:xfrm>
        </p:spPr>
        <p:txBody>
          <a:bodyPr anchor="ctr" anchorCtr="0"/>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p>
        </p:txBody>
      </p:sp>
      <p:sp>
        <p:nvSpPr>
          <p:cNvPr id="10" name="Text Placeholder 3">
            <a:extLst>
              <a:ext uri="{FF2B5EF4-FFF2-40B4-BE49-F238E27FC236}">
                <a16:creationId xmlns:a16="http://schemas.microsoft.com/office/drawing/2014/main" id="{68404903-B722-4F8B-94E9-F478DB3A75E2}"/>
              </a:ext>
            </a:extLst>
          </p:cNvPr>
          <p:cNvSpPr>
            <a:spLocks noGrp="1"/>
          </p:cNvSpPr>
          <p:nvPr>
            <p:ph type="body" sz="half" idx="2" hasCustomPrompt="1"/>
          </p:nvPr>
        </p:nvSpPr>
        <p:spPr>
          <a:xfrm>
            <a:off x="2394975" y="1377834"/>
            <a:ext cx="7402050" cy="540000"/>
          </a:xfrm>
        </p:spPr>
        <p:txBody>
          <a:bodyPr vert="horz" lIns="36000" tIns="0" rIns="0" bIns="0" rtlCol="0">
            <a:normAutofit/>
          </a:bodyPr>
          <a:lstStyle>
            <a:lvl1pPr marL="0" indent="0" algn="ctr">
              <a:buNone/>
              <a:defRPr lang="en-US" sz="1800">
                <a:solidFill>
                  <a:schemeClr val="tx2"/>
                </a:solidFill>
              </a:defRPr>
            </a:lvl1pPr>
          </a:lstStyle>
          <a:p>
            <a:pPr marL="228600" lvl="0" indent="-228600" algn="ctr"/>
            <a:r>
              <a:rPr lang="en-US" noProof="0"/>
              <a:t>Edit Master text styles</a:t>
            </a:r>
          </a:p>
        </p:txBody>
      </p:sp>
    </p:spTree>
    <p:extLst>
      <p:ext uri="{BB962C8B-B14F-4D97-AF65-F5344CB8AC3E}">
        <p14:creationId xmlns:p14="http://schemas.microsoft.com/office/powerpoint/2010/main" val="1843277602"/>
      </p:ext>
    </p:extLst>
  </p:cSld>
  <p:clrMapOvr>
    <a:masterClrMapping/>
  </p:clrMapOvr>
  <p:hf hdr="0" ftr="0" dt="0"/>
  <p:extLst>
    <p:ext uri="{DCECCB84-F9BA-43D5-87BE-67443E8EF086}">
      <p15:sldGuideLst xmlns:p15="http://schemas.microsoft.com/office/powerpoint/2012/main">
        <p15:guide id="5" pos="3840">
          <p15:clr>
            <a:srgbClr val="FBAE40"/>
          </p15:clr>
        </p15:guide>
        <p15:guide id="6" orient="horz" pos="216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Manu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9C1590D-4639-4494-A37B-A15E7114FE5B}"/>
              </a:ext>
            </a:extLst>
          </p:cNvPr>
          <p:cNvSpPr>
            <a:spLocks noGrp="1"/>
          </p:cNvSpPr>
          <p:nvPr>
            <p:ph type="title"/>
          </p:nvPr>
        </p:nvSpPr>
        <p:spPr>
          <a:xfrm>
            <a:off x="838200" y="742867"/>
            <a:ext cx="9037320" cy="566931"/>
          </a:xfrm>
        </p:spPr>
        <p:txBody>
          <a:bodyPr lIns="36000" tIns="0" rIns="0" bIns="0"/>
          <a:lstStyle/>
          <a:p>
            <a:r>
              <a:rPr lang="en-US"/>
              <a:t>Click to edit Master title style</a:t>
            </a:r>
            <a:endParaRPr lang="ru-RU"/>
          </a:p>
        </p:txBody>
      </p:sp>
      <p:sp>
        <p:nvSpPr>
          <p:cNvPr id="7" name="Text Placeholder 3">
            <a:extLst>
              <a:ext uri="{FF2B5EF4-FFF2-40B4-BE49-F238E27FC236}">
                <a16:creationId xmlns:a16="http://schemas.microsoft.com/office/drawing/2014/main" id="{E40C1F5F-4B50-4906-83E6-9A2F1CB1F66E}"/>
              </a:ext>
            </a:extLst>
          </p:cNvPr>
          <p:cNvSpPr>
            <a:spLocks noGrp="1"/>
          </p:cNvSpPr>
          <p:nvPr>
            <p:ph type="body" sz="half" idx="2"/>
          </p:nvPr>
        </p:nvSpPr>
        <p:spPr>
          <a:xfrm>
            <a:off x="898161" y="2982416"/>
            <a:ext cx="1645920" cy="519503"/>
          </a:xfrm>
        </p:spPr>
        <p:txBody>
          <a:bodyPr lIns="0" tIns="0" rIns="0" bIns="0" anchor="t" anchorCtr="0">
            <a:normAutofit/>
          </a:bodyPr>
          <a:lstStyle>
            <a:lvl1pPr marL="0" indent="0">
              <a:lnSpc>
                <a:spcPct val="100000"/>
              </a:lnSpc>
              <a:spcBef>
                <a:spcPts val="0"/>
              </a:spcBef>
              <a:buNone/>
              <a:defRPr lang="en-US" sz="1200" kern="1200" dirty="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Text Placeholder 3">
            <a:extLst>
              <a:ext uri="{FF2B5EF4-FFF2-40B4-BE49-F238E27FC236}">
                <a16:creationId xmlns:a16="http://schemas.microsoft.com/office/drawing/2014/main" id="{172EC0A4-5E0C-44C7-B8BF-100C17934C9D}"/>
              </a:ext>
            </a:extLst>
          </p:cNvPr>
          <p:cNvSpPr>
            <a:spLocks noGrp="1"/>
          </p:cNvSpPr>
          <p:nvPr>
            <p:ph type="body" sz="half" idx="34" hasCustomPrompt="1"/>
          </p:nvPr>
        </p:nvSpPr>
        <p:spPr>
          <a:xfrm>
            <a:off x="1399426" y="1924687"/>
            <a:ext cx="2469965" cy="982274"/>
          </a:xfrm>
        </p:spPr>
        <p:txBody>
          <a:bodyPr lIns="0" rIns="0" bIns="0" anchor="ctr" anchorCtr="0">
            <a:normAutofit/>
          </a:bodyPr>
          <a:lstStyle>
            <a:lvl1pPr marL="0" indent="0">
              <a:spcBef>
                <a:spcPts val="0"/>
              </a:spcBef>
              <a:buNone/>
              <a:defRPr lang="en-US" sz="2200" b="1" kern="1200" dirty="0">
                <a:solidFill>
                  <a:schemeClr val="tx1"/>
                </a:solidFill>
                <a:latin typeface="+mj-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Master text</a:t>
            </a:r>
            <a:br>
              <a:rPr lang="en-US"/>
            </a:br>
            <a:r>
              <a:rPr lang="en-US"/>
              <a:t>styles</a:t>
            </a:r>
          </a:p>
        </p:txBody>
      </p:sp>
      <p:sp>
        <p:nvSpPr>
          <p:cNvPr id="11" name="Text Placeholder 3">
            <a:extLst>
              <a:ext uri="{FF2B5EF4-FFF2-40B4-BE49-F238E27FC236}">
                <a16:creationId xmlns:a16="http://schemas.microsoft.com/office/drawing/2014/main" id="{709E18E3-2E11-4B74-AF2C-001F81DE3F24}"/>
              </a:ext>
            </a:extLst>
          </p:cNvPr>
          <p:cNvSpPr>
            <a:spLocks noGrp="1"/>
          </p:cNvSpPr>
          <p:nvPr>
            <p:ph type="body" sz="half" idx="36"/>
          </p:nvPr>
        </p:nvSpPr>
        <p:spPr>
          <a:xfrm>
            <a:off x="2611286" y="2982416"/>
            <a:ext cx="1389888" cy="519503"/>
          </a:xfrm>
        </p:spPr>
        <p:txBody>
          <a:bodyPr lIns="0" tIns="0" rIns="0" bIns="0" anchor="t" anchorCtr="0">
            <a:normAutofit/>
          </a:bodyPr>
          <a:lstStyle>
            <a:lvl1pPr marL="0" indent="0">
              <a:lnSpc>
                <a:spcPct val="100000"/>
              </a:lnSpc>
              <a:spcBef>
                <a:spcPts val="0"/>
              </a:spcBef>
              <a:buNone/>
              <a:defRPr lang="en-US" sz="1200" kern="1200" dirty="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12" name="Picture Placeholder 12">
            <a:extLst>
              <a:ext uri="{FF2B5EF4-FFF2-40B4-BE49-F238E27FC236}">
                <a16:creationId xmlns:a16="http://schemas.microsoft.com/office/drawing/2014/main" id="{D61E6447-2CC7-47A3-8681-4133CCCB54D6}"/>
              </a:ext>
            </a:extLst>
          </p:cNvPr>
          <p:cNvSpPr>
            <a:spLocks noGrp="1"/>
          </p:cNvSpPr>
          <p:nvPr>
            <p:ph type="pic" sz="quarter" idx="37"/>
          </p:nvPr>
        </p:nvSpPr>
        <p:spPr>
          <a:xfrm>
            <a:off x="890694" y="3605411"/>
            <a:ext cx="1636776" cy="1618488"/>
          </a:xfrm>
        </p:spPr>
        <p:txBody>
          <a:bodyPr anchor="ctr" anchorCtr="0">
            <a:noAutofit/>
          </a:bodyPr>
          <a:lstStyle>
            <a:lvl1pPr marL="0" indent="0" algn="ctr">
              <a:buNone/>
              <a:defRPr sz="1400"/>
            </a:lvl1pPr>
          </a:lstStyle>
          <a:p>
            <a:r>
              <a:rPr lang="en-US"/>
              <a:t>Click icon to add picture</a:t>
            </a:r>
            <a:endParaRPr lang="ru-RU"/>
          </a:p>
        </p:txBody>
      </p:sp>
      <p:sp>
        <p:nvSpPr>
          <p:cNvPr id="13" name="Picture Placeholder 12">
            <a:extLst>
              <a:ext uri="{FF2B5EF4-FFF2-40B4-BE49-F238E27FC236}">
                <a16:creationId xmlns:a16="http://schemas.microsoft.com/office/drawing/2014/main" id="{CAD91B82-5EEF-4712-A699-B8302B6558DD}"/>
              </a:ext>
            </a:extLst>
          </p:cNvPr>
          <p:cNvSpPr>
            <a:spLocks noGrp="1"/>
          </p:cNvSpPr>
          <p:nvPr>
            <p:ph type="pic" sz="quarter" idx="38"/>
          </p:nvPr>
        </p:nvSpPr>
        <p:spPr>
          <a:xfrm>
            <a:off x="2514673" y="3605411"/>
            <a:ext cx="1636776" cy="1618488"/>
          </a:xfrm>
        </p:spPr>
        <p:txBody>
          <a:bodyPr anchor="ctr" anchorCtr="0">
            <a:noAutofit/>
          </a:bodyPr>
          <a:lstStyle>
            <a:lvl1pPr marL="0" indent="0" algn="ctr">
              <a:buNone/>
              <a:defRPr sz="1400"/>
            </a:lvl1pPr>
          </a:lstStyle>
          <a:p>
            <a:r>
              <a:rPr lang="en-US"/>
              <a:t>Click icon to add picture</a:t>
            </a:r>
            <a:endParaRPr lang="ru-RU"/>
          </a:p>
        </p:txBody>
      </p:sp>
      <p:sp>
        <p:nvSpPr>
          <p:cNvPr id="14" name="Text Placeholder 3">
            <a:extLst>
              <a:ext uri="{FF2B5EF4-FFF2-40B4-BE49-F238E27FC236}">
                <a16:creationId xmlns:a16="http://schemas.microsoft.com/office/drawing/2014/main" id="{57FAEB2B-6A01-4C63-ACA3-03B6E2919E8A}"/>
              </a:ext>
            </a:extLst>
          </p:cNvPr>
          <p:cNvSpPr>
            <a:spLocks noGrp="1"/>
          </p:cNvSpPr>
          <p:nvPr>
            <p:ph type="body" sz="half" idx="39"/>
          </p:nvPr>
        </p:nvSpPr>
        <p:spPr>
          <a:xfrm>
            <a:off x="4955269" y="2982416"/>
            <a:ext cx="2113508" cy="519503"/>
          </a:xfrm>
        </p:spPr>
        <p:txBody>
          <a:bodyPr lIns="0" tIns="0" rIns="0" bIns="0" anchor="t" anchorCtr="0">
            <a:normAutofit/>
          </a:bodyPr>
          <a:lstStyle>
            <a:lvl1pPr marL="0" indent="0">
              <a:lnSpc>
                <a:spcPct val="100000"/>
              </a:lnSpc>
              <a:spcBef>
                <a:spcPts val="0"/>
              </a:spcBef>
              <a:buNone/>
              <a:defRPr lang="en-US" sz="12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15" name="Text Placeholder 3">
            <a:extLst>
              <a:ext uri="{FF2B5EF4-FFF2-40B4-BE49-F238E27FC236}">
                <a16:creationId xmlns:a16="http://schemas.microsoft.com/office/drawing/2014/main" id="{89680D39-3D54-40CF-ABCB-BA448F099B30}"/>
              </a:ext>
            </a:extLst>
          </p:cNvPr>
          <p:cNvSpPr>
            <a:spLocks noGrp="1"/>
          </p:cNvSpPr>
          <p:nvPr>
            <p:ph type="body" sz="half" idx="40" hasCustomPrompt="1"/>
          </p:nvPr>
        </p:nvSpPr>
        <p:spPr>
          <a:xfrm>
            <a:off x="5509170" y="1924687"/>
            <a:ext cx="1622417" cy="982274"/>
          </a:xfrm>
        </p:spPr>
        <p:txBody>
          <a:bodyPr lIns="0" rIns="0" bIns="0" anchor="ctr" anchorCtr="0">
            <a:normAutofit/>
          </a:bodyPr>
          <a:lstStyle>
            <a:lvl1pPr marL="0" indent="0">
              <a:spcBef>
                <a:spcPts val="0"/>
              </a:spcBef>
              <a:buNone/>
              <a:defRPr lang="en-US" sz="2200" b="1" kern="1200" dirty="0">
                <a:solidFill>
                  <a:schemeClr val="tx1"/>
                </a:solidFill>
                <a:latin typeface="+mj-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Master text</a:t>
            </a:r>
            <a:br>
              <a:rPr lang="en-US"/>
            </a:br>
            <a:r>
              <a:rPr lang="en-US"/>
              <a:t>styles</a:t>
            </a:r>
          </a:p>
        </p:txBody>
      </p:sp>
      <p:sp>
        <p:nvSpPr>
          <p:cNvPr id="17" name="Picture Placeholder 12">
            <a:extLst>
              <a:ext uri="{FF2B5EF4-FFF2-40B4-BE49-F238E27FC236}">
                <a16:creationId xmlns:a16="http://schemas.microsoft.com/office/drawing/2014/main" id="{E81CA5F1-31CE-4D4C-A27D-2B342ECD994A}"/>
              </a:ext>
            </a:extLst>
          </p:cNvPr>
          <p:cNvSpPr>
            <a:spLocks noGrp="1"/>
          </p:cNvSpPr>
          <p:nvPr>
            <p:ph type="pic" sz="quarter" idx="43"/>
          </p:nvPr>
        </p:nvSpPr>
        <p:spPr>
          <a:xfrm>
            <a:off x="4961249" y="3605411"/>
            <a:ext cx="2048256" cy="896112"/>
          </a:xfrm>
        </p:spPr>
        <p:txBody>
          <a:bodyPr anchor="ctr" anchorCtr="0">
            <a:noAutofit/>
          </a:bodyPr>
          <a:lstStyle>
            <a:lvl1pPr marL="0" indent="0" algn="ctr">
              <a:buNone/>
              <a:defRPr sz="1400"/>
            </a:lvl1pPr>
          </a:lstStyle>
          <a:p>
            <a:r>
              <a:rPr lang="en-US"/>
              <a:t>Click icon to add picture</a:t>
            </a:r>
            <a:endParaRPr lang="ru-RU"/>
          </a:p>
        </p:txBody>
      </p:sp>
      <p:sp>
        <p:nvSpPr>
          <p:cNvPr id="19" name="Text Placeholder 3">
            <a:extLst>
              <a:ext uri="{FF2B5EF4-FFF2-40B4-BE49-F238E27FC236}">
                <a16:creationId xmlns:a16="http://schemas.microsoft.com/office/drawing/2014/main" id="{7C3544C3-FDC7-4C8F-A615-9529597C549D}"/>
              </a:ext>
            </a:extLst>
          </p:cNvPr>
          <p:cNvSpPr>
            <a:spLocks noGrp="1"/>
          </p:cNvSpPr>
          <p:nvPr>
            <p:ph type="body" sz="half" idx="45"/>
          </p:nvPr>
        </p:nvSpPr>
        <p:spPr>
          <a:xfrm>
            <a:off x="7915161" y="2982416"/>
            <a:ext cx="2197045" cy="519503"/>
          </a:xfrm>
        </p:spPr>
        <p:txBody>
          <a:bodyPr lIns="0" tIns="0" rIns="0" bIns="0" anchor="t" anchorCtr="0">
            <a:normAutofit/>
          </a:bodyPr>
          <a:lstStyle>
            <a:lvl1pPr marL="0" indent="0">
              <a:lnSpc>
                <a:spcPct val="100000"/>
              </a:lnSpc>
              <a:spcBef>
                <a:spcPts val="0"/>
              </a:spcBef>
              <a:buNone/>
              <a:defRPr lang="en-US" sz="12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22" name="Text Placeholder 3">
            <a:extLst>
              <a:ext uri="{FF2B5EF4-FFF2-40B4-BE49-F238E27FC236}">
                <a16:creationId xmlns:a16="http://schemas.microsoft.com/office/drawing/2014/main" id="{7691DC2D-3064-4822-9D2D-80D59EA85EBB}"/>
              </a:ext>
            </a:extLst>
          </p:cNvPr>
          <p:cNvSpPr>
            <a:spLocks noGrp="1"/>
          </p:cNvSpPr>
          <p:nvPr>
            <p:ph type="body" sz="half" idx="46" hasCustomPrompt="1"/>
          </p:nvPr>
        </p:nvSpPr>
        <p:spPr>
          <a:xfrm>
            <a:off x="8469062" y="1924687"/>
            <a:ext cx="1622417" cy="982274"/>
          </a:xfrm>
        </p:spPr>
        <p:txBody>
          <a:bodyPr lIns="0" rIns="0" bIns="0" anchor="ctr" anchorCtr="0">
            <a:normAutofit/>
          </a:bodyPr>
          <a:lstStyle>
            <a:lvl1pPr marL="0" indent="0">
              <a:spcBef>
                <a:spcPts val="0"/>
              </a:spcBef>
              <a:buNone/>
              <a:defRPr lang="en-US" sz="2200" b="1" kern="1200" dirty="0">
                <a:solidFill>
                  <a:schemeClr val="tx1"/>
                </a:solidFill>
                <a:latin typeface="+mj-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Master text</a:t>
            </a:r>
            <a:br>
              <a:rPr lang="en-US"/>
            </a:br>
            <a:r>
              <a:rPr lang="en-US"/>
              <a:t>styles</a:t>
            </a:r>
          </a:p>
        </p:txBody>
      </p:sp>
      <p:sp>
        <p:nvSpPr>
          <p:cNvPr id="24" name="Picture Placeholder 12">
            <a:extLst>
              <a:ext uri="{FF2B5EF4-FFF2-40B4-BE49-F238E27FC236}">
                <a16:creationId xmlns:a16="http://schemas.microsoft.com/office/drawing/2014/main" id="{130FD286-B22E-4EEB-8B67-4CE7BF2FBA89}"/>
              </a:ext>
            </a:extLst>
          </p:cNvPr>
          <p:cNvSpPr>
            <a:spLocks noGrp="1"/>
          </p:cNvSpPr>
          <p:nvPr>
            <p:ph type="pic" sz="quarter" idx="48"/>
          </p:nvPr>
        </p:nvSpPr>
        <p:spPr>
          <a:xfrm>
            <a:off x="7921141" y="3605411"/>
            <a:ext cx="1280160" cy="896112"/>
          </a:xfrm>
          <a:ln>
            <a:solidFill>
              <a:schemeClr val="accent5"/>
            </a:solidFill>
          </a:ln>
        </p:spPr>
        <p:txBody>
          <a:bodyPr anchor="ctr" anchorCtr="0">
            <a:noAutofit/>
          </a:bodyPr>
          <a:lstStyle>
            <a:lvl1pPr marL="0" indent="0" algn="ctr">
              <a:buNone/>
              <a:defRPr sz="1400"/>
            </a:lvl1pPr>
          </a:lstStyle>
          <a:p>
            <a:r>
              <a:rPr lang="en-US"/>
              <a:t>Click icon to add picture</a:t>
            </a:r>
            <a:endParaRPr lang="ru-RU"/>
          </a:p>
        </p:txBody>
      </p:sp>
      <p:sp>
        <p:nvSpPr>
          <p:cNvPr id="25" name="Text Placeholder 3">
            <a:extLst>
              <a:ext uri="{FF2B5EF4-FFF2-40B4-BE49-F238E27FC236}">
                <a16:creationId xmlns:a16="http://schemas.microsoft.com/office/drawing/2014/main" id="{EDCAE751-A04A-4A9B-8EE4-3E1B64E955F3}"/>
              </a:ext>
            </a:extLst>
          </p:cNvPr>
          <p:cNvSpPr>
            <a:spLocks noGrp="1"/>
          </p:cNvSpPr>
          <p:nvPr>
            <p:ph type="body" sz="half" idx="49"/>
          </p:nvPr>
        </p:nvSpPr>
        <p:spPr>
          <a:xfrm>
            <a:off x="7888266" y="4704396"/>
            <a:ext cx="2223939" cy="519503"/>
          </a:xfrm>
        </p:spPr>
        <p:txBody>
          <a:bodyPr lIns="0" tIns="0" rIns="0" bIns="0" anchor="t" anchorCtr="0">
            <a:normAutofit/>
          </a:bodyPr>
          <a:lstStyle>
            <a:lvl1pPr marL="0" indent="0">
              <a:lnSpc>
                <a:spcPct val="100000"/>
              </a:lnSpc>
              <a:spcBef>
                <a:spcPts val="0"/>
              </a:spcBef>
              <a:buNone/>
              <a:defRPr lang="en-US" sz="12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26" name="Text Placeholder 3">
            <a:extLst>
              <a:ext uri="{FF2B5EF4-FFF2-40B4-BE49-F238E27FC236}">
                <a16:creationId xmlns:a16="http://schemas.microsoft.com/office/drawing/2014/main" id="{21FD07BB-52C2-4F52-A969-6778D844E8D4}"/>
              </a:ext>
            </a:extLst>
          </p:cNvPr>
          <p:cNvSpPr>
            <a:spLocks noGrp="1"/>
          </p:cNvSpPr>
          <p:nvPr>
            <p:ph type="body" sz="half" idx="50"/>
          </p:nvPr>
        </p:nvSpPr>
        <p:spPr>
          <a:xfrm>
            <a:off x="874713" y="5838788"/>
            <a:ext cx="8993089" cy="365122"/>
          </a:xfrm>
        </p:spPr>
        <p:txBody>
          <a:bodyPr lIns="0" tIns="0" rIns="0" bIns="0" anchor="t" anchorCtr="0">
            <a:normAutofit/>
          </a:bodyPr>
          <a:lstStyle>
            <a:lvl1pPr marL="0" indent="0" algn="l">
              <a:lnSpc>
                <a:spcPct val="100000"/>
              </a:lnSpc>
              <a:spcBef>
                <a:spcPts val="0"/>
              </a:spcBef>
              <a:buNone/>
              <a:defRPr lang="en-US" sz="12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2E1D5C74-7DD8-44F1-8142-1961D0C932B3}"/>
              </a:ext>
            </a:extLst>
          </p:cNvPr>
          <p:cNvSpPr>
            <a:spLocks noGrp="1"/>
          </p:cNvSpPr>
          <p:nvPr>
            <p:ph type="body" sz="half" idx="51"/>
          </p:nvPr>
        </p:nvSpPr>
        <p:spPr>
          <a:xfrm>
            <a:off x="4955269" y="4704395"/>
            <a:ext cx="2048256" cy="519503"/>
          </a:xfrm>
        </p:spPr>
        <p:txBody>
          <a:bodyPr lIns="0" tIns="0" rIns="0" bIns="0" anchor="t" anchorCtr="0">
            <a:normAutofit/>
          </a:bodyPr>
          <a:lstStyle>
            <a:lvl1pPr marL="0" indent="0">
              <a:lnSpc>
                <a:spcPct val="100000"/>
              </a:lnSpc>
              <a:spcBef>
                <a:spcPts val="0"/>
              </a:spcBef>
              <a:buNone/>
              <a:defRPr lang="en-US" sz="12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28" name="Text Placeholder 7">
            <a:extLst>
              <a:ext uri="{FF2B5EF4-FFF2-40B4-BE49-F238E27FC236}">
                <a16:creationId xmlns:a16="http://schemas.microsoft.com/office/drawing/2014/main" id="{9A6D3509-A776-4654-B6B2-F528C9FE78EA}"/>
              </a:ext>
            </a:extLst>
          </p:cNvPr>
          <p:cNvSpPr>
            <a:spLocks noGrp="1"/>
          </p:cNvSpPr>
          <p:nvPr>
            <p:ph type="body" sz="quarter" idx="25" hasCustomPrompt="1"/>
          </p:nvPr>
        </p:nvSpPr>
        <p:spPr>
          <a:xfrm>
            <a:off x="838200" y="1951635"/>
            <a:ext cx="558402" cy="896112"/>
          </a:xfrm>
        </p:spPr>
        <p:txBody>
          <a:bodyPr lIns="0" tIns="0" rIns="0" bIns="0">
            <a:noAutofit/>
          </a:bodyPr>
          <a:lstStyle>
            <a:lvl1pPr marL="0" indent="0" algn="l">
              <a:buNone/>
              <a:defRPr sz="7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a:t>1</a:t>
            </a:r>
            <a:endParaRPr lang="ru-RU"/>
          </a:p>
        </p:txBody>
      </p:sp>
      <p:sp>
        <p:nvSpPr>
          <p:cNvPr id="29" name="Text Placeholder 7">
            <a:extLst>
              <a:ext uri="{FF2B5EF4-FFF2-40B4-BE49-F238E27FC236}">
                <a16:creationId xmlns:a16="http://schemas.microsoft.com/office/drawing/2014/main" id="{BCA4A1CD-2E82-40FA-88EC-3D9F238493C2}"/>
              </a:ext>
            </a:extLst>
          </p:cNvPr>
          <p:cNvSpPr>
            <a:spLocks noGrp="1"/>
          </p:cNvSpPr>
          <p:nvPr>
            <p:ph type="body" sz="quarter" idx="52" hasCustomPrompt="1"/>
          </p:nvPr>
        </p:nvSpPr>
        <p:spPr>
          <a:xfrm>
            <a:off x="4927665" y="1927715"/>
            <a:ext cx="558402" cy="896112"/>
          </a:xfrm>
        </p:spPr>
        <p:txBody>
          <a:bodyPr lIns="0" tIns="0" rIns="0" bIns="0">
            <a:noAutofit/>
          </a:bodyPr>
          <a:lstStyle>
            <a:lvl1pPr marL="0" indent="0" algn="l">
              <a:buNone/>
              <a:defRPr sz="7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a:t>1</a:t>
            </a:r>
            <a:endParaRPr lang="ru-RU"/>
          </a:p>
        </p:txBody>
      </p:sp>
      <p:sp>
        <p:nvSpPr>
          <p:cNvPr id="30" name="Text Placeholder 7">
            <a:extLst>
              <a:ext uri="{FF2B5EF4-FFF2-40B4-BE49-F238E27FC236}">
                <a16:creationId xmlns:a16="http://schemas.microsoft.com/office/drawing/2014/main" id="{476CA787-1443-453E-A0C1-A9391E1B647D}"/>
              </a:ext>
            </a:extLst>
          </p:cNvPr>
          <p:cNvSpPr>
            <a:spLocks noGrp="1"/>
          </p:cNvSpPr>
          <p:nvPr>
            <p:ph type="body" sz="quarter" idx="53" hasCustomPrompt="1"/>
          </p:nvPr>
        </p:nvSpPr>
        <p:spPr>
          <a:xfrm>
            <a:off x="7888266" y="1931188"/>
            <a:ext cx="558402" cy="896112"/>
          </a:xfrm>
        </p:spPr>
        <p:txBody>
          <a:bodyPr lIns="0" tIns="0" rIns="0" bIns="0">
            <a:noAutofit/>
          </a:bodyPr>
          <a:lstStyle>
            <a:lvl1pPr marL="0" indent="0" algn="l">
              <a:buNone/>
              <a:defRPr sz="7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a:t>1</a:t>
            </a:r>
            <a:endParaRPr lang="ru-RU"/>
          </a:p>
        </p:txBody>
      </p:sp>
    </p:spTree>
    <p:extLst>
      <p:ext uri="{BB962C8B-B14F-4D97-AF65-F5344CB8AC3E}">
        <p14:creationId xmlns:p14="http://schemas.microsoft.com/office/powerpoint/2010/main" val="2128315059"/>
      </p:ext>
    </p:extLst>
  </p:cSld>
  <p:clrMapOvr>
    <a:masterClrMapping/>
  </p:clrMapOvr>
  <p:hf hdr="0" ftr="0" dt="0"/>
  <p:extLst>
    <p:ext uri="{DCECCB84-F9BA-43D5-87BE-67443E8EF086}">
      <p15:sldGuideLst xmlns:p15="http://schemas.microsoft.com/office/powerpoint/2012/main">
        <p15:guide id="4" orient="horz" pos="55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p:cNvSpPr>
            <a:spLocks noGrp="1"/>
          </p:cNvSpPr>
          <p:nvPr>
            <p:ph type="body" sz="quarter" idx="10" hasCustomPrompt="1"/>
          </p:nvPr>
        </p:nvSpPr>
        <p:spPr>
          <a:xfrm>
            <a:off x="10433047" y="6478543"/>
            <a:ext cx="1729317" cy="292100"/>
          </a:xfrm>
        </p:spPr>
        <p:txBody>
          <a:bodyPr>
            <a:noAutofit/>
          </a:bodyPr>
          <a:lstStyle>
            <a:lvl1pPr algn="r">
              <a:defRPr sz="1467" b="1">
                <a:solidFill>
                  <a:schemeClr val="bg1"/>
                </a:solidFill>
              </a:defRPr>
            </a:lvl1pPr>
          </a:lstStyle>
          <a:p>
            <a:pPr lvl="0"/>
            <a:r>
              <a:rPr lang="en-US" b="1"/>
              <a:t>Slide </a:t>
            </a:r>
            <a:fld id="{2CAE1220-FC50-45F3-B397-DF1F6903AA5F}" type="slidenum">
              <a:rPr lang="en-US" b="1" smtClean="0"/>
              <a:t>‹#›</a:t>
            </a:fld>
            <a:r>
              <a:rPr lang="en-US" b="1"/>
              <a:t> of 20</a:t>
            </a:r>
            <a:endParaRPr lang="en-GB"/>
          </a:p>
        </p:txBody>
      </p:sp>
    </p:spTree>
    <p:extLst>
      <p:ext uri="{BB962C8B-B14F-4D97-AF65-F5344CB8AC3E}">
        <p14:creationId xmlns:p14="http://schemas.microsoft.com/office/powerpoint/2010/main" val="1095472978"/>
      </p:ext>
    </p:extLst>
  </p:cSld>
  <p:clrMapOvr>
    <a:masterClrMapping/>
  </p:clrMapOvr>
  <p:hf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E9D4A847-309C-4C5D-B767-F7C82EAD3A85}" type="datetime3">
              <a:rPr lang="en-IN" smtClean="0"/>
              <a:t>15 May 2025</a:t>
            </a:fld>
            <a:endParaRPr lang="en-IN"/>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11601904" y="6485956"/>
            <a:ext cx="519306" cy="341448"/>
          </a:xfrm>
          <a:prstGeom prst="rect">
            <a:avLst/>
          </a:prstGeom>
        </p:spPr>
        <p:txBody>
          <a:bodyPr/>
          <a:lstStyle/>
          <a:p>
            <a:fld id="{F1FEFC04-1B51-41D2-B29F-4C9675E24636}" type="slidenum">
              <a:rPr lang="en-IN" smtClean="0"/>
              <a:t>‹#›</a:t>
            </a:fld>
            <a:endParaRPr lang="en-IN"/>
          </a:p>
        </p:txBody>
      </p:sp>
      <p:sp>
        <p:nvSpPr>
          <p:cNvPr id="5" name="Title 1">
            <a:extLst>
              <a:ext uri="{FF2B5EF4-FFF2-40B4-BE49-F238E27FC236}">
                <a16:creationId xmlns:a16="http://schemas.microsoft.com/office/drawing/2014/main" id="{1FB14537-4F15-4BEA-BA18-3656B19538E4}"/>
              </a:ext>
            </a:extLst>
          </p:cNvPr>
          <p:cNvSpPr>
            <a:spLocks noGrp="1"/>
          </p:cNvSpPr>
          <p:nvPr>
            <p:ph type="title"/>
          </p:nvPr>
        </p:nvSpPr>
        <p:spPr>
          <a:xfrm>
            <a:off x="838200" y="517525"/>
            <a:ext cx="10515600" cy="473075"/>
          </a:xfrm>
        </p:spPr>
        <p:txBody>
          <a:bodyPr/>
          <a:lstStyle/>
          <a:p>
            <a:r>
              <a:rPr lang="en-US"/>
              <a:t>Click to edit Master title style</a:t>
            </a:r>
          </a:p>
        </p:txBody>
      </p:sp>
    </p:spTree>
    <p:extLst>
      <p:ext uri="{BB962C8B-B14F-4D97-AF65-F5344CB8AC3E}">
        <p14:creationId xmlns:p14="http://schemas.microsoft.com/office/powerpoint/2010/main" val="3029290102"/>
      </p:ext>
    </p:extLst>
  </p:cSld>
  <p:clrMapOvr>
    <a:masterClrMapping/>
  </p:clrMapOvr>
  <p:hf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14_Title and Content">
    <p:spTree>
      <p:nvGrpSpPr>
        <p:cNvPr id="1" name=""/>
        <p:cNvGrpSpPr/>
        <p:nvPr/>
      </p:nvGrpSpPr>
      <p:grpSpPr>
        <a:xfrm>
          <a:off x="0" y="0"/>
          <a:ext cx="0" cy="0"/>
          <a:chOff x="0" y="0"/>
          <a:chExt cx="0" cy="0"/>
        </a:xfrm>
      </p:grpSpPr>
      <p:sp>
        <p:nvSpPr>
          <p:cNvPr id="18" name="Oval 17"/>
          <p:cNvSpPr/>
          <p:nvPr/>
        </p:nvSpPr>
        <p:spPr>
          <a:xfrm>
            <a:off x="384176" y="6393180"/>
            <a:ext cx="341448" cy="34144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lide Number Placeholder 5"/>
          <p:cNvSpPr txBox="1">
            <a:spLocks/>
          </p:cNvSpPr>
          <p:nvPr/>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
        <p:nvSpPr>
          <p:cNvPr id="2" name="Title 1">
            <a:extLst>
              <a:ext uri="{FF2B5EF4-FFF2-40B4-BE49-F238E27FC236}">
                <a16:creationId xmlns:a16="http://schemas.microsoft.com/office/drawing/2014/main" id="{7D4BA78D-5E30-4E30-B805-F01B62857C00}"/>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A13FF64F-BA55-4410-982C-7A541C0C6FEA}"/>
              </a:ext>
            </a:extLst>
          </p:cNvPr>
          <p:cNvSpPr>
            <a:spLocks noGrp="1"/>
          </p:cNvSpPr>
          <p:nvPr>
            <p:ph type="ftr" sz="quarter" idx="10"/>
          </p:nvPr>
        </p:nvSpPr>
        <p:spPr>
          <a:xfrm>
            <a:off x="838200" y="6356350"/>
            <a:ext cx="4114800" cy="365125"/>
          </a:xfrm>
          <a:prstGeom prst="rect">
            <a:avLst/>
          </a:prstGeom>
        </p:spPr>
        <p:txBody>
          <a:bodyPr/>
          <a:lstStyle/>
          <a:p>
            <a:endParaRPr lang="en-IN"/>
          </a:p>
        </p:txBody>
      </p:sp>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838200" y="1398588"/>
            <a:ext cx="10204450" cy="4767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58577344"/>
      </p:ext>
    </p:extLst>
  </p:cSld>
  <p:clrMapOvr>
    <a:masterClrMapping/>
  </p:clrMapOvr>
  <p:hf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p:cSld name="Laptop 01">
    <p:spTree>
      <p:nvGrpSpPr>
        <p:cNvPr id="1" name=""/>
        <p:cNvGrpSpPr/>
        <p:nvPr/>
      </p:nvGrpSpPr>
      <p:grpSpPr>
        <a:xfrm>
          <a:off x="0" y="0"/>
          <a:ext cx="0" cy="0"/>
          <a:chOff x="0" y="0"/>
          <a:chExt cx="0" cy="0"/>
        </a:xfrm>
      </p:grpSpPr>
    </p:spTree>
    <p:extLst>
      <p:ext uri="{BB962C8B-B14F-4D97-AF65-F5344CB8AC3E}">
        <p14:creationId xmlns:p14="http://schemas.microsoft.com/office/powerpoint/2010/main" val="895914579"/>
      </p:ext>
    </p:extLst>
  </p:cSld>
  <p:clrMapOvr>
    <a:masterClrMapping/>
  </p:clrMapOvr>
  <p:transition spd="slow">
    <p:cover dir="r"/>
  </p:transition>
  <p:hf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p:cSld name="5_Пользовательский макет">
    <p:spTree>
      <p:nvGrpSpPr>
        <p:cNvPr id="1" name=""/>
        <p:cNvGrpSpPr/>
        <p:nvPr/>
      </p:nvGrpSpPr>
      <p:grpSpPr>
        <a:xfrm>
          <a:off x="0" y="0"/>
          <a:ext cx="0" cy="0"/>
          <a:chOff x="0" y="0"/>
          <a:chExt cx="0" cy="0"/>
        </a:xfrm>
      </p:grpSpPr>
      <p:sp>
        <p:nvSpPr>
          <p:cNvPr id="11" name="Рисунок 10"/>
          <p:cNvSpPr>
            <a:spLocks noGrp="1"/>
          </p:cNvSpPr>
          <p:nvPr>
            <p:ph type="pic" sz="quarter" idx="11"/>
          </p:nvPr>
        </p:nvSpPr>
        <p:spPr>
          <a:xfrm>
            <a:off x="6096000" y="586522"/>
            <a:ext cx="5261811" cy="5508538"/>
          </a:xfrm>
          <a:prstGeom prst="rect">
            <a:avLst/>
          </a:prstGeom>
        </p:spPr>
        <p:txBody>
          <a:bodyPr/>
          <a:lstStyle/>
          <a:p>
            <a:r>
              <a:rPr lang="en-US"/>
              <a:t>Click icon to add picture</a:t>
            </a:r>
            <a:endParaRPr lang="ru-RU"/>
          </a:p>
        </p:txBody>
      </p:sp>
    </p:spTree>
    <p:extLst>
      <p:ext uri="{BB962C8B-B14F-4D97-AF65-F5344CB8AC3E}">
        <p14:creationId xmlns:p14="http://schemas.microsoft.com/office/powerpoint/2010/main" val="2657356002"/>
      </p:ext>
    </p:extLst>
  </p:cSld>
  <p:clrMapOvr>
    <a:masterClrMapping/>
  </p:clrMapOvr>
  <p:hf hdr="0" ftr="0" dt="0"/>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18" name="Oval 17"/>
          <p:cNvSpPr/>
          <p:nvPr/>
        </p:nvSpPr>
        <p:spPr>
          <a:xfrm>
            <a:off x="384176" y="6393180"/>
            <a:ext cx="341448" cy="34144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lide Number Placeholder 5"/>
          <p:cNvSpPr txBox="1">
            <a:spLocks/>
          </p:cNvSpPr>
          <p:nvPr userDrawn="1"/>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
        <p:nvSpPr>
          <p:cNvPr id="2" name="Title 1">
            <a:extLst>
              <a:ext uri="{FF2B5EF4-FFF2-40B4-BE49-F238E27FC236}">
                <a16:creationId xmlns:a16="http://schemas.microsoft.com/office/drawing/2014/main" id="{7D4BA78D-5E30-4E30-B805-F01B62857C00}"/>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A13FF64F-BA55-4410-982C-7A541C0C6FEA}"/>
              </a:ext>
            </a:extLst>
          </p:cNvPr>
          <p:cNvSpPr>
            <a:spLocks noGrp="1"/>
          </p:cNvSpPr>
          <p:nvPr>
            <p:ph type="ftr" sz="quarter" idx="10"/>
          </p:nvPr>
        </p:nvSpPr>
        <p:spPr>
          <a:xfrm>
            <a:off x="838200" y="6356350"/>
            <a:ext cx="4114800" cy="365125"/>
          </a:xfrm>
          <a:prstGeom prst="rect">
            <a:avLst/>
          </a:prstGeom>
        </p:spPr>
        <p:txBody>
          <a:bodyPr/>
          <a:lstStyle/>
          <a:p>
            <a:endParaRPr lang="en-US"/>
          </a:p>
        </p:txBody>
      </p:sp>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838200" y="1398588"/>
            <a:ext cx="10204450" cy="4767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16002102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16" name="Slide Number Placeholder 5"/>
          <p:cNvSpPr txBox="1">
            <a:spLocks/>
          </p:cNvSpPr>
          <p:nvPr userDrawn="1"/>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129807273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DED91-CEB2-47FC-9CC2-3B042FBCDA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418FA8A-4A87-4D05-95B0-C2C91F349A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DA64DCD-4CEB-4E3A-BE3E-35A2C0724AFD}"/>
              </a:ext>
            </a:extLst>
          </p:cNvPr>
          <p:cNvSpPr>
            <a:spLocks noGrp="1"/>
          </p:cNvSpPr>
          <p:nvPr>
            <p:ph type="dt" sz="half" idx="10"/>
          </p:nvPr>
        </p:nvSpPr>
        <p:spPr>
          <a:xfrm>
            <a:off x="838200" y="6356350"/>
            <a:ext cx="2743200" cy="365125"/>
          </a:xfrm>
          <a:prstGeom prst="rect">
            <a:avLst/>
          </a:prstGeom>
        </p:spPr>
        <p:txBody>
          <a:bodyPr/>
          <a:lstStyle/>
          <a:p>
            <a:fld id="{60FE5513-0ED0-4DB5-B147-0E12FA299727}" type="datetimeFigureOut">
              <a:rPr lang="en-IN" smtClean="0"/>
              <a:t>15/05/25</a:t>
            </a:fld>
            <a:endParaRPr lang="en-IN"/>
          </a:p>
        </p:txBody>
      </p:sp>
      <p:sp>
        <p:nvSpPr>
          <p:cNvPr id="5" name="Footer Placeholder 4">
            <a:extLst>
              <a:ext uri="{FF2B5EF4-FFF2-40B4-BE49-F238E27FC236}">
                <a16:creationId xmlns:a16="http://schemas.microsoft.com/office/drawing/2014/main" id="{42141AA3-D525-4C6A-9B16-C183BBB6BBE4}"/>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57163300-5CEE-4FA5-94CB-4310D3BE4F02}"/>
              </a:ext>
            </a:extLst>
          </p:cNvPr>
          <p:cNvSpPr>
            <a:spLocks noGrp="1"/>
          </p:cNvSpPr>
          <p:nvPr>
            <p:ph type="sldNum" sz="quarter" idx="12"/>
          </p:nvPr>
        </p:nvSpPr>
        <p:spPr>
          <a:xfrm>
            <a:off x="8610600" y="6356350"/>
            <a:ext cx="2743200" cy="365125"/>
          </a:xfrm>
          <a:prstGeom prst="rect">
            <a:avLst/>
          </a:prstGeom>
        </p:spPr>
        <p:txBody>
          <a:bodyPr/>
          <a:lstStyle/>
          <a:p>
            <a:fld id="{360D9FC6-71AB-44DC-9187-794A9942B3E7}" type="slidenum">
              <a:rPr lang="en-IN" smtClean="0"/>
              <a:t>‹#›</a:t>
            </a:fld>
            <a:endParaRPr lang="en-IN"/>
          </a:p>
        </p:txBody>
      </p:sp>
    </p:spTree>
    <p:extLst>
      <p:ext uri="{BB962C8B-B14F-4D97-AF65-F5344CB8AC3E}">
        <p14:creationId xmlns:p14="http://schemas.microsoft.com/office/powerpoint/2010/main" val="297829187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5FF5C-08B6-47F3-AA2D-A12668FA16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D988F4-D7CA-4C4F-85DE-40EFF4184C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5B8EA9-49C0-4747-A34A-A55FBAAF90F4}"/>
              </a:ext>
            </a:extLst>
          </p:cNvPr>
          <p:cNvSpPr>
            <a:spLocks noGrp="1"/>
          </p:cNvSpPr>
          <p:nvPr>
            <p:ph type="dt" sz="half" idx="10"/>
          </p:nvPr>
        </p:nvSpPr>
        <p:spPr>
          <a:xfrm>
            <a:off x="838200" y="6356350"/>
            <a:ext cx="2743200" cy="365125"/>
          </a:xfrm>
          <a:prstGeom prst="rect">
            <a:avLst/>
          </a:prstGeom>
        </p:spPr>
        <p:txBody>
          <a:bodyPr/>
          <a:lstStyle/>
          <a:p>
            <a:fld id="{60FE5513-0ED0-4DB5-B147-0E12FA299727}" type="datetimeFigureOut">
              <a:rPr lang="en-IN" smtClean="0"/>
              <a:t>15/05/25</a:t>
            </a:fld>
            <a:endParaRPr lang="en-IN"/>
          </a:p>
        </p:txBody>
      </p:sp>
      <p:sp>
        <p:nvSpPr>
          <p:cNvPr id="5" name="Footer Placeholder 4">
            <a:extLst>
              <a:ext uri="{FF2B5EF4-FFF2-40B4-BE49-F238E27FC236}">
                <a16:creationId xmlns:a16="http://schemas.microsoft.com/office/drawing/2014/main" id="{3BC0AC3C-52FE-4733-A8A6-DD28D07A228A}"/>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477A297B-3F9A-4B01-86FD-98504DA8E084}"/>
              </a:ext>
            </a:extLst>
          </p:cNvPr>
          <p:cNvSpPr>
            <a:spLocks noGrp="1"/>
          </p:cNvSpPr>
          <p:nvPr>
            <p:ph type="sldNum" sz="quarter" idx="12"/>
          </p:nvPr>
        </p:nvSpPr>
        <p:spPr>
          <a:xfrm>
            <a:off x="8610600" y="6356350"/>
            <a:ext cx="2743200" cy="365125"/>
          </a:xfrm>
          <a:prstGeom prst="rect">
            <a:avLst/>
          </a:prstGeom>
        </p:spPr>
        <p:txBody>
          <a:bodyPr/>
          <a:lstStyle/>
          <a:p>
            <a:fld id="{360D9FC6-71AB-44DC-9187-794A9942B3E7}" type="slidenum">
              <a:rPr lang="en-IN" smtClean="0"/>
              <a:t>‹#›</a:t>
            </a:fld>
            <a:endParaRPr lang="en-IN"/>
          </a:p>
        </p:txBody>
      </p:sp>
    </p:spTree>
    <p:extLst>
      <p:ext uri="{BB962C8B-B14F-4D97-AF65-F5344CB8AC3E}">
        <p14:creationId xmlns:p14="http://schemas.microsoft.com/office/powerpoint/2010/main" val="258994730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DE45C-E849-4FB3-8138-71A3940FA2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14662C-09BC-43B8-BE84-0085C7FD29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2DEAC1-A0DD-46B4-888C-3B7B4C712B35}"/>
              </a:ext>
            </a:extLst>
          </p:cNvPr>
          <p:cNvSpPr>
            <a:spLocks noGrp="1"/>
          </p:cNvSpPr>
          <p:nvPr>
            <p:ph type="dt" sz="half" idx="10"/>
          </p:nvPr>
        </p:nvSpPr>
        <p:spPr>
          <a:xfrm>
            <a:off x="838200" y="6356350"/>
            <a:ext cx="2743200" cy="365125"/>
          </a:xfrm>
          <a:prstGeom prst="rect">
            <a:avLst/>
          </a:prstGeom>
        </p:spPr>
        <p:txBody>
          <a:bodyPr/>
          <a:lstStyle/>
          <a:p>
            <a:fld id="{60FE5513-0ED0-4DB5-B147-0E12FA299727}" type="datetimeFigureOut">
              <a:rPr lang="en-IN" smtClean="0"/>
              <a:t>15/05/25</a:t>
            </a:fld>
            <a:endParaRPr lang="en-IN"/>
          </a:p>
        </p:txBody>
      </p:sp>
      <p:sp>
        <p:nvSpPr>
          <p:cNvPr id="5" name="Footer Placeholder 4">
            <a:extLst>
              <a:ext uri="{FF2B5EF4-FFF2-40B4-BE49-F238E27FC236}">
                <a16:creationId xmlns:a16="http://schemas.microsoft.com/office/drawing/2014/main" id="{6440A407-5BD7-49CB-BCD5-119CDB086653}"/>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093C5C0E-0B41-4636-B7A3-AD77739E67C8}"/>
              </a:ext>
            </a:extLst>
          </p:cNvPr>
          <p:cNvSpPr>
            <a:spLocks noGrp="1"/>
          </p:cNvSpPr>
          <p:nvPr>
            <p:ph type="sldNum" sz="quarter" idx="12"/>
          </p:nvPr>
        </p:nvSpPr>
        <p:spPr>
          <a:xfrm>
            <a:off x="8610600" y="6356350"/>
            <a:ext cx="2743200" cy="365125"/>
          </a:xfrm>
          <a:prstGeom prst="rect">
            <a:avLst/>
          </a:prstGeom>
        </p:spPr>
        <p:txBody>
          <a:bodyPr/>
          <a:lstStyle/>
          <a:p>
            <a:fld id="{360D9FC6-71AB-44DC-9187-794A9942B3E7}" type="slidenum">
              <a:rPr lang="en-IN" smtClean="0"/>
              <a:t>‹#›</a:t>
            </a:fld>
            <a:endParaRPr lang="en-IN"/>
          </a:p>
        </p:txBody>
      </p:sp>
    </p:spTree>
    <p:extLst>
      <p:ext uri="{BB962C8B-B14F-4D97-AF65-F5344CB8AC3E}">
        <p14:creationId xmlns:p14="http://schemas.microsoft.com/office/powerpoint/2010/main" val="412418811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29540-F9EA-4AC8-A835-066C8FC96C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3BA373-1AF6-49EA-A4E5-9BEA5F9E01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B4EE751-52FC-46CA-A401-E3D791FEE7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48246BF-C502-4C79-AFD7-4247A472AC8E}"/>
              </a:ext>
            </a:extLst>
          </p:cNvPr>
          <p:cNvSpPr>
            <a:spLocks noGrp="1"/>
          </p:cNvSpPr>
          <p:nvPr>
            <p:ph type="dt" sz="half" idx="10"/>
          </p:nvPr>
        </p:nvSpPr>
        <p:spPr>
          <a:xfrm>
            <a:off x="838200" y="6356350"/>
            <a:ext cx="2743200" cy="365125"/>
          </a:xfrm>
          <a:prstGeom prst="rect">
            <a:avLst/>
          </a:prstGeom>
        </p:spPr>
        <p:txBody>
          <a:bodyPr/>
          <a:lstStyle/>
          <a:p>
            <a:fld id="{60FE5513-0ED0-4DB5-B147-0E12FA299727}" type="datetimeFigureOut">
              <a:rPr lang="en-IN" smtClean="0"/>
              <a:t>15/05/25</a:t>
            </a:fld>
            <a:endParaRPr lang="en-IN"/>
          </a:p>
        </p:txBody>
      </p:sp>
      <p:sp>
        <p:nvSpPr>
          <p:cNvPr id="6" name="Footer Placeholder 5">
            <a:extLst>
              <a:ext uri="{FF2B5EF4-FFF2-40B4-BE49-F238E27FC236}">
                <a16:creationId xmlns:a16="http://schemas.microsoft.com/office/drawing/2014/main" id="{D7FD3CAC-8942-488F-926B-89B0D2AB42A7}"/>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0A3800A7-B964-4C3B-A0CF-D55520CE8A6D}"/>
              </a:ext>
            </a:extLst>
          </p:cNvPr>
          <p:cNvSpPr>
            <a:spLocks noGrp="1"/>
          </p:cNvSpPr>
          <p:nvPr>
            <p:ph type="sldNum" sz="quarter" idx="12"/>
          </p:nvPr>
        </p:nvSpPr>
        <p:spPr>
          <a:xfrm>
            <a:off x="8610600" y="6356350"/>
            <a:ext cx="2743200" cy="365125"/>
          </a:xfrm>
          <a:prstGeom prst="rect">
            <a:avLst/>
          </a:prstGeom>
        </p:spPr>
        <p:txBody>
          <a:bodyPr/>
          <a:lstStyle/>
          <a:p>
            <a:fld id="{360D9FC6-71AB-44DC-9187-794A9942B3E7}" type="slidenum">
              <a:rPr lang="en-IN" smtClean="0"/>
              <a:t>‹#›</a:t>
            </a:fld>
            <a:endParaRPr lang="en-IN"/>
          </a:p>
        </p:txBody>
      </p:sp>
    </p:spTree>
    <p:extLst>
      <p:ext uri="{BB962C8B-B14F-4D97-AF65-F5344CB8AC3E}">
        <p14:creationId xmlns:p14="http://schemas.microsoft.com/office/powerpoint/2010/main" val="395872186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76DF5-122A-46AE-838B-3C5327CBB30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CBC23C-0A90-4576-B015-069B2FDECA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DE1D0F-E846-41A5-B662-07EAC5105F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2953CED-C868-4248-8D49-C82E224282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1D93DC-7C28-4B3C-A26B-70139E9108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8A6B1D-274C-4C74-8F38-AFFEB244F531}"/>
              </a:ext>
            </a:extLst>
          </p:cNvPr>
          <p:cNvSpPr>
            <a:spLocks noGrp="1"/>
          </p:cNvSpPr>
          <p:nvPr>
            <p:ph type="dt" sz="half" idx="10"/>
          </p:nvPr>
        </p:nvSpPr>
        <p:spPr>
          <a:xfrm>
            <a:off x="838200" y="6356350"/>
            <a:ext cx="2743200" cy="365125"/>
          </a:xfrm>
          <a:prstGeom prst="rect">
            <a:avLst/>
          </a:prstGeom>
        </p:spPr>
        <p:txBody>
          <a:bodyPr/>
          <a:lstStyle/>
          <a:p>
            <a:fld id="{60FE5513-0ED0-4DB5-B147-0E12FA299727}" type="datetimeFigureOut">
              <a:rPr lang="en-IN" smtClean="0"/>
              <a:t>15/05/25</a:t>
            </a:fld>
            <a:endParaRPr lang="en-IN"/>
          </a:p>
        </p:txBody>
      </p:sp>
      <p:sp>
        <p:nvSpPr>
          <p:cNvPr id="8" name="Footer Placeholder 7">
            <a:extLst>
              <a:ext uri="{FF2B5EF4-FFF2-40B4-BE49-F238E27FC236}">
                <a16:creationId xmlns:a16="http://schemas.microsoft.com/office/drawing/2014/main" id="{AAE9CBA2-A5B7-472E-BEB5-834DFBB44270}"/>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9" name="Slide Number Placeholder 8">
            <a:extLst>
              <a:ext uri="{FF2B5EF4-FFF2-40B4-BE49-F238E27FC236}">
                <a16:creationId xmlns:a16="http://schemas.microsoft.com/office/drawing/2014/main" id="{49CBA5DC-4269-4660-B82D-A6A1BD8A182E}"/>
              </a:ext>
            </a:extLst>
          </p:cNvPr>
          <p:cNvSpPr>
            <a:spLocks noGrp="1"/>
          </p:cNvSpPr>
          <p:nvPr>
            <p:ph type="sldNum" sz="quarter" idx="12"/>
          </p:nvPr>
        </p:nvSpPr>
        <p:spPr>
          <a:xfrm>
            <a:off x="8610600" y="6356350"/>
            <a:ext cx="2743200" cy="365125"/>
          </a:xfrm>
          <a:prstGeom prst="rect">
            <a:avLst/>
          </a:prstGeom>
        </p:spPr>
        <p:txBody>
          <a:bodyPr/>
          <a:lstStyle/>
          <a:p>
            <a:fld id="{360D9FC6-71AB-44DC-9187-794A9942B3E7}" type="slidenum">
              <a:rPr lang="en-IN" smtClean="0"/>
              <a:t>‹#›</a:t>
            </a:fld>
            <a:endParaRPr lang="en-IN"/>
          </a:p>
        </p:txBody>
      </p:sp>
    </p:spTree>
    <p:extLst>
      <p:ext uri="{BB962C8B-B14F-4D97-AF65-F5344CB8AC3E}">
        <p14:creationId xmlns:p14="http://schemas.microsoft.com/office/powerpoint/2010/main" val="153391977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6C542-33FA-4CC6-B8A0-8645A8585F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3A4A23C-8B5C-4ED4-8ACA-FCEA570B7D72}"/>
              </a:ext>
            </a:extLst>
          </p:cNvPr>
          <p:cNvSpPr>
            <a:spLocks noGrp="1"/>
          </p:cNvSpPr>
          <p:nvPr>
            <p:ph type="dt" sz="half" idx="10"/>
          </p:nvPr>
        </p:nvSpPr>
        <p:spPr>
          <a:xfrm>
            <a:off x="838200" y="6356350"/>
            <a:ext cx="2743200" cy="365125"/>
          </a:xfrm>
          <a:prstGeom prst="rect">
            <a:avLst/>
          </a:prstGeom>
        </p:spPr>
        <p:txBody>
          <a:bodyPr/>
          <a:lstStyle/>
          <a:p>
            <a:fld id="{60FE5513-0ED0-4DB5-B147-0E12FA299727}" type="datetimeFigureOut">
              <a:rPr lang="en-IN" smtClean="0"/>
              <a:t>15/05/25</a:t>
            </a:fld>
            <a:endParaRPr lang="en-IN"/>
          </a:p>
        </p:txBody>
      </p:sp>
      <p:sp>
        <p:nvSpPr>
          <p:cNvPr id="4" name="Footer Placeholder 3">
            <a:extLst>
              <a:ext uri="{FF2B5EF4-FFF2-40B4-BE49-F238E27FC236}">
                <a16:creationId xmlns:a16="http://schemas.microsoft.com/office/drawing/2014/main" id="{E1FFCBAB-17F4-4EBD-888E-8495F7F47067}"/>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3F698591-A694-413E-A182-5C64C2108D9B}"/>
              </a:ext>
            </a:extLst>
          </p:cNvPr>
          <p:cNvSpPr>
            <a:spLocks noGrp="1"/>
          </p:cNvSpPr>
          <p:nvPr>
            <p:ph type="sldNum" sz="quarter" idx="12"/>
          </p:nvPr>
        </p:nvSpPr>
        <p:spPr>
          <a:xfrm>
            <a:off x="8610600" y="6356350"/>
            <a:ext cx="2743200" cy="365125"/>
          </a:xfrm>
          <a:prstGeom prst="rect">
            <a:avLst/>
          </a:prstGeom>
        </p:spPr>
        <p:txBody>
          <a:bodyPr/>
          <a:lstStyle/>
          <a:p>
            <a:fld id="{360D9FC6-71AB-44DC-9187-794A9942B3E7}" type="slidenum">
              <a:rPr lang="en-IN" smtClean="0"/>
              <a:t>‹#›</a:t>
            </a:fld>
            <a:endParaRPr lang="en-IN"/>
          </a:p>
        </p:txBody>
      </p:sp>
    </p:spTree>
    <p:extLst>
      <p:ext uri="{BB962C8B-B14F-4D97-AF65-F5344CB8AC3E}">
        <p14:creationId xmlns:p14="http://schemas.microsoft.com/office/powerpoint/2010/main" val="395195545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B0E311-CDC4-4395-A04B-76B8DA272B04}"/>
              </a:ext>
            </a:extLst>
          </p:cNvPr>
          <p:cNvSpPr>
            <a:spLocks noGrp="1"/>
          </p:cNvSpPr>
          <p:nvPr>
            <p:ph type="dt" sz="half" idx="10"/>
          </p:nvPr>
        </p:nvSpPr>
        <p:spPr>
          <a:xfrm>
            <a:off x="838200" y="6356350"/>
            <a:ext cx="2743200" cy="365125"/>
          </a:xfrm>
          <a:prstGeom prst="rect">
            <a:avLst/>
          </a:prstGeom>
        </p:spPr>
        <p:txBody>
          <a:bodyPr/>
          <a:lstStyle/>
          <a:p>
            <a:fld id="{60FE5513-0ED0-4DB5-B147-0E12FA299727}" type="datetimeFigureOut">
              <a:rPr lang="en-IN" smtClean="0"/>
              <a:t>15/05/25</a:t>
            </a:fld>
            <a:endParaRPr lang="en-IN"/>
          </a:p>
        </p:txBody>
      </p:sp>
      <p:sp>
        <p:nvSpPr>
          <p:cNvPr id="3" name="Footer Placeholder 2">
            <a:extLst>
              <a:ext uri="{FF2B5EF4-FFF2-40B4-BE49-F238E27FC236}">
                <a16:creationId xmlns:a16="http://schemas.microsoft.com/office/drawing/2014/main" id="{34C4818E-5858-4E48-B29F-8764C3A35AB5}"/>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4" name="Slide Number Placeholder 3">
            <a:extLst>
              <a:ext uri="{FF2B5EF4-FFF2-40B4-BE49-F238E27FC236}">
                <a16:creationId xmlns:a16="http://schemas.microsoft.com/office/drawing/2014/main" id="{02505AE0-8DFD-4872-B4D3-197FAE454539}"/>
              </a:ext>
            </a:extLst>
          </p:cNvPr>
          <p:cNvSpPr>
            <a:spLocks noGrp="1"/>
          </p:cNvSpPr>
          <p:nvPr>
            <p:ph type="sldNum" sz="quarter" idx="12"/>
          </p:nvPr>
        </p:nvSpPr>
        <p:spPr>
          <a:xfrm>
            <a:off x="8610600" y="6356350"/>
            <a:ext cx="2743200" cy="365125"/>
          </a:xfrm>
          <a:prstGeom prst="rect">
            <a:avLst/>
          </a:prstGeom>
        </p:spPr>
        <p:txBody>
          <a:bodyPr/>
          <a:lstStyle/>
          <a:p>
            <a:fld id="{360D9FC6-71AB-44DC-9187-794A9942B3E7}" type="slidenum">
              <a:rPr lang="en-IN" smtClean="0"/>
              <a:t>‹#›</a:t>
            </a:fld>
            <a:endParaRPr lang="en-IN"/>
          </a:p>
        </p:txBody>
      </p:sp>
    </p:spTree>
    <p:extLst>
      <p:ext uri="{BB962C8B-B14F-4D97-AF65-F5344CB8AC3E}">
        <p14:creationId xmlns:p14="http://schemas.microsoft.com/office/powerpoint/2010/main" val="404058427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BA13B-03E4-43B4-AF1D-269F7AFB09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97803FE-7E44-4FB1-99F9-C1EEDC9A34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8D94D9E-4218-4997-B35F-EBABEAECF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1323F0-0330-4F05-BC5E-6D5D2834A07F}"/>
              </a:ext>
            </a:extLst>
          </p:cNvPr>
          <p:cNvSpPr>
            <a:spLocks noGrp="1"/>
          </p:cNvSpPr>
          <p:nvPr>
            <p:ph type="dt" sz="half" idx="10"/>
          </p:nvPr>
        </p:nvSpPr>
        <p:spPr>
          <a:xfrm>
            <a:off x="838200" y="6356350"/>
            <a:ext cx="2743200" cy="365125"/>
          </a:xfrm>
          <a:prstGeom prst="rect">
            <a:avLst/>
          </a:prstGeom>
        </p:spPr>
        <p:txBody>
          <a:bodyPr/>
          <a:lstStyle/>
          <a:p>
            <a:fld id="{60FE5513-0ED0-4DB5-B147-0E12FA299727}" type="datetimeFigureOut">
              <a:rPr lang="en-IN" smtClean="0"/>
              <a:t>15/05/25</a:t>
            </a:fld>
            <a:endParaRPr lang="en-IN"/>
          </a:p>
        </p:txBody>
      </p:sp>
      <p:sp>
        <p:nvSpPr>
          <p:cNvPr id="6" name="Footer Placeholder 5">
            <a:extLst>
              <a:ext uri="{FF2B5EF4-FFF2-40B4-BE49-F238E27FC236}">
                <a16:creationId xmlns:a16="http://schemas.microsoft.com/office/drawing/2014/main" id="{25A73C10-917A-447F-94B2-A178C56F6109}"/>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419376F6-7A8A-4AAE-8C4A-E75750D70047}"/>
              </a:ext>
            </a:extLst>
          </p:cNvPr>
          <p:cNvSpPr>
            <a:spLocks noGrp="1"/>
          </p:cNvSpPr>
          <p:nvPr>
            <p:ph type="sldNum" sz="quarter" idx="12"/>
          </p:nvPr>
        </p:nvSpPr>
        <p:spPr>
          <a:xfrm>
            <a:off x="8610600" y="6356350"/>
            <a:ext cx="2743200" cy="365125"/>
          </a:xfrm>
          <a:prstGeom prst="rect">
            <a:avLst/>
          </a:prstGeom>
        </p:spPr>
        <p:txBody>
          <a:bodyPr/>
          <a:lstStyle/>
          <a:p>
            <a:fld id="{360D9FC6-71AB-44DC-9187-794A9942B3E7}" type="slidenum">
              <a:rPr lang="en-IN" smtClean="0"/>
              <a:t>‹#›</a:t>
            </a:fld>
            <a:endParaRPr lang="en-IN"/>
          </a:p>
        </p:txBody>
      </p:sp>
    </p:spTree>
    <p:extLst>
      <p:ext uri="{BB962C8B-B14F-4D97-AF65-F5344CB8AC3E}">
        <p14:creationId xmlns:p14="http://schemas.microsoft.com/office/powerpoint/2010/main" val="415581400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99855-A4FC-4F9B-8130-56FD8C8A33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9AF2ED6-0A82-401B-8827-E7A978314E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30D95863-291D-4DDF-8A76-21A221275E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34839D-F3B9-463A-8E66-6247FDF939BE}"/>
              </a:ext>
            </a:extLst>
          </p:cNvPr>
          <p:cNvSpPr>
            <a:spLocks noGrp="1"/>
          </p:cNvSpPr>
          <p:nvPr>
            <p:ph type="dt" sz="half" idx="10"/>
          </p:nvPr>
        </p:nvSpPr>
        <p:spPr>
          <a:xfrm>
            <a:off x="838200" y="6356350"/>
            <a:ext cx="2743200" cy="365125"/>
          </a:xfrm>
          <a:prstGeom prst="rect">
            <a:avLst/>
          </a:prstGeom>
        </p:spPr>
        <p:txBody>
          <a:bodyPr/>
          <a:lstStyle/>
          <a:p>
            <a:fld id="{60FE5513-0ED0-4DB5-B147-0E12FA299727}" type="datetimeFigureOut">
              <a:rPr lang="en-IN" smtClean="0"/>
              <a:t>15/05/25</a:t>
            </a:fld>
            <a:endParaRPr lang="en-IN"/>
          </a:p>
        </p:txBody>
      </p:sp>
      <p:sp>
        <p:nvSpPr>
          <p:cNvPr id="6" name="Footer Placeholder 5">
            <a:extLst>
              <a:ext uri="{FF2B5EF4-FFF2-40B4-BE49-F238E27FC236}">
                <a16:creationId xmlns:a16="http://schemas.microsoft.com/office/drawing/2014/main" id="{C019082F-D16D-43E5-BB41-F91FEC2A084E}"/>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2B539627-807A-4A2C-99AB-70D223C3A2F2}"/>
              </a:ext>
            </a:extLst>
          </p:cNvPr>
          <p:cNvSpPr>
            <a:spLocks noGrp="1"/>
          </p:cNvSpPr>
          <p:nvPr>
            <p:ph type="sldNum" sz="quarter" idx="12"/>
          </p:nvPr>
        </p:nvSpPr>
        <p:spPr>
          <a:xfrm>
            <a:off x="8610600" y="6356350"/>
            <a:ext cx="2743200" cy="365125"/>
          </a:xfrm>
          <a:prstGeom prst="rect">
            <a:avLst/>
          </a:prstGeom>
        </p:spPr>
        <p:txBody>
          <a:bodyPr/>
          <a:lstStyle/>
          <a:p>
            <a:fld id="{360D9FC6-71AB-44DC-9187-794A9942B3E7}" type="slidenum">
              <a:rPr lang="en-IN" smtClean="0"/>
              <a:t>‹#›</a:t>
            </a:fld>
            <a:endParaRPr lang="en-IN"/>
          </a:p>
        </p:txBody>
      </p:sp>
    </p:spTree>
    <p:extLst>
      <p:ext uri="{BB962C8B-B14F-4D97-AF65-F5344CB8AC3E}">
        <p14:creationId xmlns:p14="http://schemas.microsoft.com/office/powerpoint/2010/main" val="650813323"/>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28A9C-E827-4097-90E4-1DFD10E3AD6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8C6240C-BB0F-414F-958E-D4FBACAB03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7F8689-3C72-4155-BAF9-B9756D513CE9}"/>
              </a:ext>
            </a:extLst>
          </p:cNvPr>
          <p:cNvSpPr>
            <a:spLocks noGrp="1"/>
          </p:cNvSpPr>
          <p:nvPr>
            <p:ph type="dt" sz="half" idx="10"/>
          </p:nvPr>
        </p:nvSpPr>
        <p:spPr>
          <a:xfrm>
            <a:off x="838200" y="6356350"/>
            <a:ext cx="2743200" cy="365125"/>
          </a:xfrm>
          <a:prstGeom prst="rect">
            <a:avLst/>
          </a:prstGeom>
        </p:spPr>
        <p:txBody>
          <a:bodyPr/>
          <a:lstStyle/>
          <a:p>
            <a:fld id="{60FE5513-0ED0-4DB5-B147-0E12FA299727}" type="datetimeFigureOut">
              <a:rPr lang="en-IN" smtClean="0"/>
              <a:t>15/05/25</a:t>
            </a:fld>
            <a:endParaRPr lang="en-IN"/>
          </a:p>
        </p:txBody>
      </p:sp>
      <p:sp>
        <p:nvSpPr>
          <p:cNvPr id="5" name="Footer Placeholder 4">
            <a:extLst>
              <a:ext uri="{FF2B5EF4-FFF2-40B4-BE49-F238E27FC236}">
                <a16:creationId xmlns:a16="http://schemas.microsoft.com/office/drawing/2014/main" id="{B04B5EA9-21F0-4446-9BDF-34841FB2B573}"/>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C412FFD8-F10B-47D3-8461-C173EB01C6B1}"/>
              </a:ext>
            </a:extLst>
          </p:cNvPr>
          <p:cNvSpPr>
            <a:spLocks noGrp="1"/>
          </p:cNvSpPr>
          <p:nvPr>
            <p:ph type="sldNum" sz="quarter" idx="12"/>
          </p:nvPr>
        </p:nvSpPr>
        <p:spPr>
          <a:xfrm>
            <a:off x="8610600" y="6356350"/>
            <a:ext cx="2743200" cy="365125"/>
          </a:xfrm>
          <a:prstGeom prst="rect">
            <a:avLst/>
          </a:prstGeom>
        </p:spPr>
        <p:txBody>
          <a:bodyPr/>
          <a:lstStyle/>
          <a:p>
            <a:fld id="{360D9FC6-71AB-44DC-9187-794A9942B3E7}" type="slidenum">
              <a:rPr lang="en-IN" smtClean="0"/>
              <a:t>‹#›</a:t>
            </a:fld>
            <a:endParaRPr lang="en-IN"/>
          </a:p>
        </p:txBody>
      </p:sp>
    </p:spTree>
    <p:extLst>
      <p:ext uri="{BB962C8B-B14F-4D97-AF65-F5344CB8AC3E}">
        <p14:creationId xmlns:p14="http://schemas.microsoft.com/office/powerpoint/2010/main" val="1191828642"/>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F4B240-ED99-4BA6-88A4-FA8FB39C7D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D18E8C-B6DE-4E80-9A11-DC06FED967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A611B8-10D8-4F74-93A5-020C2D73C8D8}"/>
              </a:ext>
            </a:extLst>
          </p:cNvPr>
          <p:cNvSpPr>
            <a:spLocks noGrp="1"/>
          </p:cNvSpPr>
          <p:nvPr>
            <p:ph type="dt" sz="half" idx="10"/>
          </p:nvPr>
        </p:nvSpPr>
        <p:spPr>
          <a:xfrm>
            <a:off x="838200" y="6356350"/>
            <a:ext cx="2743200" cy="365125"/>
          </a:xfrm>
          <a:prstGeom prst="rect">
            <a:avLst/>
          </a:prstGeom>
        </p:spPr>
        <p:txBody>
          <a:bodyPr/>
          <a:lstStyle/>
          <a:p>
            <a:fld id="{60FE5513-0ED0-4DB5-B147-0E12FA299727}" type="datetimeFigureOut">
              <a:rPr lang="en-IN" smtClean="0"/>
              <a:t>15/05/25</a:t>
            </a:fld>
            <a:endParaRPr lang="en-IN"/>
          </a:p>
        </p:txBody>
      </p:sp>
      <p:sp>
        <p:nvSpPr>
          <p:cNvPr id="5" name="Footer Placeholder 4">
            <a:extLst>
              <a:ext uri="{FF2B5EF4-FFF2-40B4-BE49-F238E27FC236}">
                <a16:creationId xmlns:a16="http://schemas.microsoft.com/office/drawing/2014/main" id="{068EB370-14A6-4C3C-935B-D83314F77B9A}"/>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5C04671E-CBE2-4E80-95FD-BBBD9B64B9A9}"/>
              </a:ext>
            </a:extLst>
          </p:cNvPr>
          <p:cNvSpPr>
            <a:spLocks noGrp="1"/>
          </p:cNvSpPr>
          <p:nvPr>
            <p:ph type="sldNum" sz="quarter" idx="12"/>
          </p:nvPr>
        </p:nvSpPr>
        <p:spPr>
          <a:xfrm>
            <a:off x="8610600" y="6356350"/>
            <a:ext cx="2743200" cy="365125"/>
          </a:xfrm>
          <a:prstGeom prst="rect">
            <a:avLst/>
          </a:prstGeom>
        </p:spPr>
        <p:txBody>
          <a:bodyPr/>
          <a:lstStyle/>
          <a:p>
            <a:fld id="{360D9FC6-71AB-44DC-9187-794A9942B3E7}" type="slidenum">
              <a:rPr lang="en-IN" smtClean="0"/>
              <a:t>‹#›</a:t>
            </a:fld>
            <a:endParaRPr lang="en-IN"/>
          </a:p>
        </p:txBody>
      </p:sp>
    </p:spTree>
    <p:extLst>
      <p:ext uri="{BB962C8B-B14F-4D97-AF65-F5344CB8AC3E}">
        <p14:creationId xmlns:p14="http://schemas.microsoft.com/office/powerpoint/2010/main" val="107050735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A8B17B9-8136-42F9-BE13-67788254BDDB}" type="datetimeFigureOut">
              <a:rPr lang="en-US" smtClean="0"/>
              <a:t>5/15/25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72816D-ECEA-43AF-8D67-B589A392572F}" type="slidenum">
              <a:rPr lang="en-US" smtClean="0"/>
              <a:t>‹#›</a:t>
            </a:fld>
            <a:endParaRPr lang="en-US"/>
          </a:p>
        </p:txBody>
      </p:sp>
      <p:sp>
        <p:nvSpPr>
          <p:cNvPr id="8" name="Text Placeholder 7">
            <a:extLst>
              <a:ext uri="{FF2B5EF4-FFF2-40B4-BE49-F238E27FC236}">
                <a16:creationId xmlns:a16="http://schemas.microsoft.com/office/drawing/2014/main" id="{2D7AD115-92E6-4E90-902C-03CBF1CBC003}"/>
              </a:ext>
            </a:extLst>
          </p:cNvPr>
          <p:cNvSpPr>
            <a:spLocks noGrp="1"/>
          </p:cNvSpPr>
          <p:nvPr>
            <p:ph type="body" sz="quarter" idx="13"/>
          </p:nvPr>
        </p:nvSpPr>
        <p:spPr>
          <a:xfrm>
            <a:off x="496888" y="312738"/>
            <a:ext cx="7537450" cy="365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489099531"/>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Default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66A7724-7CB9-40F3-9042-86DDB1AF285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471" y="161083"/>
            <a:ext cx="12135512" cy="1110763"/>
          </a:xfrm>
          <a:prstGeom prst="rect">
            <a:avLst/>
          </a:prstGeom>
        </p:spPr>
      </p:pic>
      <p:pic>
        <p:nvPicPr>
          <p:cNvPr id="4" name="Picture 3">
            <a:extLst>
              <a:ext uri="{FF2B5EF4-FFF2-40B4-BE49-F238E27FC236}">
                <a16:creationId xmlns:a16="http://schemas.microsoft.com/office/drawing/2014/main" id="{1D248C88-0C84-4BCB-81EA-0B4C4EEC9DA0}"/>
              </a:ext>
            </a:extLst>
          </p:cNvPr>
          <p:cNvPicPr>
            <a:picLocks noChangeAspect="1"/>
          </p:cNvPicPr>
          <p:nvPr userDrawn="1"/>
        </p:nvPicPr>
        <p:blipFill>
          <a:blip r:embed="rId3"/>
          <a:stretch>
            <a:fillRect/>
          </a:stretch>
        </p:blipFill>
        <p:spPr>
          <a:xfrm>
            <a:off x="10813099" y="6420465"/>
            <a:ext cx="1201586" cy="437534"/>
          </a:xfrm>
          <a:prstGeom prst="rect">
            <a:avLst/>
          </a:prstGeom>
        </p:spPr>
      </p:pic>
    </p:spTree>
    <p:extLst>
      <p:ext uri="{BB962C8B-B14F-4D97-AF65-F5344CB8AC3E}">
        <p14:creationId xmlns:p14="http://schemas.microsoft.com/office/powerpoint/2010/main" val="1459480851"/>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BA78D-5E30-4E30-B805-F01B62857C00}"/>
              </a:ext>
            </a:extLst>
          </p:cNvPr>
          <p:cNvSpPr>
            <a:spLocks noGrp="1"/>
          </p:cNvSpPr>
          <p:nvPr>
            <p:ph type="title"/>
          </p:nvPr>
        </p:nvSpPr>
        <p:spPr/>
        <p:txBody>
          <a:bodyPr vert="horz" lIns="91440" tIns="45720" rIns="91440" bIns="45720" rtlCol="0" anchor="ctr">
            <a:noAutofit/>
          </a:bodyPr>
          <a:lstStyle>
            <a:lvl1pPr>
              <a:defRPr lang="en-IN"/>
            </a:lvl1pPr>
          </a:lstStyle>
          <a:p>
            <a:pPr lvl="0"/>
            <a:r>
              <a:rPr lang="en-US"/>
              <a:t>Click to edit Master title style</a:t>
            </a:r>
            <a:endParaRPr lang="en-IN"/>
          </a:p>
        </p:txBody>
      </p:sp>
      <p:sp>
        <p:nvSpPr>
          <p:cNvPr id="4" name="Footer Placeholder 3">
            <a:extLst>
              <a:ext uri="{FF2B5EF4-FFF2-40B4-BE49-F238E27FC236}">
                <a16:creationId xmlns:a16="http://schemas.microsoft.com/office/drawing/2014/main" id="{A13FF64F-BA55-4410-982C-7A541C0C6FEA}"/>
              </a:ext>
            </a:extLst>
          </p:cNvPr>
          <p:cNvSpPr>
            <a:spLocks noGrp="1"/>
          </p:cNvSpPr>
          <p:nvPr>
            <p:ph type="ftr" sz="quarter" idx="10"/>
          </p:nvPr>
        </p:nvSpPr>
        <p:spPr>
          <a:xfrm>
            <a:off x="838200" y="6356350"/>
            <a:ext cx="4114800" cy="365125"/>
          </a:xfrm>
          <a:prstGeom prst="rect">
            <a:avLst/>
          </a:prstGeom>
        </p:spPr>
        <p:txBody>
          <a:bodyPr/>
          <a:lstStyle/>
          <a:p>
            <a:r>
              <a:rPr lang="en-US" noProof="0"/>
              <a:t>ADD A FOOTER</a:t>
            </a:r>
          </a:p>
        </p:txBody>
      </p:sp>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838200" y="1398588"/>
            <a:ext cx="10204450" cy="4767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5">
            <a:extLst>
              <a:ext uri="{FF2B5EF4-FFF2-40B4-BE49-F238E27FC236}">
                <a16:creationId xmlns:a16="http://schemas.microsoft.com/office/drawing/2014/main" id="{044BDDD9-5211-D93B-989E-083A49566BD9}"/>
              </a:ext>
            </a:extLst>
          </p:cNvPr>
          <p:cNvSpPr>
            <a:spLocks noGrp="1"/>
          </p:cNvSpPr>
          <p:nvPr>
            <p:ph type="sldNum" sz="quarter" idx="12"/>
          </p:nvPr>
        </p:nvSpPr>
        <p:spPr>
          <a:xfrm>
            <a:off x="8610600" y="6356350"/>
            <a:ext cx="2743200" cy="365125"/>
          </a:xfrm>
          <a:prstGeom prst="rect">
            <a:avLst/>
          </a:prstGeom>
        </p:spPr>
        <p:txBody>
          <a:bodyPr/>
          <a:lstStyle/>
          <a:p>
            <a:fld id="{360D9FC6-71AB-44DC-9187-794A9942B3E7}" type="slidenum">
              <a:rPr lang="en-IN" smtClean="0"/>
              <a:t>‹#›</a:t>
            </a:fld>
            <a:endParaRPr lang="en-IN"/>
          </a:p>
        </p:txBody>
      </p:sp>
    </p:spTree>
    <p:extLst>
      <p:ext uri="{BB962C8B-B14F-4D97-AF65-F5344CB8AC3E}">
        <p14:creationId xmlns:p14="http://schemas.microsoft.com/office/powerpoint/2010/main" val="1124919579"/>
      </p:ext>
    </p:extLst>
  </p:cSld>
  <p:clrMapOvr>
    <a:masterClrMapping/>
  </p:clrMapOvr>
  <p:hf hdr="0"/>
</p:sldLayout>
</file>

<file path=ppt/slideLayouts/slideLayout144.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FB14537-4F15-4BEA-BA18-3656B19538E4}"/>
              </a:ext>
            </a:extLst>
          </p:cNvPr>
          <p:cNvSpPr>
            <a:spLocks noGrp="1"/>
          </p:cNvSpPr>
          <p:nvPr>
            <p:ph type="title"/>
          </p:nvPr>
        </p:nvSpPr>
        <p:spPr>
          <a:xfrm>
            <a:off x="838200" y="157730"/>
            <a:ext cx="10515600" cy="473075"/>
          </a:xfrm>
        </p:spPr>
        <p:txBody>
          <a:bodyPr vert="horz" lIns="91440" tIns="45720" rIns="91440" bIns="45720" rtlCol="0" anchor="ctr">
            <a:noAutofit/>
          </a:bodyPr>
          <a:lstStyle>
            <a:lvl1pPr>
              <a:defRPr lang="en-US" dirty="0"/>
            </a:lvl1pPr>
          </a:lstStyle>
          <a:p>
            <a:pPr lvl="0"/>
            <a:r>
              <a:rPr lang="en-US"/>
              <a:t>Click to edit Master title style</a:t>
            </a:r>
          </a:p>
        </p:txBody>
      </p:sp>
    </p:spTree>
    <p:extLst>
      <p:ext uri="{BB962C8B-B14F-4D97-AF65-F5344CB8AC3E}">
        <p14:creationId xmlns:p14="http://schemas.microsoft.com/office/powerpoint/2010/main" val="2720603634"/>
      </p:ext>
    </p:extLst>
  </p:cSld>
  <p:clrMapOvr>
    <a:masterClrMapping/>
  </p:clrMapOvr>
  <p:hf hdr="0"/>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a:extLst>
              <a:ext uri="{FF2B5EF4-FFF2-40B4-BE49-F238E27FC236}">
                <a16:creationId xmlns:a16="http://schemas.microsoft.com/office/drawing/2014/main" id="{61EF0922-AAA4-4F0A-838F-F0B43D59917F}"/>
              </a:ext>
            </a:extLst>
          </p:cNvPr>
          <p:cNvSpPr>
            <a:spLocks noGrp="1"/>
          </p:cNvSpPr>
          <p:nvPr>
            <p:ph idx="1"/>
          </p:nvPr>
        </p:nvSpPr>
        <p:spPr>
          <a:xfrm>
            <a:off x="838200" y="1203810"/>
            <a:ext cx="10515600" cy="4973154"/>
          </a:xfrm>
        </p:spPr>
        <p:txBody>
          <a:bodyPr/>
          <a:lstStyle/>
          <a:p>
            <a:endParaRPr lang="en-US"/>
          </a:p>
        </p:txBody>
      </p:sp>
    </p:spTree>
    <p:extLst>
      <p:ext uri="{BB962C8B-B14F-4D97-AF65-F5344CB8AC3E}">
        <p14:creationId xmlns:p14="http://schemas.microsoft.com/office/powerpoint/2010/main" val="1441805760"/>
      </p:ext>
    </p:extLst>
  </p:cSld>
  <p:clrMapOvr>
    <a:masterClrMapping/>
  </p:clrMapOvr>
  <p:hf hdr="0" ftr="0" dt="0"/>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6" name="Slide Number Placeholder 5"/>
          <p:cNvSpPr txBox="1">
            <a:spLocks/>
          </p:cNvSpPr>
          <p:nvPr/>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
        <p:nvSpPr>
          <p:cNvPr id="3" name="Title 1">
            <a:extLst>
              <a:ext uri="{FF2B5EF4-FFF2-40B4-BE49-F238E27FC236}">
                <a16:creationId xmlns:a16="http://schemas.microsoft.com/office/drawing/2014/main" id="{F9131F49-DE50-4F14-B046-9B786B962CD6}"/>
              </a:ext>
            </a:extLst>
          </p:cNvPr>
          <p:cNvSpPr>
            <a:spLocks noGrp="1"/>
          </p:cNvSpPr>
          <p:nvPr>
            <p:ph type="title"/>
          </p:nvPr>
        </p:nvSpPr>
        <p:spPr>
          <a:xfrm>
            <a:off x="838200" y="288928"/>
            <a:ext cx="10515600" cy="473075"/>
          </a:xfrm>
        </p:spPr>
        <p:txBody>
          <a:bodyPr/>
          <a:lstStyle/>
          <a:p>
            <a:r>
              <a:rPr lang="en-US"/>
              <a:t>Click to edit Master title style</a:t>
            </a:r>
          </a:p>
        </p:txBody>
      </p:sp>
      <p:sp>
        <p:nvSpPr>
          <p:cNvPr id="4" name="Text Placeholder 2">
            <a:extLst>
              <a:ext uri="{FF2B5EF4-FFF2-40B4-BE49-F238E27FC236}">
                <a16:creationId xmlns:a16="http://schemas.microsoft.com/office/drawing/2014/main" id="{397CA3B0-19B1-400F-8647-461031A95213}"/>
              </a:ext>
            </a:extLst>
          </p:cNvPr>
          <p:cNvSpPr>
            <a:spLocks noGrp="1"/>
          </p:cNvSpPr>
          <p:nvPr>
            <p:ph idx="1"/>
          </p:nvPr>
        </p:nvSpPr>
        <p:spPr>
          <a:xfrm>
            <a:off x="838200" y="1203810"/>
            <a:ext cx="10515600" cy="497315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5954181"/>
      </p:ext>
    </p:extLst>
  </p:cSld>
  <p:clrMapOvr>
    <a:masterClrMapping/>
  </p:clrMapOvr>
  <p:hf hdr="0"/>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and Content with Images">
    <p:spTree>
      <p:nvGrpSpPr>
        <p:cNvPr id="1" name=""/>
        <p:cNvGrpSpPr/>
        <p:nvPr/>
      </p:nvGrpSpPr>
      <p:grpSpPr>
        <a:xfrm>
          <a:off x="0" y="0"/>
          <a:ext cx="0" cy="0"/>
          <a:chOff x="0" y="0"/>
          <a:chExt cx="0" cy="0"/>
        </a:xfrm>
      </p:grpSpPr>
      <p:sp>
        <p:nvSpPr>
          <p:cNvPr id="21" name="Picture Placeholder 7">
            <a:extLst>
              <a:ext uri="{FF2B5EF4-FFF2-40B4-BE49-F238E27FC236}">
                <a16:creationId xmlns:a16="http://schemas.microsoft.com/office/drawing/2014/main" id="{41B7CDEE-2644-4D36-95CB-1F92049E7FF7}"/>
              </a:ext>
            </a:extLst>
          </p:cNvPr>
          <p:cNvSpPr>
            <a:spLocks noGrp="1"/>
          </p:cNvSpPr>
          <p:nvPr>
            <p:ph type="pic" sz="quarter" idx="13"/>
          </p:nvPr>
        </p:nvSpPr>
        <p:spPr>
          <a:xfrm>
            <a:off x="458724" y="457200"/>
            <a:ext cx="11274552" cy="5943600"/>
          </a:xfrm>
        </p:spPr>
        <p:txBody>
          <a:bodyPr anchor="ctr" anchorCtr="0">
            <a:noAutofit/>
          </a:bodyPr>
          <a:lstStyle>
            <a:lvl1pPr marL="0" indent="0" algn="ctr">
              <a:buNone/>
              <a:defRPr/>
            </a:lvl1pPr>
          </a:lstStyle>
          <a:p>
            <a:r>
              <a:rPr lang="en-US"/>
              <a:t>Click icon to add picture</a:t>
            </a:r>
            <a:endParaRPr lang="ru-RU"/>
          </a:p>
        </p:txBody>
      </p:sp>
      <p:sp>
        <p:nvSpPr>
          <p:cNvPr id="9" name="Picture Placeholder 14">
            <a:extLst>
              <a:ext uri="{FF2B5EF4-FFF2-40B4-BE49-F238E27FC236}">
                <a16:creationId xmlns:a16="http://schemas.microsoft.com/office/drawing/2014/main" id="{4DF168AC-530C-4094-8F5F-FCF3FFDC1E3B}"/>
              </a:ext>
            </a:extLst>
          </p:cNvPr>
          <p:cNvSpPr>
            <a:spLocks noGrp="1"/>
          </p:cNvSpPr>
          <p:nvPr>
            <p:ph type="pic" sz="quarter" idx="14"/>
          </p:nvPr>
        </p:nvSpPr>
        <p:spPr>
          <a:xfrm>
            <a:off x="907903" y="4991383"/>
            <a:ext cx="1463040" cy="987552"/>
          </a:xfrm>
        </p:spPr>
        <p:txBody>
          <a:bodyPr anchor="ctr" anchorCtr="0">
            <a:noAutofit/>
          </a:bodyPr>
          <a:lstStyle>
            <a:lvl1pPr marL="0" indent="0" algn="ctr">
              <a:buNone/>
              <a:defRPr sz="1400"/>
            </a:lvl1pPr>
          </a:lstStyle>
          <a:p>
            <a:r>
              <a:rPr lang="en-US"/>
              <a:t>Click icon to add picture</a:t>
            </a:r>
            <a:endParaRPr lang="ru-RU"/>
          </a:p>
        </p:txBody>
      </p:sp>
      <p:sp>
        <p:nvSpPr>
          <p:cNvPr id="18" name="Text Placeholder 14">
            <a:extLst>
              <a:ext uri="{FF2B5EF4-FFF2-40B4-BE49-F238E27FC236}">
                <a16:creationId xmlns:a16="http://schemas.microsoft.com/office/drawing/2014/main" id="{8373CC7F-8644-430C-90D9-B903ED9F612A}"/>
              </a:ext>
            </a:extLst>
          </p:cNvPr>
          <p:cNvSpPr>
            <a:spLocks noGrp="1"/>
          </p:cNvSpPr>
          <p:nvPr>
            <p:ph type="body" sz="quarter" idx="15"/>
          </p:nvPr>
        </p:nvSpPr>
        <p:spPr>
          <a:xfrm>
            <a:off x="458788" y="2028825"/>
            <a:ext cx="4727575" cy="728663"/>
          </a:xfrm>
          <a:solidFill>
            <a:schemeClr val="accent1">
              <a:alpha val="60000"/>
            </a:schemeClr>
          </a:solidFill>
        </p:spPr>
        <p:txBody>
          <a:bodyPr lIns="396000" anchor="ctr" anchorCtr="0">
            <a:noAutofit/>
          </a:bodyPr>
          <a:lstStyle>
            <a:lvl1pPr marL="0" indent="0">
              <a:buNone/>
              <a:defRPr sz="2800">
                <a:solidFill>
                  <a:schemeClr val="bg1"/>
                </a:solidFill>
              </a:defRPr>
            </a:lvl1pPr>
            <a:lvl2pPr marL="457200" indent="0">
              <a:buNone/>
              <a:defRPr sz="2800">
                <a:solidFill>
                  <a:schemeClr val="bg1"/>
                </a:solidFill>
              </a:defRPr>
            </a:lvl2pPr>
            <a:lvl3pPr marL="914400" indent="0">
              <a:buNone/>
              <a:defRPr sz="2800">
                <a:solidFill>
                  <a:schemeClr val="bg1"/>
                </a:solidFill>
              </a:defRPr>
            </a:lvl3pPr>
            <a:lvl4pPr marL="1371600" indent="0">
              <a:buNone/>
              <a:defRPr sz="2800">
                <a:solidFill>
                  <a:schemeClr val="bg1"/>
                </a:solidFill>
              </a:defRPr>
            </a:lvl4pPr>
            <a:lvl5pPr marL="1828800" indent="0">
              <a:buNone/>
              <a:defRPr sz="2800">
                <a:solidFill>
                  <a:schemeClr val="bg1"/>
                </a:solidFill>
              </a:defRPr>
            </a:lvl5pPr>
          </a:lstStyle>
          <a:p>
            <a:pPr lvl="0"/>
            <a:r>
              <a:rPr lang="en-US"/>
              <a:t>Click to edit Master text styles</a:t>
            </a:r>
          </a:p>
        </p:txBody>
      </p:sp>
      <p:sp>
        <p:nvSpPr>
          <p:cNvPr id="20" name="Title 19">
            <a:extLst>
              <a:ext uri="{FF2B5EF4-FFF2-40B4-BE49-F238E27FC236}">
                <a16:creationId xmlns:a16="http://schemas.microsoft.com/office/drawing/2014/main" id="{64B737A3-9F6C-4989-B51B-07BDDD38FDB3}"/>
              </a:ext>
            </a:extLst>
          </p:cNvPr>
          <p:cNvSpPr>
            <a:spLocks noGrp="1"/>
          </p:cNvSpPr>
          <p:nvPr>
            <p:ph type="title" hasCustomPrompt="1"/>
          </p:nvPr>
        </p:nvSpPr>
        <p:spPr>
          <a:xfrm>
            <a:off x="458788" y="2754601"/>
            <a:ext cx="4726800" cy="1861200"/>
          </a:xfrm>
          <a:solidFill>
            <a:schemeClr val="bg1">
              <a:alpha val="50000"/>
            </a:schemeClr>
          </a:solidFill>
        </p:spPr>
        <p:txBody>
          <a:bodyPr lIns="396000" tIns="0" rIns="0" bIns="0">
            <a:noAutofit/>
          </a:bodyPr>
          <a:lstStyle>
            <a:lvl1pPr>
              <a:lnSpc>
                <a:spcPct val="85000"/>
              </a:lnSpc>
              <a:defRPr sz="5500"/>
            </a:lvl1pPr>
          </a:lstStyle>
          <a:p>
            <a:r>
              <a:rPr lang="en-US"/>
              <a:t>Click to Edit Title</a:t>
            </a:r>
            <a:endParaRPr lang="ru-RU"/>
          </a:p>
        </p:txBody>
      </p:sp>
    </p:spTree>
    <p:extLst>
      <p:ext uri="{BB962C8B-B14F-4D97-AF65-F5344CB8AC3E}">
        <p14:creationId xmlns:p14="http://schemas.microsoft.com/office/powerpoint/2010/main" val="1654055774"/>
      </p:ext>
    </p:extLst>
  </p:cSld>
  <p:clrMapOvr>
    <a:masterClrMapping/>
  </p:clrMapOvr>
  <p:extLst>
    <p:ext uri="{DCECCB84-F9BA-43D5-87BE-67443E8EF086}">
      <p15:sldGuideLst xmlns:p15="http://schemas.microsoft.com/office/powerpoint/2012/main">
        <p15:guide id="4" orient="horz" pos="550">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Left Picture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466C2-B08E-47AF-9DA7-104243999B45}"/>
              </a:ext>
            </a:extLst>
          </p:cNvPr>
          <p:cNvSpPr>
            <a:spLocks noGrp="1"/>
          </p:cNvSpPr>
          <p:nvPr>
            <p:ph type="title" hasCustomPrompt="1"/>
          </p:nvPr>
        </p:nvSpPr>
        <p:spPr>
          <a:xfrm>
            <a:off x="6726213" y="2264012"/>
            <a:ext cx="4584212" cy="540000"/>
          </a:xfrm>
        </p:spPr>
        <p:txBody>
          <a:bodyPr lIns="36000" tIns="0" rIns="0" bIns="0"/>
          <a:lstStyle/>
          <a:p>
            <a:r>
              <a:rPr lang="en-US" noProof="0"/>
              <a:t>Click to edit title style</a:t>
            </a:r>
          </a:p>
        </p:txBody>
      </p:sp>
      <p:sp>
        <p:nvSpPr>
          <p:cNvPr id="7" name="Date Placeholder 6">
            <a:extLst>
              <a:ext uri="{FF2B5EF4-FFF2-40B4-BE49-F238E27FC236}">
                <a16:creationId xmlns:a16="http://schemas.microsoft.com/office/drawing/2014/main" id="{0AA31567-B240-40D5-82F7-A7DBFE5DDBDF}"/>
              </a:ext>
            </a:extLst>
          </p:cNvPr>
          <p:cNvSpPr>
            <a:spLocks noGrp="1"/>
          </p:cNvSpPr>
          <p:nvPr>
            <p:ph type="dt" sz="half" idx="10"/>
          </p:nvPr>
        </p:nvSpPr>
        <p:spPr>
          <a:xfrm>
            <a:off x="10265399" y="5810400"/>
            <a:ext cx="1080000" cy="234000"/>
          </a:xfrm>
          <a:prstGeom prst="rect">
            <a:avLst/>
          </a:prstGeom>
        </p:spPr>
        <p:txBody>
          <a:bodyPr/>
          <a:lstStyle/>
          <a:p>
            <a:fld id="{23D0A551-48C9-48F6-BF4E-DE641842128B}" type="datetime1">
              <a:rPr lang="en-US" noProof="0" smtClean="0"/>
              <a:t>5/15/25</a:t>
            </a:fld>
            <a:endParaRPr lang="en-US" noProof="0"/>
          </a:p>
        </p:txBody>
      </p:sp>
      <p:sp>
        <p:nvSpPr>
          <p:cNvPr id="8" name="Footer Placeholder 7">
            <a:extLst>
              <a:ext uri="{FF2B5EF4-FFF2-40B4-BE49-F238E27FC236}">
                <a16:creationId xmlns:a16="http://schemas.microsoft.com/office/drawing/2014/main" id="{20CFCD12-4263-4A80-B68E-F72622E6ADC5}"/>
              </a:ext>
            </a:extLst>
          </p:cNvPr>
          <p:cNvSpPr>
            <a:spLocks noGrp="1"/>
          </p:cNvSpPr>
          <p:nvPr>
            <p:ph type="ftr" sz="quarter" idx="11"/>
          </p:nvPr>
        </p:nvSpPr>
        <p:spPr>
          <a:xfrm>
            <a:off x="7230599" y="6057923"/>
            <a:ext cx="4114800" cy="234000"/>
          </a:xfrm>
          <a:prstGeom prst="rect">
            <a:avLst/>
          </a:prstGeom>
        </p:spPr>
        <p:txBody>
          <a:bodyPr/>
          <a:lstStyle>
            <a:lvl1pPr>
              <a:defRPr/>
            </a:lvl1pPr>
          </a:lstStyle>
          <a:p>
            <a:r>
              <a:rPr lang="en-US"/>
              <a:t>Analytics @ </a:t>
            </a:r>
            <a:r>
              <a:rPr lang="en-US" err="1"/>
              <a:t>Thoucentric</a:t>
            </a:r>
            <a:endParaRPr lang="en-US"/>
          </a:p>
        </p:txBody>
      </p:sp>
      <p:sp>
        <p:nvSpPr>
          <p:cNvPr id="9" name="Slide Number Placeholder 8">
            <a:extLst>
              <a:ext uri="{FF2B5EF4-FFF2-40B4-BE49-F238E27FC236}">
                <a16:creationId xmlns:a16="http://schemas.microsoft.com/office/drawing/2014/main" id="{A641E74F-5D68-44E6-AE69-70A1A935E91D}"/>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t>‹#›</a:t>
            </a:fld>
            <a:endParaRPr lang="en-US" noProof="0"/>
          </a:p>
        </p:txBody>
      </p:sp>
      <p:sp>
        <p:nvSpPr>
          <p:cNvPr id="35" name="Picture Placeholder 7">
            <a:extLst>
              <a:ext uri="{FF2B5EF4-FFF2-40B4-BE49-F238E27FC236}">
                <a16:creationId xmlns:a16="http://schemas.microsoft.com/office/drawing/2014/main" id="{CD3882F6-C786-40F3-902A-6D4D2E6ED789}"/>
              </a:ext>
            </a:extLst>
          </p:cNvPr>
          <p:cNvSpPr>
            <a:spLocks noGrp="1"/>
          </p:cNvSpPr>
          <p:nvPr>
            <p:ph type="pic" sz="quarter" idx="14"/>
          </p:nvPr>
        </p:nvSpPr>
        <p:spPr>
          <a:xfrm>
            <a:off x="454854" y="457199"/>
            <a:ext cx="5637276" cy="5959476"/>
          </a:xfrm>
        </p:spPr>
        <p:txBody>
          <a:bodyPr anchor="ctr" anchorCtr="0">
            <a:noAutofit/>
          </a:bodyPr>
          <a:lstStyle>
            <a:lvl1pPr marL="0" indent="0" algn="ctr">
              <a:buNone/>
              <a:defRPr/>
            </a:lvl1pPr>
          </a:lstStyle>
          <a:p>
            <a:r>
              <a:rPr lang="en-US" noProof="0"/>
              <a:t>Click icon to add picture</a:t>
            </a:r>
          </a:p>
        </p:txBody>
      </p:sp>
      <p:sp>
        <p:nvSpPr>
          <p:cNvPr id="37" name="Text Placeholder 2">
            <a:extLst>
              <a:ext uri="{FF2B5EF4-FFF2-40B4-BE49-F238E27FC236}">
                <a16:creationId xmlns:a16="http://schemas.microsoft.com/office/drawing/2014/main" id="{1100B10F-F811-4557-88AB-52E9E7FE0378}"/>
              </a:ext>
            </a:extLst>
          </p:cNvPr>
          <p:cNvSpPr>
            <a:spLocks noGrp="1"/>
          </p:cNvSpPr>
          <p:nvPr>
            <p:ph type="body" idx="13" hasCustomPrompt="1"/>
          </p:nvPr>
        </p:nvSpPr>
        <p:spPr>
          <a:xfrm>
            <a:off x="6726213" y="2990573"/>
            <a:ext cx="4584212" cy="2467690"/>
          </a:xfrm>
        </p:spPr>
        <p:txBody>
          <a:bodyPr lIns="36000" tIns="0" rIns="0" bIns="0">
            <a:normAutofit/>
          </a:bodyPr>
          <a:lstStyle>
            <a:lvl1pPr marL="216000" indent="-216000">
              <a:spcBef>
                <a:spcPts val="600"/>
              </a:spcBef>
              <a:buClr>
                <a:schemeClr val="accent1">
                  <a:lumMod val="40000"/>
                  <a:lumOff val="60000"/>
                </a:schemeClr>
              </a:buClr>
              <a:buSzPct val="125000"/>
              <a:buFont typeface="Wingdings" panose="05000000000000000000" pitchFamily="2" charset="2"/>
              <a:buChar char="§"/>
              <a:defRPr sz="1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0"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2263355463"/>
      </p:ext>
    </p:extLst>
  </p:cSld>
  <p:clrMapOvr>
    <a:masterClrMapping/>
  </p:clrMapOvr>
  <p:extLst>
    <p:ext uri="{DCECCB84-F9BA-43D5-87BE-67443E8EF086}">
      <p15:sldGuideLst xmlns:p15="http://schemas.microsoft.com/office/powerpoint/2012/main"/>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Monitor and Two Text Block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DE44FD2-4D01-4152-92DA-14AD1463CC94}"/>
              </a:ext>
            </a:extLst>
          </p:cNvPr>
          <p:cNvSpPr/>
          <p:nvPr userDrawn="1"/>
        </p:nvSpPr>
        <p:spPr>
          <a:xfrm>
            <a:off x="879144" y="2301657"/>
            <a:ext cx="5257799" cy="4374516"/>
          </a:xfrm>
          <a:prstGeom prst="rect">
            <a:avLst/>
          </a:prstGeom>
          <a:blipFill>
            <a:blip r:embed="rId2"/>
            <a:srcRect/>
            <a:stretch>
              <a:fillRect l="-2654" t="-2825" r="2654" b="-1017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432466C2-B08E-47AF-9DA7-104243999B45}"/>
              </a:ext>
            </a:extLst>
          </p:cNvPr>
          <p:cNvSpPr>
            <a:spLocks noGrp="1"/>
          </p:cNvSpPr>
          <p:nvPr>
            <p:ph type="title"/>
          </p:nvPr>
        </p:nvSpPr>
        <p:spPr>
          <a:xfrm>
            <a:off x="838200" y="742867"/>
            <a:ext cx="9037320" cy="566931"/>
          </a:xfrm>
        </p:spPr>
        <p:txBody>
          <a:bodyPr lIns="36000" tIns="0" rIns="0" bIns="0"/>
          <a:lstStyle/>
          <a:p>
            <a:r>
              <a:rPr lang="en-US" noProof="0"/>
              <a:t>Click to edit Master title style</a:t>
            </a:r>
          </a:p>
        </p:txBody>
      </p:sp>
      <p:sp>
        <p:nvSpPr>
          <p:cNvPr id="7" name="Date Placeholder 6">
            <a:extLst>
              <a:ext uri="{FF2B5EF4-FFF2-40B4-BE49-F238E27FC236}">
                <a16:creationId xmlns:a16="http://schemas.microsoft.com/office/drawing/2014/main" id="{0AA31567-B240-40D5-82F7-A7DBFE5DDBDF}"/>
              </a:ext>
            </a:extLst>
          </p:cNvPr>
          <p:cNvSpPr>
            <a:spLocks noGrp="1"/>
          </p:cNvSpPr>
          <p:nvPr>
            <p:ph type="dt" sz="half" idx="10"/>
          </p:nvPr>
        </p:nvSpPr>
        <p:spPr>
          <a:xfrm>
            <a:off x="10265399" y="5810623"/>
            <a:ext cx="1080000" cy="234000"/>
          </a:xfrm>
          <a:prstGeom prst="rect">
            <a:avLst/>
          </a:prstGeom>
        </p:spPr>
        <p:txBody>
          <a:bodyPr/>
          <a:lstStyle/>
          <a:p>
            <a:fld id="{D8FBFFEB-7D66-4958-8CB8-D2B18C6A5A9B}" type="datetime1">
              <a:rPr lang="en-US" noProof="0" smtClean="0"/>
              <a:t>5/15/25</a:t>
            </a:fld>
            <a:endParaRPr lang="en-US" noProof="0"/>
          </a:p>
        </p:txBody>
      </p:sp>
      <p:sp>
        <p:nvSpPr>
          <p:cNvPr id="8" name="Footer Placeholder 7">
            <a:extLst>
              <a:ext uri="{FF2B5EF4-FFF2-40B4-BE49-F238E27FC236}">
                <a16:creationId xmlns:a16="http://schemas.microsoft.com/office/drawing/2014/main" id="{20CFCD12-4263-4A80-B68E-F72622E6ADC5}"/>
              </a:ext>
            </a:extLst>
          </p:cNvPr>
          <p:cNvSpPr>
            <a:spLocks noGrp="1"/>
          </p:cNvSpPr>
          <p:nvPr>
            <p:ph type="ftr" sz="quarter" idx="11"/>
          </p:nvPr>
        </p:nvSpPr>
        <p:spPr>
          <a:xfrm>
            <a:off x="7230599" y="6057923"/>
            <a:ext cx="4114800" cy="234000"/>
          </a:xfrm>
          <a:prstGeom prst="rect">
            <a:avLst/>
          </a:prstGeom>
        </p:spPr>
        <p:txBody>
          <a:bodyPr/>
          <a:lstStyle>
            <a:lvl1pPr>
              <a:defRPr/>
            </a:lvl1pPr>
          </a:lstStyle>
          <a:p>
            <a:r>
              <a:rPr lang="en-US"/>
              <a:t>Analytics @ </a:t>
            </a:r>
            <a:r>
              <a:rPr lang="en-US" err="1"/>
              <a:t>Thoucentric</a:t>
            </a:r>
            <a:endParaRPr lang="en-US"/>
          </a:p>
        </p:txBody>
      </p:sp>
      <p:sp>
        <p:nvSpPr>
          <p:cNvPr id="9" name="Slide Number Placeholder 8">
            <a:extLst>
              <a:ext uri="{FF2B5EF4-FFF2-40B4-BE49-F238E27FC236}">
                <a16:creationId xmlns:a16="http://schemas.microsoft.com/office/drawing/2014/main" id="{A641E74F-5D68-44E6-AE69-70A1A935E91D}"/>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t>‹#›</a:t>
            </a:fld>
            <a:endParaRPr lang="en-US" noProof="0"/>
          </a:p>
        </p:txBody>
      </p:sp>
      <p:sp>
        <p:nvSpPr>
          <p:cNvPr id="13" name="Text Placeholder 2">
            <a:extLst>
              <a:ext uri="{FF2B5EF4-FFF2-40B4-BE49-F238E27FC236}">
                <a16:creationId xmlns:a16="http://schemas.microsoft.com/office/drawing/2014/main" id="{3919B118-F379-4011-B1CF-E685CC09FA38}"/>
              </a:ext>
            </a:extLst>
          </p:cNvPr>
          <p:cNvSpPr>
            <a:spLocks noGrp="1"/>
          </p:cNvSpPr>
          <p:nvPr>
            <p:ph type="body" idx="14" hasCustomPrompt="1"/>
          </p:nvPr>
        </p:nvSpPr>
        <p:spPr>
          <a:xfrm>
            <a:off x="6486746" y="3718884"/>
            <a:ext cx="2089545"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14" name="Text Placeholder 11">
            <a:extLst>
              <a:ext uri="{FF2B5EF4-FFF2-40B4-BE49-F238E27FC236}">
                <a16:creationId xmlns:a16="http://schemas.microsoft.com/office/drawing/2014/main" id="{CF59DFEB-5DA9-4E64-84A0-3FAA808064B5}"/>
              </a:ext>
            </a:extLst>
          </p:cNvPr>
          <p:cNvSpPr>
            <a:spLocks noGrp="1"/>
          </p:cNvSpPr>
          <p:nvPr>
            <p:ph type="body" sz="quarter" idx="15" hasCustomPrompt="1"/>
          </p:nvPr>
        </p:nvSpPr>
        <p:spPr>
          <a:xfrm>
            <a:off x="6486747" y="4086418"/>
            <a:ext cx="1783080" cy="1271016"/>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17" name="Picture Placeholder 15">
            <a:extLst>
              <a:ext uri="{FF2B5EF4-FFF2-40B4-BE49-F238E27FC236}">
                <a16:creationId xmlns:a16="http://schemas.microsoft.com/office/drawing/2014/main" id="{F842B3BB-CE92-4AEA-A2FF-5EEC732A4EFF}"/>
              </a:ext>
            </a:extLst>
          </p:cNvPr>
          <p:cNvSpPr>
            <a:spLocks noGrp="1"/>
          </p:cNvSpPr>
          <p:nvPr>
            <p:ph type="pic" sz="quarter" idx="17"/>
          </p:nvPr>
        </p:nvSpPr>
        <p:spPr>
          <a:xfrm>
            <a:off x="6486746" y="3069135"/>
            <a:ext cx="612648" cy="557784"/>
          </a:xfrm>
        </p:spPr>
        <p:txBody>
          <a:bodyPr anchor="ctr" anchorCtr="0">
            <a:noAutofit/>
          </a:bodyPr>
          <a:lstStyle>
            <a:lvl1pPr marL="0" indent="0" algn="ctr">
              <a:buNone/>
              <a:defRPr sz="900"/>
            </a:lvl1pPr>
          </a:lstStyle>
          <a:p>
            <a:r>
              <a:rPr lang="en-US" noProof="0"/>
              <a:t>Click icon to add picture</a:t>
            </a:r>
          </a:p>
        </p:txBody>
      </p:sp>
      <p:sp>
        <p:nvSpPr>
          <p:cNvPr id="33" name="Text Placeholder 2">
            <a:extLst>
              <a:ext uri="{FF2B5EF4-FFF2-40B4-BE49-F238E27FC236}">
                <a16:creationId xmlns:a16="http://schemas.microsoft.com/office/drawing/2014/main" id="{68514664-8AD0-4DF7-8C6F-12FFA6BEA7B2}"/>
              </a:ext>
            </a:extLst>
          </p:cNvPr>
          <p:cNvSpPr>
            <a:spLocks noGrp="1"/>
          </p:cNvSpPr>
          <p:nvPr>
            <p:ph type="body" idx="24" hasCustomPrompt="1"/>
          </p:nvPr>
        </p:nvSpPr>
        <p:spPr>
          <a:xfrm>
            <a:off x="838200" y="1377833"/>
            <a:ext cx="9037320" cy="540000"/>
          </a:xfrm>
        </p:spPr>
        <p:txBody>
          <a:bodyPr lIns="36000" tIns="0" rIns="0" bIns="0">
            <a:normAutofit/>
          </a:bodyPr>
          <a:lstStyle>
            <a:lvl1pPr marL="0" indent="0">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1" name="Picture Placeholder 10">
            <a:extLst>
              <a:ext uri="{FF2B5EF4-FFF2-40B4-BE49-F238E27FC236}">
                <a16:creationId xmlns:a16="http://schemas.microsoft.com/office/drawing/2014/main" id="{3B535E35-8075-4558-BA3A-C9DFB4FCA5B8}"/>
              </a:ext>
            </a:extLst>
          </p:cNvPr>
          <p:cNvSpPr>
            <a:spLocks noGrp="1"/>
          </p:cNvSpPr>
          <p:nvPr>
            <p:ph type="pic" sz="quarter" idx="26"/>
          </p:nvPr>
        </p:nvSpPr>
        <p:spPr>
          <a:xfrm>
            <a:off x="1061177" y="2461528"/>
            <a:ext cx="4555067" cy="2590800"/>
          </a:xfrm>
        </p:spPr>
        <p:txBody>
          <a:bodyPr anchor="ctr" anchorCtr="0">
            <a:normAutofit/>
          </a:bodyPr>
          <a:lstStyle>
            <a:lvl1pPr marL="0" indent="0" algn="ctr">
              <a:buNone/>
              <a:defRPr sz="1800"/>
            </a:lvl1pPr>
          </a:lstStyle>
          <a:p>
            <a:r>
              <a:rPr lang="en-US" noProof="0"/>
              <a:t>Click icon to add picture</a:t>
            </a:r>
          </a:p>
        </p:txBody>
      </p:sp>
      <p:sp>
        <p:nvSpPr>
          <p:cNvPr id="25" name="Text Placeholder 2">
            <a:extLst>
              <a:ext uri="{FF2B5EF4-FFF2-40B4-BE49-F238E27FC236}">
                <a16:creationId xmlns:a16="http://schemas.microsoft.com/office/drawing/2014/main" id="{9E1A0053-EF84-446F-850C-6AC8FF9CCEDF}"/>
              </a:ext>
            </a:extLst>
          </p:cNvPr>
          <p:cNvSpPr>
            <a:spLocks noGrp="1"/>
          </p:cNvSpPr>
          <p:nvPr>
            <p:ph type="body" idx="27" hasCustomPrompt="1"/>
          </p:nvPr>
        </p:nvSpPr>
        <p:spPr>
          <a:xfrm>
            <a:off x="9098279" y="3718884"/>
            <a:ext cx="2089545"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32" name="Text Placeholder 11">
            <a:extLst>
              <a:ext uri="{FF2B5EF4-FFF2-40B4-BE49-F238E27FC236}">
                <a16:creationId xmlns:a16="http://schemas.microsoft.com/office/drawing/2014/main" id="{1534A936-14F3-4AEF-8CAD-03D91D568FE0}"/>
              </a:ext>
            </a:extLst>
          </p:cNvPr>
          <p:cNvSpPr>
            <a:spLocks noGrp="1"/>
          </p:cNvSpPr>
          <p:nvPr>
            <p:ph type="body" sz="quarter" idx="28" hasCustomPrompt="1"/>
          </p:nvPr>
        </p:nvSpPr>
        <p:spPr>
          <a:xfrm>
            <a:off x="9098280" y="4086418"/>
            <a:ext cx="1783080" cy="1271016"/>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35" name="Picture Placeholder 15">
            <a:extLst>
              <a:ext uri="{FF2B5EF4-FFF2-40B4-BE49-F238E27FC236}">
                <a16:creationId xmlns:a16="http://schemas.microsoft.com/office/drawing/2014/main" id="{A88BEF2F-BB04-4330-BC4B-2912B69653B6}"/>
              </a:ext>
            </a:extLst>
          </p:cNvPr>
          <p:cNvSpPr>
            <a:spLocks noGrp="1"/>
          </p:cNvSpPr>
          <p:nvPr>
            <p:ph type="pic" sz="quarter" idx="29"/>
          </p:nvPr>
        </p:nvSpPr>
        <p:spPr>
          <a:xfrm>
            <a:off x="9098279" y="3069135"/>
            <a:ext cx="612648" cy="557784"/>
          </a:xfrm>
        </p:spPr>
        <p:txBody>
          <a:bodyPr anchor="ctr" anchorCtr="0">
            <a:noAutofit/>
          </a:bodyPr>
          <a:lstStyle>
            <a:lvl1pPr marL="0" indent="0" algn="ctr">
              <a:buNone/>
              <a:defRPr sz="900"/>
            </a:lvl1pPr>
          </a:lstStyle>
          <a:p>
            <a:r>
              <a:rPr lang="en-US" noProof="0"/>
              <a:t>Click icon to add picture</a:t>
            </a:r>
          </a:p>
        </p:txBody>
      </p:sp>
      <p:sp>
        <p:nvSpPr>
          <p:cNvPr id="16"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787531864"/>
      </p:ext>
    </p:extLst>
  </p:cSld>
  <p:clrMapOvr>
    <a:masterClrMapping/>
  </p:clrMapOvr>
  <p:extLst>
    <p:ext uri="{DCECCB84-F9BA-43D5-87BE-67443E8EF086}">
      <p15:sldGuideLst xmlns:p15="http://schemas.microsoft.com/office/powerpoint/2012/main">
        <p15:guide id="4" orient="horz" pos="2160">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op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B7BBC9A-B18B-4F56-8515-321CD01B2666}"/>
              </a:ext>
            </a:extLst>
          </p:cNvPr>
          <p:cNvSpPr/>
          <p:nvPr userDrawn="1"/>
        </p:nvSpPr>
        <p:spPr>
          <a:xfrm>
            <a:off x="7975232" y="2875541"/>
            <a:ext cx="3758184" cy="3547872"/>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011F8E8F-7A79-47A4-A23F-F3FD3E2A15F3}" type="datetime1">
              <a:rPr lang="en-US" noProof="0" smtClean="0"/>
              <a:t>5/15/25</a:t>
            </a:fld>
            <a:endParaRPr lang="en-US" noProof="0"/>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lvl1pPr>
              <a:defRPr/>
            </a:lvl1pPr>
          </a:lstStyle>
          <a:p>
            <a:r>
              <a:rPr lang="en-US"/>
              <a:t>Analytics @ Thoucentric</a:t>
            </a:r>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pPr/>
              <a:t>‹#›</a:t>
            </a:fld>
            <a:endParaRPr lang="en-US" noProof="0"/>
          </a:p>
        </p:txBody>
      </p:sp>
      <p:sp>
        <p:nvSpPr>
          <p:cNvPr id="9" name="Text Placeholder 2">
            <a:extLst>
              <a:ext uri="{FF2B5EF4-FFF2-40B4-BE49-F238E27FC236}">
                <a16:creationId xmlns:a16="http://schemas.microsoft.com/office/drawing/2014/main" id="{1C91FD06-686C-4DAB-8F12-FBDE6BBF3144}"/>
              </a:ext>
            </a:extLst>
          </p:cNvPr>
          <p:cNvSpPr>
            <a:spLocks noGrp="1"/>
          </p:cNvSpPr>
          <p:nvPr>
            <p:ph type="body" idx="24" hasCustomPrompt="1"/>
          </p:nvPr>
        </p:nvSpPr>
        <p:spPr>
          <a:xfrm>
            <a:off x="836614" y="1377833"/>
            <a:ext cx="9535686" cy="540000"/>
          </a:xfrm>
        </p:spPr>
        <p:txBody>
          <a:bodyPr lIns="36000" tIns="0" rIns="0" bIns="0">
            <a:normAutofit/>
          </a:bodyPr>
          <a:lstStyle>
            <a:lvl1pPr marL="0" indent="0" algn="l">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6" name="Rectangle 15">
            <a:extLst>
              <a:ext uri="{FF2B5EF4-FFF2-40B4-BE49-F238E27FC236}">
                <a16:creationId xmlns:a16="http://schemas.microsoft.com/office/drawing/2014/main" id="{7684F357-0C41-471E-A413-4D42ADE55B12}"/>
              </a:ext>
            </a:extLst>
          </p:cNvPr>
          <p:cNvSpPr/>
          <p:nvPr userDrawn="1"/>
        </p:nvSpPr>
        <p:spPr>
          <a:xfrm>
            <a:off x="458724" y="2852928"/>
            <a:ext cx="3758184" cy="3547872"/>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8" name="Rectangle 17">
            <a:extLst>
              <a:ext uri="{FF2B5EF4-FFF2-40B4-BE49-F238E27FC236}">
                <a16:creationId xmlns:a16="http://schemas.microsoft.com/office/drawing/2014/main" id="{33076231-2A54-4E4C-AED3-197E208C14BB}"/>
              </a:ext>
            </a:extLst>
          </p:cNvPr>
          <p:cNvSpPr/>
          <p:nvPr userDrawn="1"/>
        </p:nvSpPr>
        <p:spPr>
          <a:xfrm>
            <a:off x="4216908" y="2395728"/>
            <a:ext cx="3758184" cy="4462271"/>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9" name="Text Placeholder 7">
            <a:extLst>
              <a:ext uri="{FF2B5EF4-FFF2-40B4-BE49-F238E27FC236}">
                <a16:creationId xmlns:a16="http://schemas.microsoft.com/office/drawing/2014/main" id="{63C66F5D-DEC7-40DB-ACC1-70F67F4C9F4B}"/>
              </a:ext>
            </a:extLst>
          </p:cNvPr>
          <p:cNvSpPr>
            <a:spLocks noGrp="1"/>
          </p:cNvSpPr>
          <p:nvPr>
            <p:ph type="body" sz="quarter" idx="25" hasCustomPrompt="1"/>
          </p:nvPr>
        </p:nvSpPr>
        <p:spPr>
          <a:xfrm>
            <a:off x="838086" y="3012360"/>
            <a:ext cx="1266825" cy="781561"/>
          </a:xfrm>
        </p:spPr>
        <p:txBody>
          <a:bodyPr lIns="0" tIns="0" rIns="0" bIns="0">
            <a:noAutofit/>
          </a:bodyPr>
          <a:lstStyle>
            <a:lvl1pPr marL="0" indent="0" algn="l">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1</a:t>
            </a:r>
          </a:p>
        </p:txBody>
      </p:sp>
      <p:sp>
        <p:nvSpPr>
          <p:cNvPr id="20" name="Text Placeholder 2">
            <a:extLst>
              <a:ext uri="{FF2B5EF4-FFF2-40B4-BE49-F238E27FC236}">
                <a16:creationId xmlns:a16="http://schemas.microsoft.com/office/drawing/2014/main" id="{61FE0B9B-7D73-4311-B749-C3FA874AF7CC}"/>
              </a:ext>
            </a:extLst>
          </p:cNvPr>
          <p:cNvSpPr>
            <a:spLocks noGrp="1"/>
          </p:cNvSpPr>
          <p:nvPr>
            <p:ph type="body" idx="1" hasCustomPrompt="1"/>
          </p:nvPr>
        </p:nvSpPr>
        <p:spPr>
          <a:xfrm>
            <a:off x="836613" y="4048567"/>
            <a:ext cx="2992278"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1" name="Text Placeholder 11">
            <a:extLst>
              <a:ext uri="{FF2B5EF4-FFF2-40B4-BE49-F238E27FC236}">
                <a16:creationId xmlns:a16="http://schemas.microsoft.com/office/drawing/2014/main" id="{4A6CBB7D-3142-4CED-98BE-68B4F7C14E52}"/>
              </a:ext>
            </a:extLst>
          </p:cNvPr>
          <p:cNvSpPr>
            <a:spLocks noGrp="1"/>
          </p:cNvSpPr>
          <p:nvPr>
            <p:ph type="body" sz="quarter" idx="13" hasCustomPrompt="1"/>
          </p:nvPr>
        </p:nvSpPr>
        <p:spPr>
          <a:xfrm>
            <a:off x="836613" y="4433657"/>
            <a:ext cx="2992278" cy="1358113"/>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22" name="Text Placeholder 7">
            <a:extLst>
              <a:ext uri="{FF2B5EF4-FFF2-40B4-BE49-F238E27FC236}">
                <a16:creationId xmlns:a16="http://schemas.microsoft.com/office/drawing/2014/main" id="{78844A59-978B-47C0-B59A-F529FA41BF10}"/>
              </a:ext>
            </a:extLst>
          </p:cNvPr>
          <p:cNvSpPr>
            <a:spLocks noGrp="1"/>
          </p:cNvSpPr>
          <p:nvPr>
            <p:ph type="body" sz="quarter" idx="26" hasCustomPrompt="1"/>
          </p:nvPr>
        </p:nvSpPr>
        <p:spPr>
          <a:xfrm>
            <a:off x="8358230" y="3012360"/>
            <a:ext cx="1266825" cy="781561"/>
          </a:xfrm>
        </p:spPr>
        <p:txBody>
          <a:bodyPr lIns="0" tIns="0" rIns="0" bIns="0">
            <a:noAutofit/>
          </a:bodyPr>
          <a:lstStyle>
            <a:lvl1pPr marL="0" indent="0" algn="l">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3</a:t>
            </a:r>
          </a:p>
        </p:txBody>
      </p:sp>
      <p:sp>
        <p:nvSpPr>
          <p:cNvPr id="23" name="Text Placeholder 2">
            <a:extLst>
              <a:ext uri="{FF2B5EF4-FFF2-40B4-BE49-F238E27FC236}">
                <a16:creationId xmlns:a16="http://schemas.microsoft.com/office/drawing/2014/main" id="{D09F31D3-FC19-4A61-A915-5F11C6F7EBD8}"/>
              </a:ext>
            </a:extLst>
          </p:cNvPr>
          <p:cNvSpPr>
            <a:spLocks noGrp="1"/>
          </p:cNvSpPr>
          <p:nvPr>
            <p:ph type="body" idx="27" hasCustomPrompt="1"/>
          </p:nvPr>
        </p:nvSpPr>
        <p:spPr>
          <a:xfrm>
            <a:off x="8356757" y="4048567"/>
            <a:ext cx="2992278"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4" name="Text Placeholder 11">
            <a:extLst>
              <a:ext uri="{FF2B5EF4-FFF2-40B4-BE49-F238E27FC236}">
                <a16:creationId xmlns:a16="http://schemas.microsoft.com/office/drawing/2014/main" id="{6AA97C78-ABC3-4559-8EFA-1F24C3A6E3FE}"/>
              </a:ext>
            </a:extLst>
          </p:cNvPr>
          <p:cNvSpPr>
            <a:spLocks noGrp="1"/>
          </p:cNvSpPr>
          <p:nvPr>
            <p:ph type="body" sz="quarter" idx="28" hasCustomPrompt="1"/>
          </p:nvPr>
        </p:nvSpPr>
        <p:spPr>
          <a:xfrm>
            <a:off x="8356757" y="4433657"/>
            <a:ext cx="2992278" cy="1358113"/>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25" name="Text Placeholder 7">
            <a:extLst>
              <a:ext uri="{FF2B5EF4-FFF2-40B4-BE49-F238E27FC236}">
                <a16:creationId xmlns:a16="http://schemas.microsoft.com/office/drawing/2014/main" id="{92A70C67-E4B2-45C8-BD5F-DF3679B00C82}"/>
              </a:ext>
            </a:extLst>
          </p:cNvPr>
          <p:cNvSpPr>
            <a:spLocks noGrp="1"/>
          </p:cNvSpPr>
          <p:nvPr>
            <p:ph type="body" sz="quarter" idx="29" hasCustomPrompt="1"/>
          </p:nvPr>
        </p:nvSpPr>
        <p:spPr>
          <a:xfrm>
            <a:off x="4596270" y="3012360"/>
            <a:ext cx="1266825" cy="781561"/>
          </a:xfrm>
        </p:spPr>
        <p:txBody>
          <a:bodyPr lIns="0" tIns="0" rIns="0" bIns="0">
            <a:noAutofit/>
          </a:bodyPr>
          <a:lstStyle>
            <a:lvl1pPr marL="0" indent="0" algn="l">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2</a:t>
            </a:r>
          </a:p>
        </p:txBody>
      </p:sp>
      <p:sp>
        <p:nvSpPr>
          <p:cNvPr id="26" name="Text Placeholder 2">
            <a:extLst>
              <a:ext uri="{FF2B5EF4-FFF2-40B4-BE49-F238E27FC236}">
                <a16:creationId xmlns:a16="http://schemas.microsoft.com/office/drawing/2014/main" id="{9CA39242-8640-435B-8C03-0CB0BC8E88E6}"/>
              </a:ext>
            </a:extLst>
          </p:cNvPr>
          <p:cNvSpPr>
            <a:spLocks noGrp="1"/>
          </p:cNvSpPr>
          <p:nvPr>
            <p:ph type="body" idx="30" hasCustomPrompt="1"/>
          </p:nvPr>
        </p:nvSpPr>
        <p:spPr>
          <a:xfrm>
            <a:off x="4594797" y="4048567"/>
            <a:ext cx="2992278"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7" name="Text Placeholder 11">
            <a:extLst>
              <a:ext uri="{FF2B5EF4-FFF2-40B4-BE49-F238E27FC236}">
                <a16:creationId xmlns:a16="http://schemas.microsoft.com/office/drawing/2014/main" id="{62E97E9F-0DAA-48F4-90F4-640195EAD7DA}"/>
              </a:ext>
            </a:extLst>
          </p:cNvPr>
          <p:cNvSpPr>
            <a:spLocks noGrp="1"/>
          </p:cNvSpPr>
          <p:nvPr>
            <p:ph type="body" sz="quarter" idx="31" hasCustomPrompt="1"/>
          </p:nvPr>
        </p:nvSpPr>
        <p:spPr>
          <a:xfrm>
            <a:off x="4594797" y="4433657"/>
            <a:ext cx="2992278" cy="1358113"/>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28" name="Picture Placeholder 11">
            <a:extLst>
              <a:ext uri="{FF2B5EF4-FFF2-40B4-BE49-F238E27FC236}">
                <a16:creationId xmlns:a16="http://schemas.microsoft.com/office/drawing/2014/main" id="{48D7F0F9-4118-4257-9D45-A5772C2110D7}"/>
              </a:ext>
            </a:extLst>
          </p:cNvPr>
          <p:cNvSpPr>
            <a:spLocks noGrp="1"/>
          </p:cNvSpPr>
          <p:nvPr>
            <p:ph type="pic" sz="quarter" idx="32"/>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10708569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ircles Fram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AA4D017-0A70-4D48-AAEC-419979E13E79}"/>
              </a:ext>
            </a:extLst>
          </p:cNvPr>
          <p:cNvSpPr>
            <a:spLocks noGrp="1"/>
          </p:cNvSpPr>
          <p:nvPr>
            <p:ph type="dt" sz="half" idx="10"/>
          </p:nvPr>
        </p:nvSpPr>
        <p:spPr>
          <a:xfrm>
            <a:off x="10265399" y="5810623"/>
            <a:ext cx="1080000" cy="234000"/>
          </a:xfrm>
          <a:prstGeom prst="rect">
            <a:avLst/>
          </a:prstGeom>
        </p:spPr>
        <p:txBody>
          <a:bodyPr/>
          <a:lstStyle/>
          <a:p>
            <a:fld id="{09DA4596-3085-4BB2-8F53-0564AA69708A}" type="datetime1">
              <a:rPr lang="en-US" noProof="0" smtClean="0"/>
              <a:t>5/15/25</a:t>
            </a:fld>
            <a:endParaRPr lang="en-US" noProof="0"/>
          </a:p>
        </p:txBody>
      </p:sp>
      <p:sp>
        <p:nvSpPr>
          <p:cNvPr id="4" name="Footer Placeholder 3">
            <a:extLst>
              <a:ext uri="{FF2B5EF4-FFF2-40B4-BE49-F238E27FC236}">
                <a16:creationId xmlns:a16="http://schemas.microsoft.com/office/drawing/2014/main" id="{B7BBC7E7-6231-47E3-8EF5-B6940485EEEF}"/>
              </a:ext>
            </a:extLst>
          </p:cNvPr>
          <p:cNvSpPr>
            <a:spLocks noGrp="1"/>
          </p:cNvSpPr>
          <p:nvPr>
            <p:ph type="ftr" sz="quarter" idx="11"/>
          </p:nvPr>
        </p:nvSpPr>
        <p:spPr>
          <a:xfrm>
            <a:off x="7230599" y="6057923"/>
            <a:ext cx="4114800" cy="234000"/>
          </a:xfrm>
          <a:prstGeom prst="rect">
            <a:avLst/>
          </a:prstGeom>
        </p:spPr>
        <p:txBody>
          <a:bodyPr/>
          <a:lstStyle/>
          <a:p>
            <a:r>
              <a:rPr lang="en-US" noProof="0"/>
              <a:t>ADD A FOOTER</a:t>
            </a:r>
          </a:p>
        </p:txBody>
      </p:sp>
      <p:sp>
        <p:nvSpPr>
          <p:cNvPr id="5" name="Slide Number Placeholder 4">
            <a:extLst>
              <a:ext uri="{FF2B5EF4-FFF2-40B4-BE49-F238E27FC236}">
                <a16:creationId xmlns:a16="http://schemas.microsoft.com/office/drawing/2014/main" id="{5FCF16B4-2B81-4254-9C13-836431B5E213}"/>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t>‹#›</a:t>
            </a:fld>
            <a:endParaRPr lang="en-US" noProof="0"/>
          </a:p>
        </p:txBody>
      </p:sp>
      <p:sp>
        <p:nvSpPr>
          <p:cNvPr id="21" name="Oval 20">
            <a:extLst>
              <a:ext uri="{FF2B5EF4-FFF2-40B4-BE49-F238E27FC236}">
                <a16:creationId xmlns:a16="http://schemas.microsoft.com/office/drawing/2014/main" id="{301015CF-499A-4BBE-9753-C58924478363}"/>
              </a:ext>
            </a:extLst>
          </p:cNvPr>
          <p:cNvSpPr/>
          <p:nvPr userDrawn="1"/>
        </p:nvSpPr>
        <p:spPr>
          <a:xfrm>
            <a:off x="1810787" y="2541781"/>
            <a:ext cx="2322576" cy="2322576"/>
          </a:xfrm>
          <a:prstGeom prst="ellipse">
            <a:avLst/>
          </a:prstGeom>
          <a:gradFill>
            <a:gsLst>
              <a:gs pos="0">
                <a:schemeClr val="bg2">
                  <a:alpha val="10000"/>
                </a:schemeClr>
              </a:gs>
              <a:gs pos="100000">
                <a:schemeClr val="bg2">
                  <a:lumMod val="75000"/>
                  <a:alpha val="2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2" name="Oval 21">
            <a:extLst>
              <a:ext uri="{FF2B5EF4-FFF2-40B4-BE49-F238E27FC236}">
                <a16:creationId xmlns:a16="http://schemas.microsoft.com/office/drawing/2014/main" id="{A25F4982-38CF-44F1-8F23-63FB784DDB3F}"/>
              </a:ext>
            </a:extLst>
          </p:cNvPr>
          <p:cNvSpPr/>
          <p:nvPr userDrawn="1"/>
        </p:nvSpPr>
        <p:spPr>
          <a:xfrm>
            <a:off x="3997452" y="2200193"/>
            <a:ext cx="3008376" cy="3008376"/>
          </a:xfrm>
          <a:prstGeom prst="ellipse">
            <a:avLst/>
          </a:prstGeom>
          <a:gradFill>
            <a:gsLst>
              <a:gs pos="100000">
                <a:schemeClr val="bg2">
                  <a:lumMod val="75000"/>
                  <a:alpha val="20000"/>
                </a:schemeClr>
              </a:gs>
              <a:gs pos="0">
                <a:schemeClr val="tx2">
                  <a:alpha val="2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Oval 22">
            <a:extLst>
              <a:ext uri="{FF2B5EF4-FFF2-40B4-BE49-F238E27FC236}">
                <a16:creationId xmlns:a16="http://schemas.microsoft.com/office/drawing/2014/main" id="{2E9E2742-0CF7-4498-9804-D4E1B556238F}"/>
              </a:ext>
            </a:extLst>
          </p:cNvPr>
          <p:cNvSpPr/>
          <p:nvPr userDrawn="1"/>
        </p:nvSpPr>
        <p:spPr>
          <a:xfrm>
            <a:off x="6869918" y="1978150"/>
            <a:ext cx="3511296" cy="3511296"/>
          </a:xfrm>
          <a:prstGeom prst="ellipse">
            <a:avLst/>
          </a:prstGeom>
          <a:gradFill>
            <a:gsLst>
              <a:gs pos="0">
                <a:schemeClr val="accent1">
                  <a:lumMod val="75000"/>
                  <a:alpha val="20000"/>
                </a:schemeClr>
              </a:gs>
              <a:gs pos="100000">
                <a:schemeClr val="accent1">
                  <a:alpha val="2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7" name="Text Placeholder 7">
            <a:extLst>
              <a:ext uri="{FF2B5EF4-FFF2-40B4-BE49-F238E27FC236}">
                <a16:creationId xmlns:a16="http://schemas.microsoft.com/office/drawing/2014/main" id="{6BA84852-3669-4ADB-BADA-A7F54196B2BE}"/>
              </a:ext>
            </a:extLst>
          </p:cNvPr>
          <p:cNvSpPr>
            <a:spLocks noGrp="1"/>
          </p:cNvSpPr>
          <p:nvPr>
            <p:ph type="body" sz="quarter" idx="25" hasCustomPrompt="1"/>
          </p:nvPr>
        </p:nvSpPr>
        <p:spPr>
          <a:xfrm>
            <a:off x="2073295" y="3071195"/>
            <a:ext cx="1797559" cy="781561"/>
          </a:xfrm>
        </p:spPr>
        <p:txBody>
          <a:bodyPr lIns="0" tIns="0" rIns="0" bIns="0">
            <a:noAutofit/>
          </a:bodyPr>
          <a:lstStyle>
            <a:lvl1pPr marL="0" indent="0" algn="ctr">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1</a:t>
            </a:r>
          </a:p>
        </p:txBody>
      </p:sp>
      <p:sp>
        <p:nvSpPr>
          <p:cNvPr id="28" name="Text Placeholder 2">
            <a:extLst>
              <a:ext uri="{FF2B5EF4-FFF2-40B4-BE49-F238E27FC236}">
                <a16:creationId xmlns:a16="http://schemas.microsoft.com/office/drawing/2014/main" id="{332ADE7C-CB58-4543-8A89-D1BAA23B59EB}"/>
              </a:ext>
            </a:extLst>
          </p:cNvPr>
          <p:cNvSpPr>
            <a:spLocks noGrp="1"/>
          </p:cNvSpPr>
          <p:nvPr>
            <p:ph type="body" idx="1" hasCustomPrompt="1"/>
          </p:nvPr>
        </p:nvSpPr>
        <p:spPr>
          <a:xfrm>
            <a:off x="1730075" y="5649340"/>
            <a:ext cx="2484000" cy="334918"/>
          </a:xfrm>
        </p:spPr>
        <p:txBody>
          <a:bodyPr lIns="36000" tIns="0" rIns="0" bIns="0" anchor="b">
            <a:normAutofit/>
          </a:bodyPr>
          <a:lstStyle>
            <a:lvl1pPr marL="0" indent="0" algn="ctr">
              <a:buNone/>
              <a:defRPr sz="22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29" name="Text Placeholder 11">
            <a:extLst>
              <a:ext uri="{FF2B5EF4-FFF2-40B4-BE49-F238E27FC236}">
                <a16:creationId xmlns:a16="http://schemas.microsoft.com/office/drawing/2014/main" id="{BEF70025-7AF3-426D-AAE8-5D25E1A5CB6E}"/>
              </a:ext>
            </a:extLst>
          </p:cNvPr>
          <p:cNvSpPr>
            <a:spLocks noGrp="1"/>
          </p:cNvSpPr>
          <p:nvPr>
            <p:ph type="body" sz="quarter" idx="13" hasCustomPrompt="1"/>
          </p:nvPr>
        </p:nvSpPr>
        <p:spPr>
          <a:xfrm>
            <a:off x="2165887" y="3909381"/>
            <a:ext cx="1596816" cy="430700"/>
          </a:xfrm>
        </p:spPr>
        <p:txBody>
          <a:bodyPr lIns="36000" tIns="0" rIns="0" bIns="0">
            <a:noAutofit/>
          </a:bodyPr>
          <a:lstStyle>
            <a:lvl1pPr marL="0" indent="0" algn="ctr">
              <a:buNone/>
              <a:defRPr sz="2800"/>
            </a:lvl1pPr>
            <a:lvl2pPr marL="457200" indent="0">
              <a:buNone/>
              <a:defRPr sz="2800"/>
            </a:lvl2pPr>
          </a:lstStyle>
          <a:p>
            <a:pPr lvl="0"/>
            <a:r>
              <a:rPr lang="en-US" noProof="0"/>
              <a:t>Billion</a:t>
            </a:r>
          </a:p>
        </p:txBody>
      </p:sp>
      <p:sp>
        <p:nvSpPr>
          <p:cNvPr id="30" name="Text Placeholder 2">
            <a:extLst>
              <a:ext uri="{FF2B5EF4-FFF2-40B4-BE49-F238E27FC236}">
                <a16:creationId xmlns:a16="http://schemas.microsoft.com/office/drawing/2014/main" id="{B48A1176-4AC8-4197-8737-21A26EC60370}"/>
              </a:ext>
            </a:extLst>
          </p:cNvPr>
          <p:cNvSpPr>
            <a:spLocks noGrp="1"/>
          </p:cNvSpPr>
          <p:nvPr>
            <p:ph type="body" idx="32" hasCustomPrompt="1"/>
          </p:nvPr>
        </p:nvSpPr>
        <p:spPr>
          <a:xfrm>
            <a:off x="4362457" y="5674484"/>
            <a:ext cx="2484000" cy="334918"/>
          </a:xfrm>
        </p:spPr>
        <p:txBody>
          <a:bodyPr lIns="36000" tIns="0" rIns="0" bIns="0" anchor="b">
            <a:normAutofit/>
          </a:bodyPr>
          <a:lstStyle>
            <a:lvl1pPr marL="0" indent="0" algn="ctr">
              <a:buNone/>
              <a:defRPr sz="22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31" name="Text Placeholder 2">
            <a:extLst>
              <a:ext uri="{FF2B5EF4-FFF2-40B4-BE49-F238E27FC236}">
                <a16:creationId xmlns:a16="http://schemas.microsoft.com/office/drawing/2014/main" id="{9E48A353-E825-43A2-9268-3772DF852C93}"/>
              </a:ext>
            </a:extLst>
          </p:cNvPr>
          <p:cNvSpPr>
            <a:spLocks noGrp="1"/>
          </p:cNvSpPr>
          <p:nvPr>
            <p:ph type="body" idx="33" hasCustomPrompt="1"/>
          </p:nvPr>
        </p:nvSpPr>
        <p:spPr>
          <a:xfrm>
            <a:off x="7383566" y="5656692"/>
            <a:ext cx="2484000" cy="334918"/>
          </a:xfrm>
        </p:spPr>
        <p:txBody>
          <a:bodyPr lIns="36000" tIns="0" rIns="0" bIns="0" anchor="b">
            <a:normAutofit/>
          </a:bodyPr>
          <a:lstStyle>
            <a:lvl1pPr marL="0" indent="0" algn="ctr">
              <a:buNone/>
              <a:defRPr sz="22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32" name="Text Placeholder 7">
            <a:extLst>
              <a:ext uri="{FF2B5EF4-FFF2-40B4-BE49-F238E27FC236}">
                <a16:creationId xmlns:a16="http://schemas.microsoft.com/office/drawing/2014/main" id="{289C6559-A412-4545-8BEA-9C8CF0E92D8D}"/>
              </a:ext>
            </a:extLst>
          </p:cNvPr>
          <p:cNvSpPr>
            <a:spLocks noGrp="1"/>
          </p:cNvSpPr>
          <p:nvPr>
            <p:ph type="body" sz="quarter" idx="34" hasCustomPrompt="1"/>
          </p:nvPr>
        </p:nvSpPr>
        <p:spPr>
          <a:xfrm>
            <a:off x="4602860" y="3068895"/>
            <a:ext cx="1797559" cy="781561"/>
          </a:xfrm>
        </p:spPr>
        <p:txBody>
          <a:bodyPr lIns="0" tIns="0" rIns="0" bIns="0">
            <a:noAutofit/>
          </a:bodyPr>
          <a:lstStyle>
            <a:lvl1pPr marL="0" indent="0" algn="ctr">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1</a:t>
            </a:r>
          </a:p>
        </p:txBody>
      </p:sp>
      <p:sp>
        <p:nvSpPr>
          <p:cNvPr id="33" name="Text Placeholder 7">
            <a:extLst>
              <a:ext uri="{FF2B5EF4-FFF2-40B4-BE49-F238E27FC236}">
                <a16:creationId xmlns:a16="http://schemas.microsoft.com/office/drawing/2014/main" id="{0B7BFF13-EDBB-45CE-97A5-A148A3ACA7A0}"/>
              </a:ext>
            </a:extLst>
          </p:cNvPr>
          <p:cNvSpPr>
            <a:spLocks noGrp="1"/>
          </p:cNvSpPr>
          <p:nvPr>
            <p:ph type="body" sz="quarter" idx="35" hasCustomPrompt="1"/>
          </p:nvPr>
        </p:nvSpPr>
        <p:spPr>
          <a:xfrm>
            <a:off x="7726786" y="3068895"/>
            <a:ext cx="1797559" cy="781561"/>
          </a:xfrm>
        </p:spPr>
        <p:txBody>
          <a:bodyPr lIns="0" tIns="0" rIns="0" bIns="0">
            <a:noAutofit/>
          </a:bodyPr>
          <a:lstStyle>
            <a:lvl1pPr marL="0" indent="0" algn="ctr">
              <a:buNone/>
              <a:defRPr sz="6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noProof="0"/>
              <a:t>1</a:t>
            </a:r>
          </a:p>
        </p:txBody>
      </p:sp>
      <p:sp>
        <p:nvSpPr>
          <p:cNvPr id="34" name="Text Placeholder 11">
            <a:extLst>
              <a:ext uri="{FF2B5EF4-FFF2-40B4-BE49-F238E27FC236}">
                <a16:creationId xmlns:a16="http://schemas.microsoft.com/office/drawing/2014/main" id="{4CFD8A3C-72E7-4646-94B5-3D08F2A9B987}"/>
              </a:ext>
            </a:extLst>
          </p:cNvPr>
          <p:cNvSpPr>
            <a:spLocks noGrp="1"/>
          </p:cNvSpPr>
          <p:nvPr>
            <p:ph type="body" sz="quarter" idx="36" hasCustomPrompt="1"/>
          </p:nvPr>
        </p:nvSpPr>
        <p:spPr>
          <a:xfrm>
            <a:off x="4703232" y="3917466"/>
            <a:ext cx="1596816" cy="430700"/>
          </a:xfrm>
        </p:spPr>
        <p:txBody>
          <a:bodyPr lIns="36000" tIns="0" rIns="0" bIns="0">
            <a:noAutofit/>
          </a:bodyPr>
          <a:lstStyle>
            <a:lvl1pPr marL="0" indent="0" algn="ctr">
              <a:buNone/>
              <a:defRPr sz="2800"/>
            </a:lvl1pPr>
            <a:lvl2pPr marL="457200" indent="0">
              <a:buNone/>
              <a:defRPr sz="2800"/>
            </a:lvl2pPr>
          </a:lstStyle>
          <a:p>
            <a:pPr lvl="0"/>
            <a:r>
              <a:rPr lang="en-US" noProof="0"/>
              <a:t>Billion</a:t>
            </a:r>
          </a:p>
        </p:txBody>
      </p:sp>
      <p:sp>
        <p:nvSpPr>
          <p:cNvPr id="35" name="Text Placeholder 11">
            <a:extLst>
              <a:ext uri="{FF2B5EF4-FFF2-40B4-BE49-F238E27FC236}">
                <a16:creationId xmlns:a16="http://schemas.microsoft.com/office/drawing/2014/main" id="{16E9923E-87D9-40DD-9F02-63A0EE936A1F}"/>
              </a:ext>
            </a:extLst>
          </p:cNvPr>
          <p:cNvSpPr>
            <a:spLocks noGrp="1"/>
          </p:cNvSpPr>
          <p:nvPr>
            <p:ph type="body" sz="quarter" idx="37" hasCustomPrompt="1"/>
          </p:nvPr>
        </p:nvSpPr>
        <p:spPr>
          <a:xfrm>
            <a:off x="7827157" y="3917466"/>
            <a:ext cx="1596816" cy="430700"/>
          </a:xfrm>
        </p:spPr>
        <p:txBody>
          <a:bodyPr lIns="36000" tIns="0" rIns="0" bIns="0">
            <a:noAutofit/>
          </a:bodyPr>
          <a:lstStyle>
            <a:lvl1pPr marL="0" indent="0" algn="ctr">
              <a:buNone/>
              <a:defRPr sz="2800"/>
            </a:lvl1pPr>
            <a:lvl2pPr marL="457200" indent="0">
              <a:buNone/>
              <a:defRPr sz="2800"/>
            </a:lvl2pPr>
          </a:lstStyle>
          <a:p>
            <a:pPr lvl="0"/>
            <a:r>
              <a:rPr lang="en-US" noProof="0"/>
              <a:t>Billion</a:t>
            </a:r>
          </a:p>
        </p:txBody>
      </p:sp>
      <p:sp>
        <p:nvSpPr>
          <p:cNvPr id="20" name="Title 1">
            <a:extLst>
              <a:ext uri="{FF2B5EF4-FFF2-40B4-BE49-F238E27FC236}">
                <a16:creationId xmlns:a16="http://schemas.microsoft.com/office/drawing/2014/main" id="{138ED511-212A-DA4E-98FC-496D7B92A73F}"/>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25" name="Text Placeholder 2">
            <a:extLst>
              <a:ext uri="{FF2B5EF4-FFF2-40B4-BE49-F238E27FC236}">
                <a16:creationId xmlns:a16="http://schemas.microsoft.com/office/drawing/2014/main" id="{53F5D1F3-7B20-844A-AD7A-66AA1CAC2557}"/>
              </a:ext>
            </a:extLst>
          </p:cNvPr>
          <p:cNvSpPr>
            <a:spLocks noGrp="1"/>
          </p:cNvSpPr>
          <p:nvPr>
            <p:ph type="body" idx="24" hasCustomPrompt="1"/>
          </p:nvPr>
        </p:nvSpPr>
        <p:spPr>
          <a:xfrm>
            <a:off x="836614" y="1377833"/>
            <a:ext cx="9535686" cy="540000"/>
          </a:xfrm>
        </p:spPr>
        <p:txBody>
          <a:bodyPr lIns="36000" tIns="0" rIns="0" bIns="0">
            <a:normAutofit/>
          </a:bodyPr>
          <a:lstStyle>
            <a:lvl1pPr marL="0" indent="0" algn="l">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26" name="Picture Placeholder 11">
            <a:extLst>
              <a:ext uri="{FF2B5EF4-FFF2-40B4-BE49-F238E27FC236}">
                <a16:creationId xmlns:a16="http://schemas.microsoft.com/office/drawing/2014/main" id="{48D7F0F9-4118-4257-9D45-A5772C2110D7}"/>
              </a:ext>
            </a:extLst>
          </p:cNvPr>
          <p:cNvSpPr>
            <a:spLocks noGrp="1"/>
          </p:cNvSpPr>
          <p:nvPr>
            <p:ph type="pic" sz="quarter" idx="38"/>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563254037"/>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B7BBC9A-B18B-4F56-8515-321CD01B2666}"/>
              </a:ext>
            </a:extLst>
          </p:cNvPr>
          <p:cNvSpPr/>
          <p:nvPr userDrawn="1"/>
        </p:nvSpPr>
        <p:spPr>
          <a:xfrm>
            <a:off x="6096000" y="2875541"/>
            <a:ext cx="5653088" cy="2724912"/>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011F8E8F-7A79-47A4-A23F-F3FD3E2A15F3}" type="datetime1">
              <a:rPr lang="en-US" noProof="0" smtClean="0"/>
              <a:t>5/15/25</a:t>
            </a:fld>
            <a:endParaRPr lang="en-US" noProof="0"/>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lvl1pPr>
              <a:defRPr/>
            </a:lvl1pPr>
          </a:lstStyle>
          <a:p>
            <a:r>
              <a:rPr lang="en-US"/>
              <a:t>Analytics @ Thoucentric</a:t>
            </a:r>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pPr/>
              <a:t>‹#›</a:t>
            </a:fld>
            <a:endParaRPr lang="en-US" noProof="0"/>
          </a:p>
        </p:txBody>
      </p:sp>
      <p:sp>
        <p:nvSpPr>
          <p:cNvPr id="9" name="Text Placeholder 2">
            <a:extLst>
              <a:ext uri="{FF2B5EF4-FFF2-40B4-BE49-F238E27FC236}">
                <a16:creationId xmlns:a16="http://schemas.microsoft.com/office/drawing/2014/main" id="{1C91FD06-686C-4DAB-8F12-FBDE6BBF3144}"/>
              </a:ext>
            </a:extLst>
          </p:cNvPr>
          <p:cNvSpPr>
            <a:spLocks noGrp="1"/>
          </p:cNvSpPr>
          <p:nvPr>
            <p:ph type="body" idx="24" hasCustomPrompt="1"/>
          </p:nvPr>
        </p:nvSpPr>
        <p:spPr>
          <a:xfrm>
            <a:off x="836614" y="1377833"/>
            <a:ext cx="9535686" cy="909018"/>
          </a:xfrm>
        </p:spPr>
        <p:txBody>
          <a:bodyPr lIns="36000" tIns="0" rIns="0" bIns="0">
            <a:normAutofit/>
          </a:bodyPr>
          <a:lstStyle>
            <a:lvl1pPr marL="0" indent="0" algn="l">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8" name="Rectangle 17">
            <a:extLst>
              <a:ext uri="{FF2B5EF4-FFF2-40B4-BE49-F238E27FC236}">
                <a16:creationId xmlns:a16="http://schemas.microsoft.com/office/drawing/2014/main" id="{33076231-2A54-4E4C-AED3-197E208C14BB}"/>
              </a:ext>
            </a:extLst>
          </p:cNvPr>
          <p:cNvSpPr/>
          <p:nvPr userDrawn="1"/>
        </p:nvSpPr>
        <p:spPr>
          <a:xfrm>
            <a:off x="0" y="2891583"/>
            <a:ext cx="6096000" cy="2724912"/>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0" name="Text Placeholder 2">
            <a:extLst>
              <a:ext uri="{FF2B5EF4-FFF2-40B4-BE49-F238E27FC236}">
                <a16:creationId xmlns:a16="http://schemas.microsoft.com/office/drawing/2014/main" id="{61FE0B9B-7D73-4311-B749-C3FA874AF7CC}"/>
              </a:ext>
            </a:extLst>
          </p:cNvPr>
          <p:cNvSpPr>
            <a:spLocks noGrp="1"/>
          </p:cNvSpPr>
          <p:nvPr>
            <p:ph type="body" idx="1" hasCustomPrompt="1"/>
          </p:nvPr>
        </p:nvSpPr>
        <p:spPr>
          <a:xfrm>
            <a:off x="836612" y="3278541"/>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1" name="Text Placeholder 11">
            <a:extLst>
              <a:ext uri="{FF2B5EF4-FFF2-40B4-BE49-F238E27FC236}">
                <a16:creationId xmlns:a16="http://schemas.microsoft.com/office/drawing/2014/main" id="{4A6CBB7D-3142-4CED-98BE-68B4F7C14E52}"/>
              </a:ext>
            </a:extLst>
          </p:cNvPr>
          <p:cNvSpPr>
            <a:spLocks noGrp="1"/>
          </p:cNvSpPr>
          <p:nvPr>
            <p:ph type="body" sz="quarter" idx="13" hasCustomPrompt="1"/>
          </p:nvPr>
        </p:nvSpPr>
        <p:spPr>
          <a:xfrm>
            <a:off x="836612" y="3663631"/>
            <a:ext cx="4820533" cy="1618232"/>
          </a:xfrm>
        </p:spPr>
        <p:txBody>
          <a:bodyPr lIns="36000" tIns="0" rIns="0" bIns="0">
            <a:normAutofit/>
          </a:bodyPr>
          <a:lstStyle>
            <a:lvl1pPr marL="171450" indent="-171450">
              <a:spcBef>
                <a:spcPts val="600"/>
              </a:spcBef>
              <a:buClr>
                <a:schemeClr val="accent1">
                  <a:lumMod val="40000"/>
                  <a:lumOff val="60000"/>
                </a:schemeClr>
              </a:buClr>
              <a:buSzPct val="125000"/>
              <a:buFont typeface="Wingdings" panose="05000000000000000000" pitchFamily="2" charset="2"/>
              <a:buChar char="§"/>
              <a:defRPr sz="1400"/>
            </a:lvl1pPr>
            <a:lvl2pPr marL="628650" indent="-171450">
              <a:spcBef>
                <a:spcPts val="600"/>
              </a:spcBef>
              <a:buClr>
                <a:schemeClr val="accent1">
                  <a:lumMod val="40000"/>
                  <a:lumOff val="60000"/>
                </a:schemeClr>
              </a:buClr>
              <a:buSzPct val="125000"/>
              <a:buFont typeface="Wingdings" panose="05000000000000000000" pitchFamily="2" charset="2"/>
              <a:buChar char="§"/>
              <a:defRPr sz="1400"/>
            </a:lvl2pPr>
          </a:lstStyle>
          <a:p>
            <a:pPr lvl="0"/>
            <a:r>
              <a:rPr lang="en-US" noProof="0"/>
              <a:t>Edit Master text styles</a:t>
            </a:r>
          </a:p>
          <a:p>
            <a:pPr lvl="1"/>
            <a:r>
              <a:rPr lang="en-US" noProof="0"/>
              <a:t>Second level</a:t>
            </a:r>
          </a:p>
        </p:txBody>
      </p:sp>
      <p:sp>
        <p:nvSpPr>
          <p:cNvPr id="26" name="Text Placeholder 2">
            <a:extLst>
              <a:ext uri="{FF2B5EF4-FFF2-40B4-BE49-F238E27FC236}">
                <a16:creationId xmlns:a16="http://schemas.microsoft.com/office/drawing/2014/main" id="{9CA39242-8640-435B-8C03-0CB0BC8E88E6}"/>
              </a:ext>
            </a:extLst>
          </p:cNvPr>
          <p:cNvSpPr>
            <a:spLocks noGrp="1"/>
          </p:cNvSpPr>
          <p:nvPr>
            <p:ph type="body" idx="30" hasCustomPrompt="1"/>
          </p:nvPr>
        </p:nvSpPr>
        <p:spPr>
          <a:xfrm>
            <a:off x="6495790" y="3278541"/>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7" name="Text Placeholder 11">
            <a:extLst>
              <a:ext uri="{FF2B5EF4-FFF2-40B4-BE49-F238E27FC236}">
                <a16:creationId xmlns:a16="http://schemas.microsoft.com/office/drawing/2014/main" id="{62E97E9F-0DAA-48F4-90F4-640195EAD7DA}"/>
              </a:ext>
            </a:extLst>
          </p:cNvPr>
          <p:cNvSpPr>
            <a:spLocks noGrp="1"/>
          </p:cNvSpPr>
          <p:nvPr>
            <p:ph type="body" sz="quarter" idx="31" hasCustomPrompt="1"/>
          </p:nvPr>
        </p:nvSpPr>
        <p:spPr>
          <a:xfrm>
            <a:off x="6495790" y="3663631"/>
            <a:ext cx="4820533" cy="1618232"/>
          </a:xfrm>
        </p:spPr>
        <p:txBody>
          <a:bodyPr lIns="36000" tIns="0" rIns="0" bIns="0">
            <a:normAutofit/>
          </a:bodyPr>
          <a:lstStyle>
            <a:lvl1pPr marL="171450" indent="-171450">
              <a:spcBef>
                <a:spcPts val="600"/>
              </a:spcBef>
              <a:buClr>
                <a:schemeClr val="bg2">
                  <a:lumMod val="40000"/>
                  <a:lumOff val="60000"/>
                </a:schemeClr>
              </a:buClr>
              <a:buSzPct val="125000"/>
              <a:buFont typeface="Wingdings" panose="05000000000000000000" pitchFamily="2" charset="2"/>
              <a:buChar char="§"/>
              <a:defRPr sz="1400"/>
            </a:lvl1pPr>
            <a:lvl2pPr marL="628650" indent="-171450">
              <a:spcBef>
                <a:spcPts val="600"/>
              </a:spcBef>
              <a:buClr>
                <a:schemeClr val="bg2">
                  <a:lumMod val="40000"/>
                  <a:lumOff val="60000"/>
                </a:schemeClr>
              </a:buClr>
              <a:buSzPct val="125000"/>
              <a:buFont typeface="Wingdings" panose="05000000000000000000" pitchFamily="2" charset="2"/>
              <a:buChar char="§"/>
              <a:defRPr sz="1400"/>
            </a:lvl2pPr>
          </a:lstStyle>
          <a:p>
            <a:pPr lvl="0"/>
            <a:r>
              <a:rPr lang="en-US" noProof="0"/>
              <a:t>Edit Master text styles</a:t>
            </a:r>
          </a:p>
          <a:p>
            <a:pPr lvl="1"/>
            <a:r>
              <a:rPr lang="en-US" noProof="0"/>
              <a:t>Second level</a:t>
            </a:r>
          </a:p>
        </p:txBody>
      </p:sp>
      <p:sp>
        <p:nvSpPr>
          <p:cNvPr id="14"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1853576655"/>
      </p:ext>
    </p:extLst>
  </p:cSld>
  <p:clrMapOvr>
    <a:masterClrMapping/>
  </p:clrMapOvr>
  <p:extLst>
    <p:ext uri="{DCECCB84-F9BA-43D5-87BE-67443E8EF086}">
      <p15:sldGuideLst xmlns:p15="http://schemas.microsoft.com/office/powerpoint/2012/main"/>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9AECFA43-CD95-4331-BDD6-DA02FC838900}"/>
              </a:ext>
            </a:extLst>
          </p:cNvPr>
          <p:cNvSpPr/>
          <p:nvPr userDrawn="1"/>
        </p:nvSpPr>
        <p:spPr>
          <a:xfrm>
            <a:off x="0" y="1426745"/>
            <a:ext cx="12192000" cy="4983480"/>
          </a:xfrm>
          <a:prstGeom prst="rect">
            <a:avLst/>
          </a:prstGeom>
          <a:gradFill>
            <a:gsLst>
              <a:gs pos="0">
                <a:schemeClr val="accent1">
                  <a:lumMod val="75000"/>
                  <a:alpha val="20000"/>
                </a:schemeClr>
              </a:gs>
              <a:gs pos="100000">
                <a:schemeClr val="bg2">
                  <a:alpha val="20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011F8E8F-7A79-47A4-A23F-F3FD3E2A15F3}" type="datetime1">
              <a:rPr lang="en-US" noProof="0" smtClean="0"/>
              <a:t>5/15/25</a:t>
            </a:fld>
            <a:endParaRPr lang="en-US" noProof="0"/>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lvl1pPr>
              <a:defRPr/>
            </a:lvl1pPr>
          </a:lstStyle>
          <a:p>
            <a:r>
              <a:rPr lang="en-US"/>
              <a:t>Analytics @ Thoucentric</a:t>
            </a:r>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pPr/>
              <a:t>‹#›</a:t>
            </a:fld>
            <a:endParaRPr lang="en-US" noProof="0"/>
          </a:p>
        </p:txBody>
      </p:sp>
      <p:sp>
        <p:nvSpPr>
          <p:cNvPr id="22" name="Picture Placeholder 11" descr="Competitors logos quadrant">
            <a:extLst>
              <a:ext uri="{FF2B5EF4-FFF2-40B4-BE49-F238E27FC236}">
                <a16:creationId xmlns:a16="http://schemas.microsoft.com/office/drawing/2014/main" id="{AA265DB5-0ACC-4872-94A9-E59194B1A497}"/>
              </a:ext>
            </a:extLst>
          </p:cNvPr>
          <p:cNvSpPr>
            <a:spLocks noGrp="1"/>
          </p:cNvSpPr>
          <p:nvPr>
            <p:ph type="pic" sz="quarter" idx="39" hasCustomPrompt="1"/>
          </p:nvPr>
        </p:nvSpPr>
        <p:spPr>
          <a:xfrm>
            <a:off x="3271215" y="2800279"/>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2</a:t>
            </a:r>
          </a:p>
          <a:p>
            <a:r>
              <a:rPr lang="en-US" noProof="0"/>
              <a:t>Logo</a:t>
            </a:r>
          </a:p>
        </p:txBody>
      </p:sp>
      <p:sp>
        <p:nvSpPr>
          <p:cNvPr id="23" name="Picture Placeholder 11" descr="Competitors logos quadrant">
            <a:extLst>
              <a:ext uri="{FF2B5EF4-FFF2-40B4-BE49-F238E27FC236}">
                <a16:creationId xmlns:a16="http://schemas.microsoft.com/office/drawing/2014/main" id="{D93F8F87-5281-4F40-82FC-A4B985EAFE89}"/>
              </a:ext>
            </a:extLst>
          </p:cNvPr>
          <p:cNvSpPr>
            <a:spLocks noGrp="1"/>
          </p:cNvSpPr>
          <p:nvPr>
            <p:ph type="pic" sz="quarter" idx="40" hasCustomPrompt="1"/>
          </p:nvPr>
        </p:nvSpPr>
        <p:spPr>
          <a:xfrm>
            <a:off x="1366167" y="2237506"/>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1</a:t>
            </a:r>
          </a:p>
          <a:p>
            <a:r>
              <a:rPr lang="en-US" noProof="0"/>
              <a:t>Logo</a:t>
            </a:r>
          </a:p>
        </p:txBody>
      </p:sp>
      <p:sp>
        <p:nvSpPr>
          <p:cNvPr id="24" name="Picture Placeholder 11" descr="Competitors logos quadrant">
            <a:extLst>
              <a:ext uri="{FF2B5EF4-FFF2-40B4-BE49-F238E27FC236}">
                <a16:creationId xmlns:a16="http://schemas.microsoft.com/office/drawing/2014/main" id="{DEEA12AF-CE7B-41C2-8A17-EC693ECF8C38}"/>
              </a:ext>
            </a:extLst>
          </p:cNvPr>
          <p:cNvSpPr>
            <a:spLocks noGrp="1"/>
          </p:cNvSpPr>
          <p:nvPr>
            <p:ph type="pic" sz="quarter" idx="41" hasCustomPrompt="1"/>
          </p:nvPr>
        </p:nvSpPr>
        <p:spPr>
          <a:xfrm>
            <a:off x="1872684" y="4678392"/>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3</a:t>
            </a:r>
          </a:p>
          <a:p>
            <a:r>
              <a:rPr lang="en-US" noProof="0"/>
              <a:t>Logo</a:t>
            </a:r>
          </a:p>
        </p:txBody>
      </p:sp>
      <p:sp>
        <p:nvSpPr>
          <p:cNvPr id="25" name="Picture Placeholder 11" descr="Competitors logos quadrant">
            <a:extLst>
              <a:ext uri="{FF2B5EF4-FFF2-40B4-BE49-F238E27FC236}">
                <a16:creationId xmlns:a16="http://schemas.microsoft.com/office/drawing/2014/main" id="{5F18F8B8-2496-4093-BFC7-531592943EB3}"/>
              </a:ext>
            </a:extLst>
          </p:cNvPr>
          <p:cNvSpPr>
            <a:spLocks noGrp="1"/>
          </p:cNvSpPr>
          <p:nvPr>
            <p:ph type="pic" sz="quarter" idx="42" hasCustomPrompt="1"/>
          </p:nvPr>
        </p:nvSpPr>
        <p:spPr>
          <a:xfrm>
            <a:off x="6636591" y="2856931"/>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4</a:t>
            </a:r>
          </a:p>
          <a:p>
            <a:r>
              <a:rPr lang="en-US" noProof="0"/>
              <a:t>Logo</a:t>
            </a:r>
          </a:p>
        </p:txBody>
      </p:sp>
      <p:sp>
        <p:nvSpPr>
          <p:cNvPr id="28" name="Picture Placeholder 11" descr="Competitors logos quadrant">
            <a:extLst>
              <a:ext uri="{FF2B5EF4-FFF2-40B4-BE49-F238E27FC236}">
                <a16:creationId xmlns:a16="http://schemas.microsoft.com/office/drawing/2014/main" id="{7FA1C20D-8A7C-4FF1-8DFB-ECACC4C2BC63}"/>
              </a:ext>
            </a:extLst>
          </p:cNvPr>
          <p:cNvSpPr>
            <a:spLocks noGrp="1"/>
          </p:cNvSpPr>
          <p:nvPr>
            <p:ph type="pic" sz="quarter" idx="43" hasCustomPrompt="1"/>
          </p:nvPr>
        </p:nvSpPr>
        <p:spPr>
          <a:xfrm>
            <a:off x="6458028" y="4783318"/>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5</a:t>
            </a:r>
          </a:p>
          <a:p>
            <a:r>
              <a:rPr lang="en-US" noProof="0"/>
              <a:t>Logo</a:t>
            </a:r>
          </a:p>
        </p:txBody>
      </p:sp>
      <p:sp>
        <p:nvSpPr>
          <p:cNvPr id="29" name="Picture Placeholder 11" descr="Competitors logos quadrant">
            <a:extLst>
              <a:ext uri="{FF2B5EF4-FFF2-40B4-BE49-F238E27FC236}">
                <a16:creationId xmlns:a16="http://schemas.microsoft.com/office/drawing/2014/main" id="{62CD1D6A-EBAA-473C-A87B-407D209FA4F0}"/>
              </a:ext>
            </a:extLst>
          </p:cNvPr>
          <p:cNvSpPr>
            <a:spLocks noGrp="1"/>
          </p:cNvSpPr>
          <p:nvPr>
            <p:ph type="pic" sz="quarter" idx="44" hasCustomPrompt="1"/>
          </p:nvPr>
        </p:nvSpPr>
        <p:spPr>
          <a:xfrm>
            <a:off x="9155216" y="4546154"/>
            <a:ext cx="1772153" cy="777240"/>
          </a:xfrm>
          <a:solidFill>
            <a:schemeClr val="bg1">
              <a:alpha val="50000"/>
            </a:schemeClr>
          </a:solidFill>
        </p:spPr>
        <p:txBody>
          <a:bodyPr anchor="ctr" anchorCtr="0">
            <a:noAutofit/>
          </a:bodyPr>
          <a:lstStyle>
            <a:lvl1pPr marL="0" indent="0" algn="ctr">
              <a:buNone/>
              <a:defRPr sz="2000" i="1"/>
            </a:lvl1pPr>
          </a:lstStyle>
          <a:p>
            <a:r>
              <a:rPr lang="en-US" noProof="0"/>
              <a:t>Competitor 6</a:t>
            </a:r>
          </a:p>
          <a:p>
            <a:r>
              <a:rPr lang="en-US" noProof="0"/>
              <a:t>Logo</a:t>
            </a:r>
          </a:p>
        </p:txBody>
      </p:sp>
      <p:sp>
        <p:nvSpPr>
          <p:cNvPr id="33" name="Text Placeholder 7">
            <a:extLst>
              <a:ext uri="{FF2B5EF4-FFF2-40B4-BE49-F238E27FC236}">
                <a16:creationId xmlns:a16="http://schemas.microsoft.com/office/drawing/2014/main" id="{07B05968-4C1C-466A-8E74-060D9E16DA9F}"/>
              </a:ext>
            </a:extLst>
          </p:cNvPr>
          <p:cNvSpPr>
            <a:spLocks noGrp="1"/>
          </p:cNvSpPr>
          <p:nvPr>
            <p:ph type="body" sz="quarter" idx="46" hasCustomPrompt="1"/>
          </p:nvPr>
        </p:nvSpPr>
        <p:spPr>
          <a:xfrm>
            <a:off x="836613" y="3922337"/>
            <a:ext cx="2741612" cy="248888"/>
          </a:xfrm>
        </p:spPr>
        <p:txBody>
          <a:bodyPr>
            <a:noAutofit/>
          </a:bodyPr>
          <a:lstStyle>
            <a:lvl1pPr marL="0" indent="0">
              <a:buNone/>
              <a:defRPr sz="1200" b="1"/>
            </a:lvl1pPr>
            <a:lvl2pPr marL="457200" indent="0">
              <a:buNone/>
              <a:defRPr sz="1200" b="1"/>
            </a:lvl2pPr>
            <a:lvl3pPr>
              <a:defRPr sz="1200" b="1"/>
            </a:lvl3pPr>
            <a:lvl4pPr>
              <a:defRPr sz="1200" b="1"/>
            </a:lvl4pPr>
            <a:lvl5pPr>
              <a:defRPr sz="1200" b="1"/>
            </a:lvl5pPr>
          </a:lstStyle>
          <a:p>
            <a:pPr lvl="0"/>
            <a:r>
              <a:rPr lang="en-US" noProof="0"/>
              <a:t>More expensive</a:t>
            </a:r>
          </a:p>
        </p:txBody>
      </p:sp>
      <p:cxnSp>
        <p:nvCxnSpPr>
          <p:cNvPr id="34" name="Straight Arrow Connector 33">
            <a:extLst>
              <a:ext uri="{FF2B5EF4-FFF2-40B4-BE49-F238E27FC236}">
                <a16:creationId xmlns:a16="http://schemas.microsoft.com/office/drawing/2014/main" id="{0A0E78D4-0FC2-422B-8A0E-4B77C857682A}"/>
              </a:ext>
            </a:extLst>
          </p:cNvPr>
          <p:cNvCxnSpPr/>
          <p:nvPr userDrawn="1"/>
        </p:nvCxnSpPr>
        <p:spPr>
          <a:xfrm>
            <a:off x="943519" y="3858087"/>
            <a:ext cx="103320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0420273-FFF6-4145-952E-E1EC3C641A90}"/>
              </a:ext>
            </a:extLst>
          </p:cNvPr>
          <p:cNvCxnSpPr>
            <a:cxnSpLocks/>
          </p:cNvCxnSpPr>
          <p:nvPr userDrawn="1"/>
        </p:nvCxnSpPr>
        <p:spPr>
          <a:xfrm rot="16200000">
            <a:off x="4162800" y="3876719"/>
            <a:ext cx="38664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Picture Placeholder 14">
            <a:extLst>
              <a:ext uri="{FF2B5EF4-FFF2-40B4-BE49-F238E27FC236}">
                <a16:creationId xmlns:a16="http://schemas.microsoft.com/office/drawing/2014/main" id="{D916D7D1-7F63-4867-9C6C-31228BEAC6CB}"/>
              </a:ext>
            </a:extLst>
          </p:cNvPr>
          <p:cNvSpPr>
            <a:spLocks noGrp="1"/>
          </p:cNvSpPr>
          <p:nvPr>
            <p:ph type="pic" sz="quarter" idx="14"/>
          </p:nvPr>
        </p:nvSpPr>
        <p:spPr>
          <a:xfrm>
            <a:off x="9464329" y="2259757"/>
            <a:ext cx="1463040" cy="987552"/>
          </a:xfrm>
          <a:solidFill>
            <a:schemeClr val="bg1">
              <a:alpha val="50000"/>
            </a:schemeClr>
          </a:solidFill>
        </p:spPr>
        <p:txBody>
          <a:bodyPr anchor="ctr" anchorCtr="0">
            <a:noAutofit/>
          </a:bodyPr>
          <a:lstStyle>
            <a:lvl1pPr marL="0" indent="0" algn="ctr">
              <a:buNone/>
              <a:defRPr sz="1400"/>
            </a:lvl1pPr>
          </a:lstStyle>
          <a:p>
            <a:r>
              <a:rPr lang="en-US" noProof="0"/>
              <a:t>Click icon to add picture</a:t>
            </a:r>
          </a:p>
        </p:txBody>
      </p:sp>
      <p:sp>
        <p:nvSpPr>
          <p:cNvPr id="39" name="Text Placeholder 7">
            <a:extLst>
              <a:ext uri="{FF2B5EF4-FFF2-40B4-BE49-F238E27FC236}">
                <a16:creationId xmlns:a16="http://schemas.microsoft.com/office/drawing/2014/main" id="{43D1C529-2673-461C-AD18-9EDFAA659C0F}"/>
              </a:ext>
            </a:extLst>
          </p:cNvPr>
          <p:cNvSpPr>
            <a:spLocks noGrp="1"/>
          </p:cNvSpPr>
          <p:nvPr>
            <p:ph type="body" sz="quarter" idx="47" hasCustomPrompt="1"/>
          </p:nvPr>
        </p:nvSpPr>
        <p:spPr>
          <a:xfrm>
            <a:off x="8601699" y="3922337"/>
            <a:ext cx="2741612" cy="248888"/>
          </a:xfrm>
        </p:spPr>
        <p:txBody>
          <a:bodyPr>
            <a:noAutofit/>
          </a:bodyPr>
          <a:lstStyle>
            <a:lvl1pPr marL="0" indent="0" algn="r">
              <a:buNone/>
              <a:defRPr sz="1200" b="1"/>
            </a:lvl1pPr>
            <a:lvl2pPr marL="457200" indent="0">
              <a:buNone/>
              <a:defRPr sz="1200" b="1"/>
            </a:lvl2pPr>
            <a:lvl3pPr>
              <a:defRPr sz="1200" b="1"/>
            </a:lvl3pPr>
            <a:lvl4pPr>
              <a:defRPr sz="1200" b="1"/>
            </a:lvl4pPr>
            <a:lvl5pPr>
              <a:defRPr sz="1200" b="1"/>
            </a:lvl5pPr>
          </a:lstStyle>
          <a:p>
            <a:pPr lvl="0"/>
            <a:r>
              <a:rPr lang="en-US" noProof="0"/>
              <a:t>Less expensive</a:t>
            </a:r>
          </a:p>
        </p:txBody>
      </p:sp>
      <p:sp>
        <p:nvSpPr>
          <p:cNvPr id="40" name="Text Placeholder 7">
            <a:extLst>
              <a:ext uri="{FF2B5EF4-FFF2-40B4-BE49-F238E27FC236}">
                <a16:creationId xmlns:a16="http://schemas.microsoft.com/office/drawing/2014/main" id="{5900A478-228D-4DD3-985B-4DF3CC82896C}"/>
              </a:ext>
            </a:extLst>
          </p:cNvPr>
          <p:cNvSpPr>
            <a:spLocks noGrp="1"/>
          </p:cNvSpPr>
          <p:nvPr>
            <p:ph type="body" sz="quarter" idx="48" hasCustomPrompt="1"/>
          </p:nvPr>
        </p:nvSpPr>
        <p:spPr>
          <a:xfrm>
            <a:off x="4718845" y="5880592"/>
            <a:ext cx="2741612" cy="248888"/>
          </a:xfrm>
        </p:spPr>
        <p:txBody>
          <a:bodyPr>
            <a:noAutofit/>
          </a:bodyPr>
          <a:lstStyle>
            <a:lvl1pPr marL="0" indent="0" algn="ctr">
              <a:buNone/>
              <a:defRPr sz="1200" b="1"/>
            </a:lvl1pPr>
            <a:lvl2pPr marL="457200" indent="0">
              <a:buNone/>
              <a:defRPr sz="1200" b="1"/>
            </a:lvl2pPr>
            <a:lvl3pPr>
              <a:defRPr sz="1200" b="1"/>
            </a:lvl3pPr>
            <a:lvl4pPr>
              <a:defRPr sz="1200" b="1"/>
            </a:lvl4pPr>
            <a:lvl5pPr>
              <a:defRPr sz="1200" b="1"/>
            </a:lvl5pPr>
          </a:lstStyle>
          <a:p>
            <a:pPr lvl="0"/>
            <a:r>
              <a:rPr lang="en-US" noProof="0"/>
              <a:t>Less convenient</a:t>
            </a:r>
          </a:p>
        </p:txBody>
      </p:sp>
      <p:sp>
        <p:nvSpPr>
          <p:cNvPr id="42" name="Text Placeholder 7">
            <a:extLst>
              <a:ext uri="{FF2B5EF4-FFF2-40B4-BE49-F238E27FC236}">
                <a16:creationId xmlns:a16="http://schemas.microsoft.com/office/drawing/2014/main" id="{34D00100-49AA-43BE-AF2F-0E9CEC49EAC1}"/>
              </a:ext>
            </a:extLst>
          </p:cNvPr>
          <p:cNvSpPr>
            <a:spLocks noGrp="1"/>
          </p:cNvSpPr>
          <p:nvPr>
            <p:ph type="body" sz="quarter" idx="49" hasCustomPrompt="1"/>
          </p:nvPr>
        </p:nvSpPr>
        <p:spPr>
          <a:xfrm>
            <a:off x="4731544" y="1640745"/>
            <a:ext cx="2741612" cy="248888"/>
          </a:xfrm>
        </p:spPr>
        <p:txBody>
          <a:bodyPr>
            <a:noAutofit/>
          </a:bodyPr>
          <a:lstStyle>
            <a:lvl1pPr marL="0" indent="0" algn="ctr">
              <a:buNone/>
              <a:defRPr sz="1200" b="1"/>
            </a:lvl1pPr>
            <a:lvl2pPr marL="457200" indent="0">
              <a:buNone/>
              <a:defRPr sz="1200" b="1"/>
            </a:lvl2pPr>
            <a:lvl3pPr>
              <a:defRPr sz="1200" b="1"/>
            </a:lvl3pPr>
            <a:lvl4pPr>
              <a:defRPr sz="1200" b="1"/>
            </a:lvl4pPr>
            <a:lvl5pPr>
              <a:defRPr sz="1200" b="1"/>
            </a:lvl5pPr>
          </a:lstStyle>
          <a:p>
            <a:pPr lvl="0"/>
            <a:r>
              <a:rPr lang="en-US" noProof="0"/>
              <a:t>More convenient</a:t>
            </a:r>
          </a:p>
        </p:txBody>
      </p:sp>
      <p:sp>
        <p:nvSpPr>
          <p:cNvPr id="21"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
        <p:nvSpPr>
          <p:cNvPr id="26"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Tree>
    <p:extLst>
      <p:ext uri="{BB962C8B-B14F-4D97-AF65-F5344CB8AC3E}">
        <p14:creationId xmlns:p14="http://schemas.microsoft.com/office/powerpoint/2010/main" val="4249454027"/>
      </p:ext>
    </p:extLst>
  </p:cSld>
  <p:clrMapOvr>
    <a:masterClrMapping/>
  </p:clrMapOvr>
  <p:extLst>
    <p:ext uri="{DCECCB84-F9BA-43D5-87BE-67443E8EF086}">
      <p15:sldGuideLst xmlns:p15="http://schemas.microsoft.com/office/powerpoint/2012/main"/>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011F8E8F-7A79-47A4-A23F-F3FD3E2A15F3}" type="datetime1">
              <a:rPr lang="en-US" noProof="0" smtClean="0"/>
              <a:t>5/15/25</a:t>
            </a:fld>
            <a:endParaRPr lang="en-US" noProof="0"/>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lvl1pPr>
              <a:defRPr/>
            </a:lvl1pPr>
          </a:lstStyle>
          <a:p>
            <a:r>
              <a:rPr lang="en-US"/>
              <a:t>Analytics @ Thoucentric</a:t>
            </a:r>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pPr/>
              <a:t>‹#›</a:t>
            </a:fld>
            <a:endParaRPr lang="en-US" noProof="0"/>
          </a:p>
        </p:txBody>
      </p:sp>
      <p:sp>
        <p:nvSpPr>
          <p:cNvPr id="9" name="Text Placeholder 2">
            <a:extLst>
              <a:ext uri="{FF2B5EF4-FFF2-40B4-BE49-F238E27FC236}">
                <a16:creationId xmlns:a16="http://schemas.microsoft.com/office/drawing/2014/main" id="{1C91FD06-686C-4DAB-8F12-FBDE6BBF3144}"/>
              </a:ext>
            </a:extLst>
          </p:cNvPr>
          <p:cNvSpPr>
            <a:spLocks noGrp="1"/>
          </p:cNvSpPr>
          <p:nvPr>
            <p:ph type="body" idx="24" hasCustomPrompt="1"/>
          </p:nvPr>
        </p:nvSpPr>
        <p:spPr>
          <a:xfrm>
            <a:off x="836614" y="1377833"/>
            <a:ext cx="9535686" cy="693014"/>
          </a:xfrm>
        </p:spPr>
        <p:txBody>
          <a:bodyPr lIns="36000" tIns="0" rIns="0" bIns="0">
            <a:normAutofit/>
          </a:bodyPr>
          <a:lstStyle>
            <a:lvl1pPr marL="0" indent="0" algn="l">
              <a:buFont typeface="Arial" panose="020B0604020202020204" pitchFamily="34" charset="0"/>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20" name="Text Placeholder 2">
            <a:extLst>
              <a:ext uri="{FF2B5EF4-FFF2-40B4-BE49-F238E27FC236}">
                <a16:creationId xmlns:a16="http://schemas.microsoft.com/office/drawing/2014/main" id="{61FE0B9B-7D73-4311-B749-C3FA874AF7CC}"/>
              </a:ext>
            </a:extLst>
          </p:cNvPr>
          <p:cNvSpPr>
            <a:spLocks noGrp="1"/>
          </p:cNvSpPr>
          <p:nvPr>
            <p:ph type="body" idx="1" hasCustomPrompt="1"/>
          </p:nvPr>
        </p:nvSpPr>
        <p:spPr>
          <a:xfrm>
            <a:off x="836612" y="2323804"/>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6" name="Text Placeholder 2">
            <a:extLst>
              <a:ext uri="{FF2B5EF4-FFF2-40B4-BE49-F238E27FC236}">
                <a16:creationId xmlns:a16="http://schemas.microsoft.com/office/drawing/2014/main" id="{9CA39242-8640-435B-8C03-0CB0BC8E88E6}"/>
              </a:ext>
            </a:extLst>
          </p:cNvPr>
          <p:cNvSpPr>
            <a:spLocks noGrp="1"/>
          </p:cNvSpPr>
          <p:nvPr>
            <p:ph type="body" idx="30" hasCustomPrompt="1"/>
          </p:nvPr>
        </p:nvSpPr>
        <p:spPr>
          <a:xfrm>
            <a:off x="6495790" y="2323804"/>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8" name="Content Placeholder 7">
            <a:extLst>
              <a:ext uri="{FF2B5EF4-FFF2-40B4-BE49-F238E27FC236}">
                <a16:creationId xmlns:a16="http://schemas.microsoft.com/office/drawing/2014/main" id="{0314D5FA-EBD7-472E-9864-D76743BAB4DF}"/>
              </a:ext>
            </a:extLst>
          </p:cNvPr>
          <p:cNvSpPr>
            <a:spLocks noGrp="1"/>
          </p:cNvSpPr>
          <p:nvPr>
            <p:ph sz="quarter" idx="31" hasCustomPrompt="1"/>
          </p:nvPr>
        </p:nvSpPr>
        <p:spPr>
          <a:xfrm>
            <a:off x="836613" y="2811998"/>
            <a:ext cx="4821237" cy="2660650"/>
          </a:xfrm>
        </p:spPr>
        <p:txBody>
          <a:bodyPr lIns="36000" tIns="0" rIns="0" bIns="0">
            <a:normAutofit/>
          </a:bodyPr>
          <a:lstStyle>
            <a:lvl1pPr marL="0" indent="0" algn="l">
              <a:buNone/>
              <a:defRPr sz="2000"/>
            </a:lvl1pPr>
            <a:lvl2pPr marL="457200" indent="0" algn="l">
              <a:buNone/>
              <a:defRPr sz="1800"/>
            </a:lvl2pPr>
          </a:lstStyle>
          <a:p>
            <a:pPr lvl="0"/>
            <a:r>
              <a:rPr lang="en-US" noProof="0"/>
              <a:t>Edit Master text styles</a:t>
            </a:r>
          </a:p>
          <a:p>
            <a:pPr lvl="1"/>
            <a:r>
              <a:rPr lang="en-US" noProof="0"/>
              <a:t>Second level</a:t>
            </a:r>
          </a:p>
        </p:txBody>
      </p:sp>
      <p:sp>
        <p:nvSpPr>
          <p:cNvPr id="16" name="Content Placeholder 7">
            <a:extLst>
              <a:ext uri="{FF2B5EF4-FFF2-40B4-BE49-F238E27FC236}">
                <a16:creationId xmlns:a16="http://schemas.microsoft.com/office/drawing/2014/main" id="{BA129CFA-D87C-494E-9E6D-E317C4D157EB}"/>
              </a:ext>
            </a:extLst>
          </p:cNvPr>
          <p:cNvSpPr>
            <a:spLocks noGrp="1"/>
          </p:cNvSpPr>
          <p:nvPr>
            <p:ph sz="quarter" idx="32" hasCustomPrompt="1"/>
          </p:nvPr>
        </p:nvSpPr>
        <p:spPr>
          <a:xfrm>
            <a:off x="6495086" y="2811998"/>
            <a:ext cx="4821237" cy="2660650"/>
          </a:xfrm>
        </p:spPr>
        <p:txBody>
          <a:bodyPr lIns="36000" tIns="0" rIns="0" bIns="0">
            <a:normAutofit/>
          </a:bodyPr>
          <a:lstStyle>
            <a:lvl1pPr marL="0" indent="0" algn="l">
              <a:buNone/>
              <a:defRPr sz="2000"/>
            </a:lvl1pPr>
            <a:lvl2pPr marL="457200" indent="0" algn="l">
              <a:buNone/>
              <a:defRPr sz="1800"/>
            </a:lvl2pPr>
          </a:lstStyle>
          <a:p>
            <a:pPr lvl="0"/>
            <a:r>
              <a:rPr lang="en-US" noProof="0"/>
              <a:t>Edit Master text styles</a:t>
            </a:r>
          </a:p>
          <a:p>
            <a:pPr lvl="1"/>
            <a:r>
              <a:rPr lang="en-US" noProof="0"/>
              <a:t>Second level</a:t>
            </a:r>
          </a:p>
        </p:txBody>
      </p:sp>
      <p:sp>
        <p:nvSpPr>
          <p:cNvPr id="12"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2259704065"/>
      </p:ext>
    </p:extLst>
  </p:cSld>
  <p:clrMapOvr>
    <a:masterClrMapping/>
  </p:clrMapOvr>
  <p:extLst>
    <p:ext uri="{DCECCB84-F9BA-43D5-87BE-67443E8EF086}">
      <p15:sldGuideLst xmlns:p15="http://schemas.microsoft.com/office/powerpoint/2012/main"/>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1326-08A9-441D-B1A8-66271415853E}"/>
              </a:ext>
            </a:extLst>
          </p:cNvPr>
          <p:cNvSpPr>
            <a:spLocks noGrp="1"/>
          </p:cNvSpPr>
          <p:nvPr>
            <p:ph type="title" hasCustomPrompt="1"/>
          </p:nvPr>
        </p:nvSpPr>
        <p:spPr>
          <a:xfrm>
            <a:off x="836614" y="740998"/>
            <a:ext cx="2759105" cy="568800"/>
          </a:xfrm>
        </p:spPr>
        <p:txBody>
          <a:bodyPr lIns="36000" tIns="0" rIns="0" bIns="0">
            <a:noAutofit/>
          </a:bodyPr>
          <a:lstStyle/>
          <a:p>
            <a:r>
              <a:rPr lang="en-US" noProof="0"/>
              <a:t>Title Here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011F8E8F-7A79-47A4-A23F-F3FD3E2A15F3}" type="datetime1">
              <a:rPr lang="en-US" noProof="0" smtClean="0"/>
              <a:t>5/15/25</a:t>
            </a:fld>
            <a:endParaRPr lang="en-US" noProof="0"/>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r>
              <a:rPr lang="en-US" noProof="0"/>
              <a:t>ADD A FOOTER</a:t>
            </a:r>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pPr/>
              <a:t>‹#›</a:t>
            </a:fld>
            <a:endParaRPr lang="en-US" noProof="0"/>
          </a:p>
        </p:txBody>
      </p:sp>
      <p:sp>
        <p:nvSpPr>
          <p:cNvPr id="9" name="Text Placeholder 2">
            <a:extLst>
              <a:ext uri="{FF2B5EF4-FFF2-40B4-BE49-F238E27FC236}">
                <a16:creationId xmlns:a16="http://schemas.microsoft.com/office/drawing/2014/main" id="{1C91FD06-686C-4DAB-8F12-FBDE6BBF3144}"/>
              </a:ext>
            </a:extLst>
          </p:cNvPr>
          <p:cNvSpPr>
            <a:spLocks noGrp="1"/>
          </p:cNvSpPr>
          <p:nvPr>
            <p:ph type="body" idx="24" hasCustomPrompt="1"/>
          </p:nvPr>
        </p:nvSpPr>
        <p:spPr>
          <a:xfrm>
            <a:off x="836615" y="1377833"/>
            <a:ext cx="2760828" cy="1630062"/>
          </a:xfrm>
        </p:spPr>
        <p:txBody>
          <a:bodyPr lIns="36000" tIns="0" rIns="0" bIns="0">
            <a:normAutofit/>
          </a:bodyPr>
          <a:lstStyle>
            <a:lvl1pPr marL="0" indent="0" algn="l">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0" name="Table Placeholder 9">
            <a:extLst>
              <a:ext uri="{FF2B5EF4-FFF2-40B4-BE49-F238E27FC236}">
                <a16:creationId xmlns:a16="http://schemas.microsoft.com/office/drawing/2014/main" id="{36EC64A7-7FE6-41B3-B27F-E6B0C0BAA1FD}"/>
              </a:ext>
            </a:extLst>
          </p:cNvPr>
          <p:cNvSpPr>
            <a:spLocks noGrp="1"/>
          </p:cNvSpPr>
          <p:nvPr>
            <p:ph type="tbl" sz="quarter" idx="25"/>
          </p:nvPr>
        </p:nvSpPr>
        <p:spPr>
          <a:xfrm>
            <a:off x="3983038" y="740998"/>
            <a:ext cx="6159583" cy="4650632"/>
          </a:xfrm>
        </p:spPr>
        <p:txBody>
          <a:bodyPr anchor="ctr" anchorCtr="0">
            <a:noAutofit/>
          </a:bodyPr>
          <a:lstStyle>
            <a:lvl1pPr marL="0" indent="0" algn="ctr">
              <a:buNone/>
              <a:defRPr sz="1800"/>
            </a:lvl1pPr>
          </a:lstStyle>
          <a:p>
            <a:r>
              <a:rPr lang="en-US" noProof="0"/>
              <a:t>Click icon to add table</a:t>
            </a:r>
          </a:p>
        </p:txBody>
      </p:sp>
      <p:sp>
        <p:nvSpPr>
          <p:cNvPr id="11" name="Picture Placeholder 11">
            <a:extLst>
              <a:ext uri="{FF2B5EF4-FFF2-40B4-BE49-F238E27FC236}">
                <a16:creationId xmlns:a16="http://schemas.microsoft.com/office/drawing/2014/main" id="{48D7F0F9-4118-4257-9D45-A5772C2110D7}"/>
              </a:ext>
            </a:extLst>
          </p:cNvPr>
          <p:cNvSpPr>
            <a:spLocks noGrp="1"/>
          </p:cNvSpPr>
          <p:nvPr>
            <p:ph type="pic" sz="quarter" idx="26"/>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240119193"/>
      </p:ext>
    </p:extLst>
  </p:cSld>
  <p:clrMapOvr>
    <a:masterClrMapping/>
  </p:clrMapOvr>
  <p:extLst>
    <p:ext uri="{DCECCB84-F9BA-43D5-87BE-67443E8EF086}">
      <p15:sldGuideLst xmlns:p15="http://schemas.microsoft.com/office/powerpoint/2012/main"/>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011F8E8F-7A79-47A4-A23F-F3FD3E2A15F3}" type="datetime1">
              <a:rPr lang="en-US" noProof="0" smtClean="0"/>
              <a:t>5/15/25</a:t>
            </a:fld>
            <a:endParaRPr lang="en-US" noProof="0"/>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r>
              <a:rPr lang="en-US" noProof="0"/>
              <a:t>ADD A FOOTER</a:t>
            </a:r>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pPr/>
              <a:t>‹#›</a:t>
            </a:fld>
            <a:endParaRPr lang="en-US" noProof="0"/>
          </a:p>
        </p:txBody>
      </p:sp>
      <p:sp>
        <p:nvSpPr>
          <p:cNvPr id="9" name="Text Placeholder 2">
            <a:extLst>
              <a:ext uri="{FF2B5EF4-FFF2-40B4-BE49-F238E27FC236}">
                <a16:creationId xmlns:a16="http://schemas.microsoft.com/office/drawing/2014/main" id="{1C91FD06-686C-4DAB-8F12-FBDE6BBF3144}"/>
              </a:ext>
            </a:extLst>
          </p:cNvPr>
          <p:cNvSpPr>
            <a:spLocks noGrp="1"/>
          </p:cNvSpPr>
          <p:nvPr>
            <p:ph type="body" idx="24" hasCustomPrompt="1"/>
          </p:nvPr>
        </p:nvSpPr>
        <p:spPr>
          <a:xfrm>
            <a:off x="836614" y="1377833"/>
            <a:ext cx="9535686" cy="618880"/>
          </a:xfrm>
        </p:spPr>
        <p:txBody>
          <a:bodyPr lIns="36000" tIns="0" rIns="0" bIns="0">
            <a:normAutofit/>
          </a:bodyPr>
          <a:lstStyle>
            <a:lvl1pPr marL="0" indent="0" algn="l">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45" name="Text Placeholder 2">
            <a:extLst>
              <a:ext uri="{FF2B5EF4-FFF2-40B4-BE49-F238E27FC236}">
                <a16:creationId xmlns:a16="http://schemas.microsoft.com/office/drawing/2014/main" id="{E6BA5EAA-9D1F-41A8-B061-8C18B61C4F65}"/>
              </a:ext>
            </a:extLst>
          </p:cNvPr>
          <p:cNvSpPr>
            <a:spLocks noGrp="1"/>
          </p:cNvSpPr>
          <p:nvPr>
            <p:ph type="body" idx="1" hasCustomPrompt="1"/>
          </p:nvPr>
        </p:nvSpPr>
        <p:spPr>
          <a:xfrm>
            <a:off x="1975465" y="2564315"/>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46" name="Text Placeholder 11">
            <a:extLst>
              <a:ext uri="{FF2B5EF4-FFF2-40B4-BE49-F238E27FC236}">
                <a16:creationId xmlns:a16="http://schemas.microsoft.com/office/drawing/2014/main" id="{60E8EB22-EE54-4319-BFD9-B51D4D584ADF}"/>
              </a:ext>
            </a:extLst>
          </p:cNvPr>
          <p:cNvSpPr>
            <a:spLocks noGrp="1"/>
          </p:cNvSpPr>
          <p:nvPr>
            <p:ph type="body" sz="quarter" idx="13" hasCustomPrompt="1"/>
          </p:nvPr>
        </p:nvSpPr>
        <p:spPr>
          <a:xfrm>
            <a:off x="1975465" y="2949406"/>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12" name="Picture Placeholder 11">
            <a:extLst>
              <a:ext uri="{FF2B5EF4-FFF2-40B4-BE49-F238E27FC236}">
                <a16:creationId xmlns:a16="http://schemas.microsoft.com/office/drawing/2014/main" id="{50604DC3-2547-4A5A-8AF8-1051ADC267D3}"/>
              </a:ext>
            </a:extLst>
          </p:cNvPr>
          <p:cNvSpPr>
            <a:spLocks noGrp="1"/>
          </p:cNvSpPr>
          <p:nvPr>
            <p:ph type="pic" sz="quarter" idx="25"/>
          </p:nvPr>
        </p:nvSpPr>
        <p:spPr>
          <a:xfrm>
            <a:off x="836614" y="2647025"/>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47" name="Text Placeholder 2">
            <a:extLst>
              <a:ext uri="{FF2B5EF4-FFF2-40B4-BE49-F238E27FC236}">
                <a16:creationId xmlns:a16="http://schemas.microsoft.com/office/drawing/2014/main" id="{D21D8720-648F-4748-B19E-15B596D77B9F}"/>
              </a:ext>
            </a:extLst>
          </p:cNvPr>
          <p:cNvSpPr>
            <a:spLocks noGrp="1"/>
          </p:cNvSpPr>
          <p:nvPr>
            <p:ph type="body" idx="26" hasCustomPrompt="1"/>
          </p:nvPr>
        </p:nvSpPr>
        <p:spPr>
          <a:xfrm>
            <a:off x="1975465" y="4130482"/>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48" name="Text Placeholder 11">
            <a:extLst>
              <a:ext uri="{FF2B5EF4-FFF2-40B4-BE49-F238E27FC236}">
                <a16:creationId xmlns:a16="http://schemas.microsoft.com/office/drawing/2014/main" id="{E31B211B-885A-40F6-A25D-6EDF68FBD3A5}"/>
              </a:ext>
            </a:extLst>
          </p:cNvPr>
          <p:cNvSpPr>
            <a:spLocks noGrp="1"/>
          </p:cNvSpPr>
          <p:nvPr>
            <p:ph type="body" sz="quarter" idx="27" hasCustomPrompt="1"/>
          </p:nvPr>
        </p:nvSpPr>
        <p:spPr>
          <a:xfrm>
            <a:off x="1975465" y="4515573"/>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49" name="Picture Placeholder 11">
            <a:extLst>
              <a:ext uri="{FF2B5EF4-FFF2-40B4-BE49-F238E27FC236}">
                <a16:creationId xmlns:a16="http://schemas.microsoft.com/office/drawing/2014/main" id="{C2F4D19D-CC90-455D-8947-5DCD00EA921C}"/>
              </a:ext>
            </a:extLst>
          </p:cNvPr>
          <p:cNvSpPr>
            <a:spLocks noGrp="1"/>
          </p:cNvSpPr>
          <p:nvPr>
            <p:ph type="pic" sz="quarter" idx="28"/>
          </p:nvPr>
        </p:nvSpPr>
        <p:spPr>
          <a:xfrm>
            <a:off x="836614" y="4213192"/>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50" name="Text Placeholder 2">
            <a:extLst>
              <a:ext uri="{FF2B5EF4-FFF2-40B4-BE49-F238E27FC236}">
                <a16:creationId xmlns:a16="http://schemas.microsoft.com/office/drawing/2014/main" id="{D5CAA23C-172B-4B6C-BB10-4F4DB6CFD19B}"/>
              </a:ext>
            </a:extLst>
          </p:cNvPr>
          <p:cNvSpPr>
            <a:spLocks noGrp="1"/>
          </p:cNvSpPr>
          <p:nvPr>
            <p:ph type="body" idx="29" hasCustomPrompt="1"/>
          </p:nvPr>
        </p:nvSpPr>
        <p:spPr>
          <a:xfrm>
            <a:off x="5532112" y="2564315"/>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51" name="Text Placeholder 11">
            <a:extLst>
              <a:ext uri="{FF2B5EF4-FFF2-40B4-BE49-F238E27FC236}">
                <a16:creationId xmlns:a16="http://schemas.microsoft.com/office/drawing/2014/main" id="{5873C0A4-108E-4DD1-A604-311D061489DF}"/>
              </a:ext>
            </a:extLst>
          </p:cNvPr>
          <p:cNvSpPr>
            <a:spLocks noGrp="1"/>
          </p:cNvSpPr>
          <p:nvPr>
            <p:ph type="body" sz="quarter" idx="30" hasCustomPrompt="1"/>
          </p:nvPr>
        </p:nvSpPr>
        <p:spPr>
          <a:xfrm>
            <a:off x="5532112" y="2949406"/>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52" name="Picture Placeholder 11">
            <a:extLst>
              <a:ext uri="{FF2B5EF4-FFF2-40B4-BE49-F238E27FC236}">
                <a16:creationId xmlns:a16="http://schemas.microsoft.com/office/drawing/2014/main" id="{FA4996C0-7B37-42C4-BDFF-F0C54D4A88C9}"/>
              </a:ext>
            </a:extLst>
          </p:cNvPr>
          <p:cNvSpPr>
            <a:spLocks noGrp="1"/>
          </p:cNvSpPr>
          <p:nvPr>
            <p:ph type="pic" sz="quarter" idx="31"/>
          </p:nvPr>
        </p:nvSpPr>
        <p:spPr>
          <a:xfrm>
            <a:off x="4393261" y="2647025"/>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53" name="Text Placeholder 2">
            <a:extLst>
              <a:ext uri="{FF2B5EF4-FFF2-40B4-BE49-F238E27FC236}">
                <a16:creationId xmlns:a16="http://schemas.microsoft.com/office/drawing/2014/main" id="{FE2C9DE6-67CA-4E0C-8A51-B7AC8BD5AE98}"/>
              </a:ext>
            </a:extLst>
          </p:cNvPr>
          <p:cNvSpPr>
            <a:spLocks noGrp="1"/>
          </p:cNvSpPr>
          <p:nvPr>
            <p:ph type="body" idx="32" hasCustomPrompt="1"/>
          </p:nvPr>
        </p:nvSpPr>
        <p:spPr>
          <a:xfrm>
            <a:off x="5532112" y="4130482"/>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54" name="Text Placeholder 11">
            <a:extLst>
              <a:ext uri="{FF2B5EF4-FFF2-40B4-BE49-F238E27FC236}">
                <a16:creationId xmlns:a16="http://schemas.microsoft.com/office/drawing/2014/main" id="{052A6B3A-E7C7-42AC-A91D-7921E2DCA42A}"/>
              </a:ext>
            </a:extLst>
          </p:cNvPr>
          <p:cNvSpPr>
            <a:spLocks noGrp="1"/>
          </p:cNvSpPr>
          <p:nvPr>
            <p:ph type="body" sz="quarter" idx="33" hasCustomPrompt="1"/>
          </p:nvPr>
        </p:nvSpPr>
        <p:spPr>
          <a:xfrm>
            <a:off x="5532112" y="4515573"/>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55" name="Picture Placeholder 11">
            <a:extLst>
              <a:ext uri="{FF2B5EF4-FFF2-40B4-BE49-F238E27FC236}">
                <a16:creationId xmlns:a16="http://schemas.microsoft.com/office/drawing/2014/main" id="{BDE373C5-22C4-4D2E-B2C9-747EA0C709E1}"/>
              </a:ext>
            </a:extLst>
          </p:cNvPr>
          <p:cNvSpPr>
            <a:spLocks noGrp="1"/>
          </p:cNvSpPr>
          <p:nvPr>
            <p:ph type="pic" sz="quarter" idx="34"/>
          </p:nvPr>
        </p:nvSpPr>
        <p:spPr>
          <a:xfrm>
            <a:off x="4393261" y="4213192"/>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56" name="Text Placeholder 2">
            <a:extLst>
              <a:ext uri="{FF2B5EF4-FFF2-40B4-BE49-F238E27FC236}">
                <a16:creationId xmlns:a16="http://schemas.microsoft.com/office/drawing/2014/main" id="{DF658B1C-69F4-44D8-97E9-5536A307168D}"/>
              </a:ext>
            </a:extLst>
          </p:cNvPr>
          <p:cNvSpPr>
            <a:spLocks noGrp="1"/>
          </p:cNvSpPr>
          <p:nvPr>
            <p:ph type="body" idx="35" hasCustomPrompt="1"/>
          </p:nvPr>
        </p:nvSpPr>
        <p:spPr>
          <a:xfrm>
            <a:off x="9088759" y="2564315"/>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57" name="Text Placeholder 11">
            <a:extLst>
              <a:ext uri="{FF2B5EF4-FFF2-40B4-BE49-F238E27FC236}">
                <a16:creationId xmlns:a16="http://schemas.microsoft.com/office/drawing/2014/main" id="{E49F5D3C-52A4-4CF3-9C76-8E7F4AD06745}"/>
              </a:ext>
            </a:extLst>
          </p:cNvPr>
          <p:cNvSpPr>
            <a:spLocks noGrp="1"/>
          </p:cNvSpPr>
          <p:nvPr>
            <p:ph type="body" sz="quarter" idx="36" hasCustomPrompt="1"/>
          </p:nvPr>
        </p:nvSpPr>
        <p:spPr>
          <a:xfrm>
            <a:off x="9088759" y="2949406"/>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58" name="Picture Placeholder 11">
            <a:extLst>
              <a:ext uri="{FF2B5EF4-FFF2-40B4-BE49-F238E27FC236}">
                <a16:creationId xmlns:a16="http://schemas.microsoft.com/office/drawing/2014/main" id="{1AEC50E2-8D09-4E52-90BC-C296ED16B937}"/>
              </a:ext>
            </a:extLst>
          </p:cNvPr>
          <p:cNvSpPr>
            <a:spLocks noGrp="1"/>
          </p:cNvSpPr>
          <p:nvPr>
            <p:ph type="pic" sz="quarter" idx="37"/>
          </p:nvPr>
        </p:nvSpPr>
        <p:spPr>
          <a:xfrm>
            <a:off x="7949908" y="2647025"/>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59" name="Text Placeholder 2">
            <a:extLst>
              <a:ext uri="{FF2B5EF4-FFF2-40B4-BE49-F238E27FC236}">
                <a16:creationId xmlns:a16="http://schemas.microsoft.com/office/drawing/2014/main" id="{1A890E15-BFA6-4C98-BF47-CD2501130937}"/>
              </a:ext>
            </a:extLst>
          </p:cNvPr>
          <p:cNvSpPr>
            <a:spLocks noGrp="1"/>
          </p:cNvSpPr>
          <p:nvPr>
            <p:ph type="body" idx="38" hasCustomPrompt="1"/>
          </p:nvPr>
        </p:nvSpPr>
        <p:spPr>
          <a:xfrm>
            <a:off x="9088759" y="4130482"/>
            <a:ext cx="2271681" cy="334918"/>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60" name="Text Placeholder 11">
            <a:extLst>
              <a:ext uri="{FF2B5EF4-FFF2-40B4-BE49-F238E27FC236}">
                <a16:creationId xmlns:a16="http://schemas.microsoft.com/office/drawing/2014/main" id="{65EAB51A-2C46-46D9-9E90-A9C9D9770648}"/>
              </a:ext>
            </a:extLst>
          </p:cNvPr>
          <p:cNvSpPr>
            <a:spLocks noGrp="1"/>
          </p:cNvSpPr>
          <p:nvPr>
            <p:ph type="body" sz="quarter" idx="39" hasCustomPrompt="1"/>
          </p:nvPr>
        </p:nvSpPr>
        <p:spPr>
          <a:xfrm>
            <a:off x="9088759" y="4515573"/>
            <a:ext cx="2271681" cy="658819"/>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61" name="Picture Placeholder 11">
            <a:extLst>
              <a:ext uri="{FF2B5EF4-FFF2-40B4-BE49-F238E27FC236}">
                <a16:creationId xmlns:a16="http://schemas.microsoft.com/office/drawing/2014/main" id="{A8E96B85-B153-4EB9-8F26-0E948B5DC173}"/>
              </a:ext>
            </a:extLst>
          </p:cNvPr>
          <p:cNvSpPr>
            <a:spLocks noGrp="1"/>
          </p:cNvSpPr>
          <p:nvPr>
            <p:ph type="pic" sz="quarter" idx="40"/>
          </p:nvPr>
        </p:nvSpPr>
        <p:spPr>
          <a:xfrm>
            <a:off x="7949908" y="4213192"/>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26" name="Picture Placeholder 11">
            <a:extLst>
              <a:ext uri="{FF2B5EF4-FFF2-40B4-BE49-F238E27FC236}">
                <a16:creationId xmlns:a16="http://schemas.microsoft.com/office/drawing/2014/main" id="{48D7F0F9-4118-4257-9D45-A5772C2110D7}"/>
              </a:ext>
            </a:extLst>
          </p:cNvPr>
          <p:cNvSpPr>
            <a:spLocks noGrp="1"/>
          </p:cNvSpPr>
          <p:nvPr>
            <p:ph type="pic" sz="quarter" idx="41"/>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453802728"/>
      </p:ext>
    </p:extLst>
  </p:cSld>
  <p:clrMapOvr>
    <a:masterClrMapping/>
  </p:clrMapOvr>
  <p:extLst>
    <p:ext uri="{DCECCB84-F9BA-43D5-87BE-67443E8EF086}">
      <p15:sldGuideLst xmlns:p15="http://schemas.microsoft.com/office/powerpoint/2012/main"/>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Picture and Text">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BB0064D4-BDD6-4678-9FA4-3A77F1600A65}"/>
              </a:ext>
            </a:extLst>
          </p:cNvPr>
          <p:cNvSpPr>
            <a:spLocks noGrp="1"/>
          </p:cNvSpPr>
          <p:nvPr>
            <p:ph type="pic" sz="quarter" idx="14"/>
          </p:nvPr>
        </p:nvSpPr>
        <p:spPr>
          <a:xfrm>
            <a:off x="6096000" y="457199"/>
            <a:ext cx="5637276" cy="5959476"/>
          </a:xfrm>
        </p:spPr>
        <p:txBody>
          <a:bodyPr anchor="ctr" anchorCtr="0">
            <a:noAutofit/>
          </a:bodyPr>
          <a:lstStyle>
            <a:lvl1pPr marL="0" indent="0" algn="ctr">
              <a:buNone/>
              <a:defRPr/>
            </a:lvl1pPr>
          </a:lstStyle>
          <a:p>
            <a:r>
              <a:rPr lang="en-US" noProof="0"/>
              <a:t>Click icon to add picture</a:t>
            </a:r>
          </a:p>
        </p:txBody>
      </p:sp>
      <p:sp>
        <p:nvSpPr>
          <p:cNvPr id="2" name="Title 1">
            <a:extLst>
              <a:ext uri="{FF2B5EF4-FFF2-40B4-BE49-F238E27FC236}">
                <a16:creationId xmlns:a16="http://schemas.microsoft.com/office/drawing/2014/main" id="{C6B931B8-6920-4B59-AD28-CB99D1D3F1A4}"/>
              </a:ext>
            </a:extLst>
          </p:cNvPr>
          <p:cNvSpPr>
            <a:spLocks noGrp="1"/>
          </p:cNvSpPr>
          <p:nvPr>
            <p:ph type="title"/>
          </p:nvPr>
        </p:nvSpPr>
        <p:spPr>
          <a:xfrm>
            <a:off x="830127" y="1331139"/>
            <a:ext cx="4584212" cy="1107114"/>
          </a:xfrm>
        </p:spPr>
        <p:txBody>
          <a:bodyPr lIns="36000" tIns="0" rIns="0" bIns="0" anchor="b">
            <a:normAutofit/>
          </a:bodyPr>
          <a:lstStyle>
            <a:lvl1pPr>
              <a:defRPr sz="3600"/>
            </a:lvl1pPr>
          </a:lstStyle>
          <a:p>
            <a:r>
              <a:rPr lang="en-US" noProof="0"/>
              <a:t>Click to edit Master title style</a:t>
            </a:r>
          </a:p>
        </p:txBody>
      </p:sp>
      <p:sp>
        <p:nvSpPr>
          <p:cNvPr id="3" name="Text Placeholder 2">
            <a:extLst>
              <a:ext uri="{FF2B5EF4-FFF2-40B4-BE49-F238E27FC236}">
                <a16:creationId xmlns:a16="http://schemas.microsoft.com/office/drawing/2014/main" id="{C246A6A6-0C1D-4435-9DB9-9E50E52E8DA2}"/>
              </a:ext>
            </a:extLst>
          </p:cNvPr>
          <p:cNvSpPr>
            <a:spLocks noGrp="1"/>
          </p:cNvSpPr>
          <p:nvPr>
            <p:ph type="body" idx="1" hasCustomPrompt="1"/>
          </p:nvPr>
        </p:nvSpPr>
        <p:spPr>
          <a:xfrm>
            <a:off x="830127" y="2545450"/>
            <a:ext cx="4584212" cy="540000"/>
          </a:xfrm>
        </p:spPr>
        <p:txBody>
          <a:bodyPr lIns="36000" tIns="0" rIns="0" bIns="0">
            <a:normAutofit/>
          </a:bodyPr>
          <a:lstStyle>
            <a:lvl1pPr marL="0" indent="0">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4" name="Date Placeholder 3">
            <a:extLst>
              <a:ext uri="{FF2B5EF4-FFF2-40B4-BE49-F238E27FC236}">
                <a16:creationId xmlns:a16="http://schemas.microsoft.com/office/drawing/2014/main" id="{771144CC-98A7-494C-8C18-4B4DD609498F}"/>
              </a:ext>
            </a:extLst>
          </p:cNvPr>
          <p:cNvSpPr>
            <a:spLocks noGrp="1"/>
          </p:cNvSpPr>
          <p:nvPr>
            <p:ph type="dt" sz="half" idx="10"/>
          </p:nvPr>
        </p:nvSpPr>
        <p:spPr>
          <a:xfrm>
            <a:off x="10265399" y="5810400"/>
            <a:ext cx="1080000" cy="234000"/>
          </a:xfrm>
          <a:prstGeom prst="rect">
            <a:avLst/>
          </a:prstGeom>
        </p:spPr>
        <p:txBody>
          <a:bodyPr anchor="b" anchorCtr="0"/>
          <a:lstStyle>
            <a:lvl1pPr>
              <a:defRPr>
                <a:solidFill>
                  <a:schemeClr val="accent5">
                    <a:lumMod val="50000"/>
                  </a:schemeClr>
                </a:solidFill>
              </a:defRPr>
            </a:lvl1pPr>
          </a:lstStyle>
          <a:p>
            <a:fld id="{BC23DBD1-F259-4AEB-A7D9-D728D6E04490}" type="datetime1">
              <a:rPr lang="en-US" noProof="0" smtClean="0"/>
              <a:t>5/15/25</a:t>
            </a:fld>
            <a:endParaRPr lang="en-US" noProof="0"/>
          </a:p>
        </p:txBody>
      </p:sp>
      <p:sp>
        <p:nvSpPr>
          <p:cNvPr id="5" name="Footer Placeholder 4">
            <a:extLst>
              <a:ext uri="{FF2B5EF4-FFF2-40B4-BE49-F238E27FC236}">
                <a16:creationId xmlns:a16="http://schemas.microsoft.com/office/drawing/2014/main" id="{5287AD20-725D-45E4-8D6A-08EF4C81833B}"/>
              </a:ext>
            </a:extLst>
          </p:cNvPr>
          <p:cNvSpPr>
            <a:spLocks noGrp="1"/>
          </p:cNvSpPr>
          <p:nvPr>
            <p:ph type="ftr" sz="quarter" idx="11"/>
          </p:nvPr>
        </p:nvSpPr>
        <p:spPr>
          <a:xfrm>
            <a:off x="7230599" y="6057923"/>
            <a:ext cx="4114800" cy="234000"/>
          </a:xfrm>
          <a:prstGeom prst="rect">
            <a:avLst/>
          </a:prstGeom>
        </p:spPr>
        <p:txBody>
          <a:bodyPr/>
          <a:lstStyle>
            <a:lvl1pPr>
              <a:defRPr>
                <a:solidFill>
                  <a:schemeClr val="accent5">
                    <a:lumMod val="50000"/>
                  </a:schemeClr>
                </a:solidFill>
              </a:defRPr>
            </a:lvl1pPr>
          </a:lstStyle>
          <a:p>
            <a:r>
              <a:rPr lang="en-US" noProof="0"/>
              <a:t>ADD A FOOTER</a:t>
            </a:r>
          </a:p>
        </p:txBody>
      </p:sp>
      <p:sp>
        <p:nvSpPr>
          <p:cNvPr id="6" name="Slide Number Placeholder 5">
            <a:extLst>
              <a:ext uri="{FF2B5EF4-FFF2-40B4-BE49-F238E27FC236}">
                <a16:creationId xmlns:a16="http://schemas.microsoft.com/office/drawing/2014/main" id="{F586A1DB-63FF-4850-A872-85EE7C08769C}"/>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t>‹#›</a:t>
            </a:fld>
            <a:endParaRPr lang="en-US" noProof="0"/>
          </a:p>
        </p:txBody>
      </p:sp>
      <p:sp>
        <p:nvSpPr>
          <p:cNvPr id="7" name="Text Placeholder 2">
            <a:extLst>
              <a:ext uri="{FF2B5EF4-FFF2-40B4-BE49-F238E27FC236}">
                <a16:creationId xmlns:a16="http://schemas.microsoft.com/office/drawing/2014/main" id="{13548F99-E128-4301-95D8-8FDACDA5912F}"/>
              </a:ext>
            </a:extLst>
          </p:cNvPr>
          <p:cNvSpPr>
            <a:spLocks noGrp="1"/>
          </p:cNvSpPr>
          <p:nvPr>
            <p:ph type="body" idx="13" hasCustomPrompt="1"/>
          </p:nvPr>
        </p:nvSpPr>
        <p:spPr>
          <a:xfrm>
            <a:off x="830128" y="3300065"/>
            <a:ext cx="4584212" cy="1745768"/>
          </a:xfrm>
        </p:spPr>
        <p:txBody>
          <a:bodyPr lIns="36000" tIns="0" rIns="0" bIns="0">
            <a:noAutofit/>
          </a:bodyPr>
          <a:lstStyle>
            <a:lvl1pPr marL="216000" indent="-216000">
              <a:spcBef>
                <a:spcPts val="600"/>
              </a:spcBef>
              <a:buClr>
                <a:schemeClr val="tx2">
                  <a:lumMod val="40000"/>
                  <a:lumOff val="60000"/>
                </a:schemeClr>
              </a:buClr>
              <a:buSzPct val="125000"/>
              <a:buFont typeface="Wingdings" panose="05000000000000000000" pitchFamily="2" charset="2"/>
              <a:buChar char="§"/>
              <a:defRPr sz="1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2"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17506269"/>
      </p:ext>
    </p:extLst>
  </p:cSld>
  <p:clrMapOvr>
    <a:masterClrMapping/>
  </p:clrMapOvr>
  <p:extLst>
    <p:ext uri="{DCECCB84-F9BA-43D5-87BE-67443E8EF086}">
      <p15:sldGuideLst xmlns:p15="http://schemas.microsoft.com/office/powerpoint/2012/main">
        <p15:guide id="5" pos="384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Quotes">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99E0FDC-7174-4CCC-8759-832F13BB97E3}"/>
              </a:ext>
            </a:extLst>
          </p:cNvPr>
          <p:cNvSpPr/>
          <p:nvPr userDrawn="1"/>
        </p:nvSpPr>
        <p:spPr>
          <a:xfrm>
            <a:off x="6120456" y="2371154"/>
            <a:ext cx="5165454" cy="1490472"/>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8" name="Rectangle 27">
            <a:extLst>
              <a:ext uri="{FF2B5EF4-FFF2-40B4-BE49-F238E27FC236}">
                <a16:creationId xmlns:a16="http://schemas.microsoft.com/office/drawing/2014/main" id="{42C8867A-E08C-4237-858A-8806988D6BFB}"/>
              </a:ext>
            </a:extLst>
          </p:cNvPr>
          <p:cNvSpPr/>
          <p:nvPr userDrawn="1"/>
        </p:nvSpPr>
        <p:spPr>
          <a:xfrm>
            <a:off x="906089" y="1804226"/>
            <a:ext cx="5214367" cy="20574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011F8E8F-7A79-47A4-A23F-F3FD3E2A15F3}" type="datetime1">
              <a:rPr lang="en-US" noProof="0" smtClean="0"/>
              <a:t>5/15/25</a:t>
            </a:fld>
            <a:endParaRPr lang="en-US" noProof="0"/>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r>
              <a:rPr lang="en-US" noProof="0"/>
              <a:t>ADD A FOOTER</a:t>
            </a:r>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pPr/>
              <a:t>‹#›</a:t>
            </a:fld>
            <a:endParaRPr lang="en-US" noProof="0"/>
          </a:p>
        </p:txBody>
      </p:sp>
      <p:sp>
        <p:nvSpPr>
          <p:cNvPr id="45" name="Text Placeholder 2">
            <a:extLst>
              <a:ext uri="{FF2B5EF4-FFF2-40B4-BE49-F238E27FC236}">
                <a16:creationId xmlns:a16="http://schemas.microsoft.com/office/drawing/2014/main" id="{E6BA5EAA-9D1F-41A8-B061-8C18B61C4F65}"/>
              </a:ext>
            </a:extLst>
          </p:cNvPr>
          <p:cNvSpPr>
            <a:spLocks noGrp="1"/>
          </p:cNvSpPr>
          <p:nvPr>
            <p:ph type="body" idx="1" hasCustomPrompt="1"/>
          </p:nvPr>
        </p:nvSpPr>
        <p:spPr>
          <a:xfrm>
            <a:off x="2046857" y="4156047"/>
            <a:ext cx="3276000" cy="385091"/>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46" name="Text Placeholder 11">
            <a:extLst>
              <a:ext uri="{FF2B5EF4-FFF2-40B4-BE49-F238E27FC236}">
                <a16:creationId xmlns:a16="http://schemas.microsoft.com/office/drawing/2014/main" id="{60E8EB22-EE54-4319-BFD9-B51D4D584ADF}"/>
              </a:ext>
            </a:extLst>
          </p:cNvPr>
          <p:cNvSpPr>
            <a:spLocks noGrp="1"/>
          </p:cNvSpPr>
          <p:nvPr>
            <p:ph type="body" sz="quarter" idx="13" hasCustomPrompt="1"/>
          </p:nvPr>
        </p:nvSpPr>
        <p:spPr>
          <a:xfrm>
            <a:off x="2046857" y="4541138"/>
            <a:ext cx="3276000" cy="1036067"/>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12" name="Picture Placeholder 11">
            <a:extLst>
              <a:ext uri="{FF2B5EF4-FFF2-40B4-BE49-F238E27FC236}">
                <a16:creationId xmlns:a16="http://schemas.microsoft.com/office/drawing/2014/main" id="{50604DC3-2547-4A5A-8AF8-1051ADC267D3}"/>
              </a:ext>
            </a:extLst>
          </p:cNvPr>
          <p:cNvSpPr>
            <a:spLocks noGrp="1"/>
          </p:cNvSpPr>
          <p:nvPr>
            <p:ph type="pic" sz="quarter" idx="25"/>
          </p:nvPr>
        </p:nvSpPr>
        <p:spPr>
          <a:xfrm>
            <a:off x="908006" y="4238758"/>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50" name="Text Placeholder 2">
            <a:extLst>
              <a:ext uri="{FF2B5EF4-FFF2-40B4-BE49-F238E27FC236}">
                <a16:creationId xmlns:a16="http://schemas.microsoft.com/office/drawing/2014/main" id="{D5CAA23C-172B-4B6C-BB10-4F4DB6CFD19B}"/>
              </a:ext>
            </a:extLst>
          </p:cNvPr>
          <p:cNvSpPr>
            <a:spLocks noGrp="1"/>
          </p:cNvSpPr>
          <p:nvPr>
            <p:ph type="body" idx="29" hasCustomPrompt="1"/>
          </p:nvPr>
        </p:nvSpPr>
        <p:spPr>
          <a:xfrm>
            <a:off x="7259308" y="4156047"/>
            <a:ext cx="3276000" cy="334919"/>
          </a:xfrm>
        </p:spPr>
        <p:txBody>
          <a:bodyPr lIns="36000" tIns="0" rIns="0" bIns="0" anchor="b">
            <a:normAutofit/>
          </a:bodyPr>
          <a:lstStyle>
            <a:lvl1pPr marL="0" indent="0" algn="l">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51" name="Text Placeholder 11">
            <a:extLst>
              <a:ext uri="{FF2B5EF4-FFF2-40B4-BE49-F238E27FC236}">
                <a16:creationId xmlns:a16="http://schemas.microsoft.com/office/drawing/2014/main" id="{5873C0A4-108E-4DD1-A604-311D061489DF}"/>
              </a:ext>
            </a:extLst>
          </p:cNvPr>
          <p:cNvSpPr>
            <a:spLocks noGrp="1"/>
          </p:cNvSpPr>
          <p:nvPr>
            <p:ph type="body" sz="quarter" idx="30" hasCustomPrompt="1"/>
          </p:nvPr>
        </p:nvSpPr>
        <p:spPr>
          <a:xfrm>
            <a:off x="7259308" y="4541138"/>
            <a:ext cx="3276000" cy="1036067"/>
          </a:xfrm>
        </p:spPr>
        <p:txBody>
          <a:bodyPr lIns="36000" tIns="0" rIns="0" bIns="0">
            <a:noAutofit/>
          </a:bodyPr>
          <a:lstStyle>
            <a:lvl1pPr marL="0" indent="0" algn="l">
              <a:buClr>
                <a:schemeClr val="tx2"/>
              </a:buClr>
              <a:buSzPct val="125000"/>
              <a:buFont typeface="Wingdings" panose="05000000000000000000" pitchFamily="2" charset="2"/>
              <a:buNone/>
              <a:defRPr sz="1400">
                <a:solidFill>
                  <a:schemeClr val="tx2"/>
                </a:solidFill>
              </a:defRPr>
            </a:lvl1pPr>
            <a:lvl2pPr marL="457200" indent="0" algn="l">
              <a:buClr>
                <a:schemeClr val="tx2"/>
              </a:buClr>
              <a:buSzPct val="125000"/>
              <a:buFont typeface="Wingdings" panose="05000000000000000000" pitchFamily="2" charset="2"/>
              <a:buNone/>
              <a:defRPr sz="1400">
                <a:solidFill>
                  <a:schemeClr val="tx2"/>
                </a:solidFill>
              </a:defRPr>
            </a:lvl2pPr>
          </a:lstStyle>
          <a:p>
            <a:pPr lvl="0"/>
            <a:r>
              <a:rPr lang="en-US" noProof="0"/>
              <a:t>Edit Master text styles</a:t>
            </a:r>
          </a:p>
          <a:p>
            <a:pPr lvl="1"/>
            <a:r>
              <a:rPr lang="en-US" noProof="0"/>
              <a:t>Second level</a:t>
            </a:r>
          </a:p>
        </p:txBody>
      </p:sp>
      <p:sp>
        <p:nvSpPr>
          <p:cNvPr id="52" name="Picture Placeholder 11">
            <a:extLst>
              <a:ext uri="{FF2B5EF4-FFF2-40B4-BE49-F238E27FC236}">
                <a16:creationId xmlns:a16="http://schemas.microsoft.com/office/drawing/2014/main" id="{FA4996C0-7B37-42C4-BDFF-F0C54D4A88C9}"/>
              </a:ext>
            </a:extLst>
          </p:cNvPr>
          <p:cNvSpPr>
            <a:spLocks noGrp="1"/>
          </p:cNvSpPr>
          <p:nvPr>
            <p:ph type="pic" sz="quarter" idx="31"/>
          </p:nvPr>
        </p:nvSpPr>
        <p:spPr>
          <a:xfrm>
            <a:off x="6120457" y="4238758"/>
            <a:ext cx="960120" cy="961200"/>
          </a:xfrm>
        </p:spPr>
        <p:txBody>
          <a:bodyPr anchor="ctr" anchorCtr="0">
            <a:noAutofit/>
          </a:bodyPr>
          <a:lstStyle>
            <a:lvl1pPr marL="0" indent="0" algn="ctr">
              <a:buNone/>
              <a:defRPr sz="1800">
                <a:solidFill>
                  <a:schemeClr val="tx1"/>
                </a:solidFill>
              </a:defRPr>
            </a:lvl1pPr>
          </a:lstStyle>
          <a:p>
            <a:r>
              <a:rPr lang="en-US" noProof="0"/>
              <a:t>Click icon to add picture</a:t>
            </a:r>
          </a:p>
        </p:txBody>
      </p:sp>
      <p:sp>
        <p:nvSpPr>
          <p:cNvPr id="29" name="Text Placeholder 11">
            <a:extLst>
              <a:ext uri="{FF2B5EF4-FFF2-40B4-BE49-F238E27FC236}">
                <a16:creationId xmlns:a16="http://schemas.microsoft.com/office/drawing/2014/main" id="{0601F736-3A21-4DC5-AFCA-F1729A2547A0}"/>
              </a:ext>
            </a:extLst>
          </p:cNvPr>
          <p:cNvSpPr>
            <a:spLocks noGrp="1"/>
          </p:cNvSpPr>
          <p:nvPr>
            <p:ph type="body" sz="quarter" idx="32" hasCustomPrompt="1"/>
          </p:nvPr>
        </p:nvSpPr>
        <p:spPr>
          <a:xfrm>
            <a:off x="1299280" y="2177705"/>
            <a:ext cx="4403527" cy="1315520"/>
          </a:xfrm>
        </p:spPr>
        <p:txBody>
          <a:bodyPr lIns="36000" tIns="0" rIns="0" bIns="0">
            <a:normAutofit/>
          </a:bodyPr>
          <a:lstStyle>
            <a:lvl1pPr marL="0" indent="0">
              <a:spcBef>
                <a:spcPts val="600"/>
              </a:spcBef>
              <a:buClr>
                <a:schemeClr val="bg2"/>
              </a:buClr>
              <a:buSzPct val="125000"/>
              <a:buFont typeface="Wingdings" panose="05000000000000000000" pitchFamily="2" charset="2"/>
              <a:buNone/>
              <a:defRPr sz="1400">
                <a:solidFill>
                  <a:schemeClr val="tx1"/>
                </a:solidFill>
              </a:defRPr>
            </a:lvl1pPr>
            <a:lvl2pPr marL="0" indent="0">
              <a:spcBef>
                <a:spcPts val="600"/>
              </a:spcBef>
              <a:buClr>
                <a:schemeClr val="bg2"/>
              </a:buClr>
              <a:buSzPct val="125000"/>
              <a:buFont typeface="Wingdings" panose="05000000000000000000" pitchFamily="2" charset="2"/>
              <a:buNone/>
              <a:defRPr sz="1400">
                <a:solidFill>
                  <a:schemeClr val="tx1"/>
                </a:solidFill>
              </a:defRPr>
            </a:lvl2pPr>
          </a:lstStyle>
          <a:p>
            <a:pPr lvl="0"/>
            <a:r>
              <a:rPr lang="en-US" noProof="0"/>
              <a:t>Edit Master text styles</a:t>
            </a:r>
          </a:p>
          <a:p>
            <a:pPr lvl="1"/>
            <a:r>
              <a:rPr lang="en-US" noProof="0"/>
              <a:t>Second level</a:t>
            </a:r>
          </a:p>
        </p:txBody>
      </p:sp>
      <p:sp>
        <p:nvSpPr>
          <p:cNvPr id="30" name="Text Placeholder 11">
            <a:extLst>
              <a:ext uri="{FF2B5EF4-FFF2-40B4-BE49-F238E27FC236}">
                <a16:creationId xmlns:a16="http://schemas.microsoft.com/office/drawing/2014/main" id="{96A341BE-3657-48DB-B26D-8D13FDC44D02}"/>
              </a:ext>
            </a:extLst>
          </p:cNvPr>
          <p:cNvSpPr>
            <a:spLocks noGrp="1"/>
          </p:cNvSpPr>
          <p:nvPr>
            <p:ph type="body" sz="quarter" idx="34" hasCustomPrompt="1"/>
          </p:nvPr>
        </p:nvSpPr>
        <p:spPr>
          <a:xfrm>
            <a:off x="6467060" y="2740330"/>
            <a:ext cx="4425658" cy="752895"/>
          </a:xfrm>
        </p:spPr>
        <p:txBody>
          <a:bodyPr lIns="36000" tIns="0" rIns="0" bIns="0">
            <a:normAutofit/>
          </a:bodyPr>
          <a:lstStyle>
            <a:lvl1pPr marL="0" indent="0">
              <a:spcBef>
                <a:spcPts val="600"/>
              </a:spcBef>
              <a:buClr>
                <a:schemeClr val="accent1"/>
              </a:buClr>
              <a:buSzPct val="125000"/>
              <a:buFont typeface="Wingdings" panose="05000000000000000000" pitchFamily="2" charset="2"/>
              <a:buNone/>
              <a:defRPr sz="1400">
                <a:solidFill>
                  <a:schemeClr val="tx1"/>
                </a:solidFill>
              </a:defRPr>
            </a:lvl1pPr>
            <a:lvl2pPr marL="0" indent="0">
              <a:spcBef>
                <a:spcPts val="600"/>
              </a:spcBef>
              <a:buClr>
                <a:schemeClr val="accent1"/>
              </a:buClr>
              <a:buSzPct val="125000"/>
              <a:buFont typeface="Wingdings" panose="05000000000000000000" pitchFamily="2" charset="2"/>
              <a:buNone/>
              <a:defRPr sz="1400">
                <a:solidFill>
                  <a:schemeClr val="tx1"/>
                </a:solidFill>
              </a:defRPr>
            </a:lvl2pPr>
          </a:lstStyle>
          <a:p>
            <a:pPr lvl="0"/>
            <a:r>
              <a:rPr lang="en-US" noProof="0"/>
              <a:t>Edit Master text styles</a:t>
            </a:r>
          </a:p>
          <a:p>
            <a:pPr lvl="1"/>
            <a:r>
              <a:rPr lang="en-US" noProof="0"/>
              <a:t>Second level</a:t>
            </a:r>
          </a:p>
        </p:txBody>
      </p:sp>
      <p:sp>
        <p:nvSpPr>
          <p:cNvPr id="17" name="Picture Placeholder 11">
            <a:extLst>
              <a:ext uri="{FF2B5EF4-FFF2-40B4-BE49-F238E27FC236}">
                <a16:creationId xmlns:a16="http://schemas.microsoft.com/office/drawing/2014/main" id="{48D7F0F9-4118-4257-9D45-A5772C2110D7}"/>
              </a:ext>
            </a:extLst>
          </p:cNvPr>
          <p:cNvSpPr>
            <a:spLocks noGrp="1"/>
          </p:cNvSpPr>
          <p:nvPr>
            <p:ph type="pic" sz="quarter" idx="3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3324100133"/>
      </p:ext>
    </p:extLst>
  </p:cSld>
  <p:clrMapOvr>
    <a:masterClrMapping/>
  </p:clrMapOvr>
  <p:extLst>
    <p:ext uri="{DCECCB84-F9BA-43D5-87BE-67443E8EF086}">
      <p15:sldGuideLst xmlns:p15="http://schemas.microsoft.com/office/powerpoint/2012/main">
        <p15:guide id="1" orient="horz" pos="2387">
          <p15:clr>
            <a:srgbClr val="FBAE40"/>
          </p15:clr>
        </p15:guide>
        <p15:guide id="2" pos="279">
          <p15:clr>
            <a:srgbClr val="FBAE40"/>
          </p15:clr>
        </p15:guide>
        <p15:guide id="3" pos="7129">
          <p15:clr>
            <a:srgbClr val="FBAE40"/>
          </p15:clr>
        </p15:guide>
        <p15:guide id="4" pos="7401">
          <p15:clr>
            <a:srgbClr val="FBAE40"/>
          </p15:clr>
        </p15:guide>
        <p15:guide id="5" orient="horz" pos="2115">
          <p15:clr>
            <a:srgbClr val="FBAE40"/>
          </p15:clr>
        </p15:guide>
        <p15:guide id="6" pos="3840">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Phone with Capyion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47D0000-7C67-41EE-B43F-AE22457B36AB}"/>
              </a:ext>
            </a:extLst>
          </p:cNvPr>
          <p:cNvSpPr/>
          <p:nvPr userDrawn="1"/>
        </p:nvSpPr>
        <p:spPr>
          <a:xfrm>
            <a:off x="0" y="1737360"/>
            <a:ext cx="5047488" cy="512064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2" name="Title 1">
            <a:extLst>
              <a:ext uri="{FF2B5EF4-FFF2-40B4-BE49-F238E27FC236}">
                <a16:creationId xmlns:a16="http://schemas.microsoft.com/office/drawing/2014/main" id="{432466C2-B08E-47AF-9DA7-104243999B45}"/>
              </a:ext>
            </a:extLst>
          </p:cNvPr>
          <p:cNvSpPr>
            <a:spLocks noGrp="1"/>
          </p:cNvSpPr>
          <p:nvPr>
            <p:ph type="title" hasCustomPrompt="1"/>
          </p:nvPr>
        </p:nvSpPr>
        <p:spPr>
          <a:xfrm>
            <a:off x="838201" y="742867"/>
            <a:ext cx="3232108" cy="566931"/>
          </a:xfrm>
        </p:spPr>
        <p:txBody>
          <a:bodyPr lIns="36000" tIns="0" rIns="0" bIns="0"/>
          <a:lstStyle/>
          <a:p>
            <a:r>
              <a:rPr lang="en-US" noProof="0"/>
              <a:t>Title Here</a:t>
            </a:r>
          </a:p>
        </p:txBody>
      </p:sp>
      <p:sp>
        <p:nvSpPr>
          <p:cNvPr id="7" name="Date Placeholder 6">
            <a:extLst>
              <a:ext uri="{FF2B5EF4-FFF2-40B4-BE49-F238E27FC236}">
                <a16:creationId xmlns:a16="http://schemas.microsoft.com/office/drawing/2014/main" id="{0AA31567-B240-40D5-82F7-A7DBFE5DDBDF}"/>
              </a:ext>
            </a:extLst>
          </p:cNvPr>
          <p:cNvSpPr>
            <a:spLocks noGrp="1"/>
          </p:cNvSpPr>
          <p:nvPr>
            <p:ph type="dt" sz="half" idx="10"/>
          </p:nvPr>
        </p:nvSpPr>
        <p:spPr>
          <a:xfrm>
            <a:off x="10265399" y="5810623"/>
            <a:ext cx="1080000" cy="234000"/>
          </a:xfrm>
          <a:prstGeom prst="rect">
            <a:avLst/>
          </a:prstGeom>
        </p:spPr>
        <p:txBody>
          <a:bodyPr/>
          <a:lstStyle/>
          <a:p>
            <a:fld id="{D8FBFFEB-7D66-4958-8CB8-D2B18C6A5A9B}" type="datetime1">
              <a:rPr lang="en-US" noProof="0" smtClean="0"/>
              <a:t>5/15/25</a:t>
            </a:fld>
            <a:endParaRPr lang="en-US" noProof="0"/>
          </a:p>
        </p:txBody>
      </p:sp>
      <p:sp>
        <p:nvSpPr>
          <p:cNvPr id="8" name="Footer Placeholder 7">
            <a:extLst>
              <a:ext uri="{FF2B5EF4-FFF2-40B4-BE49-F238E27FC236}">
                <a16:creationId xmlns:a16="http://schemas.microsoft.com/office/drawing/2014/main" id="{20CFCD12-4263-4A80-B68E-F72622E6ADC5}"/>
              </a:ext>
            </a:extLst>
          </p:cNvPr>
          <p:cNvSpPr>
            <a:spLocks noGrp="1"/>
          </p:cNvSpPr>
          <p:nvPr>
            <p:ph type="ftr" sz="quarter" idx="11"/>
          </p:nvPr>
        </p:nvSpPr>
        <p:spPr>
          <a:xfrm>
            <a:off x="7230599" y="6057923"/>
            <a:ext cx="4114800" cy="234000"/>
          </a:xfrm>
          <a:prstGeom prst="rect">
            <a:avLst/>
          </a:prstGeom>
        </p:spPr>
        <p:txBody>
          <a:bodyPr/>
          <a:lstStyle/>
          <a:p>
            <a:r>
              <a:rPr lang="en-US" noProof="0"/>
              <a:t>ADD A FOOTER</a:t>
            </a:r>
          </a:p>
        </p:txBody>
      </p:sp>
      <p:sp>
        <p:nvSpPr>
          <p:cNvPr id="9" name="Slide Number Placeholder 8">
            <a:extLst>
              <a:ext uri="{FF2B5EF4-FFF2-40B4-BE49-F238E27FC236}">
                <a16:creationId xmlns:a16="http://schemas.microsoft.com/office/drawing/2014/main" id="{A641E74F-5D68-44E6-AE69-70A1A935E91D}"/>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t>‹#›</a:t>
            </a:fld>
            <a:endParaRPr lang="en-US" noProof="0"/>
          </a:p>
        </p:txBody>
      </p:sp>
      <p:sp>
        <p:nvSpPr>
          <p:cNvPr id="13" name="Text Placeholder 2">
            <a:extLst>
              <a:ext uri="{FF2B5EF4-FFF2-40B4-BE49-F238E27FC236}">
                <a16:creationId xmlns:a16="http://schemas.microsoft.com/office/drawing/2014/main" id="{3919B118-F379-4011-B1CF-E685CC09FA38}"/>
              </a:ext>
            </a:extLst>
          </p:cNvPr>
          <p:cNvSpPr>
            <a:spLocks noGrp="1"/>
          </p:cNvSpPr>
          <p:nvPr>
            <p:ph type="body" idx="14" hasCustomPrompt="1"/>
          </p:nvPr>
        </p:nvSpPr>
        <p:spPr>
          <a:xfrm>
            <a:off x="6118253" y="3022847"/>
            <a:ext cx="3757265"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14" name="Text Placeholder 11">
            <a:extLst>
              <a:ext uri="{FF2B5EF4-FFF2-40B4-BE49-F238E27FC236}">
                <a16:creationId xmlns:a16="http://schemas.microsoft.com/office/drawing/2014/main" id="{CF59DFEB-5DA9-4E64-84A0-3FAA808064B5}"/>
              </a:ext>
            </a:extLst>
          </p:cNvPr>
          <p:cNvSpPr>
            <a:spLocks noGrp="1"/>
          </p:cNvSpPr>
          <p:nvPr>
            <p:ph type="body" sz="quarter" idx="15" hasCustomPrompt="1"/>
          </p:nvPr>
        </p:nvSpPr>
        <p:spPr>
          <a:xfrm>
            <a:off x="6118253" y="3390381"/>
            <a:ext cx="3757265" cy="696037"/>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17" name="Picture Placeholder 15">
            <a:extLst>
              <a:ext uri="{FF2B5EF4-FFF2-40B4-BE49-F238E27FC236}">
                <a16:creationId xmlns:a16="http://schemas.microsoft.com/office/drawing/2014/main" id="{F842B3BB-CE92-4AEA-A2FF-5EEC732A4EFF}"/>
              </a:ext>
            </a:extLst>
          </p:cNvPr>
          <p:cNvSpPr>
            <a:spLocks noGrp="1"/>
          </p:cNvSpPr>
          <p:nvPr>
            <p:ph type="pic" sz="quarter" idx="17"/>
          </p:nvPr>
        </p:nvSpPr>
        <p:spPr>
          <a:xfrm>
            <a:off x="6118253" y="2373098"/>
            <a:ext cx="612648" cy="557784"/>
          </a:xfrm>
        </p:spPr>
        <p:txBody>
          <a:bodyPr anchor="ctr" anchorCtr="0">
            <a:noAutofit/>
          </a:bodyPr>
          <a:lstStyle>
            <a:lvl1pPr marL="0" indent="0" algn="ctr">
              <a:buNone/>
              <a:defRPr sz="900"/>
            </a:lvl1pPr>
          </a:lstStyle>
          <a:p>
            <a:r>
              <a:rPr lang="en-US" noProof="0"/>
              <a:t>Click icon to add picture</a:t>
            </a:r>
          </a:p>
        </p:txBody>
      </p:sp>
      <p:sp>
        <p:nvSpPr>
          <p:cNvPr id="33" name="Text Placeholder 2">
            <a:extLst>
              <a:ext uri="{FF2B5EF4-FFF2-40B4-BE49-F238E27FC236}">
                <a16:creationId xmlns:a16="http://schemas.microsoft.com/office/drawing/2014/main" id="{68514664-8AD0-4DF7-8C6F-12FFA6BEA7B2}"/>
              </a:ext>
            </a:extLst>
          </p:cNvPr>
          <p:cNvSpPr>
            <a:spLocks noGrp="1"/>
          </p:cNvSpPr>
          <p:nvPr>
            <p:ph type="body" idx="24" hasCustomPrompt="1"/>
          </p:nvPr>
        </p:nvSpPr>
        <p:spPr>
          <a:xfrm>
            <a:off x="4097124" y="867177"/>
            <a:ext cx="5699305" cy="1174966"/>
          </a:xfrm>
        </p:spPr>
        <p:txBody>
          <a:bodyPr lIns="36000" tIns="0" rIns="0" bIns="0">
            <a:normAutofit/>
          </a:bodyPr>
          <a:lstStyle>
            <a:lvl1pPr marL="0" indent="0">
              <a:buNone/>
              <a:defRPr sz="18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1" name="Picture Placeholder 10">
            <a:extLst>
              <a:ext uri="{FF2B5EF4-FFF2-40B4-BE49-F238E27FC236}">
                <a16:creationId xmlns:a16="http://schemas.microsoft.com/office/drawing/2014/main" id="{3B535E35-8075-4558-BA3A-C9DFB4FCA5B8}"/>
              </a:ext>
            </a:extLst>
          </p:cNvPr>
          <p:cNvSpPr>
            <a:spLocks noGrp="1"/>
          </p:cNvSpPr>
          <p:nvPr>
            <p:ph type="pic" sz="quarter" idx="26"/>
          </p:nvPr>
        </p:nvSpPr>
        <p:spPr>
          <a:xfrm>
            <a:off x="2040340" y="2277360"/>
            <a:ext cx="2029968" cy="3533263"/>
          </a:xfrm>
        </p:spPr>
        <p:txBody>
          <a:bodyPr anchor="ctr" anchorCtr="0">
            <a:normAutofit/>
          </a:bodyPr>
          <a:lstStyle>
            <a:lvl1pPr marL="0" indent="0" algn="ctr">
              <a:buNone/>
              <a:defRPr sz="1800">
                <a:solidFill>
                  <a:schemeClr val="bg1"/>
                </a:solidFill>
              </a:defRPr>
            </a:lvl1pPr>
          </a:lstStyle>
          <a:p>
            <a:r>
              <a:rPr lang="en-US" noProof="0"/>
              <a:t>Click icon to add picture</a:t>
            </a:r>
          </a:p>
        </p:txBody>
      </p:sp>
      <p:sp>
        <p:nvSpPr>
          <p:cNvPr id="25" name="Text Placeholder 2">
            <a:extLst>
              <a:ext uri="{FF2B5EF4-FFF2-40B4-BE49-F238E27FC236}">
                <a16:creationId xmlns:a16="http://schemas.microsoft.com/office/drawing/2014/main" id="{9E1A0053-EF84-446F-850C-6AC8FF9CCEDF}"/>
              </a:ext>
            </a:extLst>
          </p:cNvPr>
          <p:cNvSpPr>
            <a:spLocks noGrp="1"/>
          </p:cNvSpPr>
          <p:nvPr>
            <p:ph type="body" idx="27" hasCustomPrompt="1"/>
          </p:nvPr>
        </p:nvSpPr>
        <p:spPr>
          <a:xfrm>
            <a:off x="6118253" y="5004312"/>
            <a:ext cx="3757265"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text</a:t>
            </a:r>
          </a:p>
        </p:txBody>
      </p:sp>
      <p:sp>
        <p:nvSpPr>
          <p:cNvPr id="32" name="Text Placeholder 11">
            <a:extLst>
              <a:ext uri="{FF2B5EF4-FFF2-40B4-BE49-F238E27FC236}">
                <a16:creationId xmlns:a16="http://schemas.microsoft.com/office/drawing/2014/main" id="{1534A936-14F3-4AEF-8CAD-03D91D568FE0}"/>
              </a:ext>
            </a:extLst>
          </p:cNvPr>
          <p:cNvSpPr>
            <a:spLocks noGrp="1"/>
          </p:cNvSpPr>
          <p:nvPr>
            <p:ph type="body" sz="quarter" idx="28" hasCustomPrompt="1"/>
          </p:nvPr>
        </p:nvSpPr>
        <p:spPr>
          <a:xfrm>
            <a:off x="6118254" y="5371846"/>
            <a:ext cx="3757266" cy="540000"/>
          </a:xfrm>
        </p:spPr>
        <p:txBody>
          <a:bodyPr lIns="36000" tIns="0" rIns="0" bIns="0">
            <a:normAutofit/>
          </a:bodyPr>
          <a:lstStyle>
            <a:lvl1pPr marL="0" indent="0">
              <a:buNone/>
              <a:defRPr sz="1400"/>
            </a:lvl1pPr>
            <a:lvl2pPr marL="457200" indent="0">
              <a:buNone/>
              <a:defRPr sz="1400"/>
            </a:lvl2pPr>
          </a:lstStyle>
          <a:p>
            <a:pPr lvl="0"/>
            <a:r>
              <a:rPr lang="en-US" noProof="0"/>
              <a:t>Edit Master text styles</a:t>
            </a:r>
          </a:p>
          <a:p>
            <a:pPr lvl="1"/>
            <a:r>
              <a:rPr lang="en-US" noProof="0"/>
              <a:t>Second level</a:t>
            </a:r>
          </a:p>
        </p:txBody>
      </p:sp>
      <p:sp>
        <p:nvSpPr>
          <p:cNvPr id="35" name="Picture Placeholder 15">
            <a:extLst>
              <a:ext uri="{FF2B5EF4-FFF2-40B4-BE49-F238E27FC236}">
                <a16:creationId xmlns:a16="http://schemas.microsoft.com/office/drawing/2014/main" id="{A88BEF2F-BB04-4330-BC4B-2912B69653B6}"/>
              </a:ext>
            </a:extLst>
          </p:cNvPr>
          <p:cNvSpPr>
            <a:spLocks noGrp="1"/>
          </p:cNvSpPr>
          <p:nvPr>
            <p:ph type="pic" sz="quarter" idx="29"/>
          </p:nvPr>
        </p:nvSpPr>
        <p:spPr>
          <a:xfrm>
            <a:off x="6118253" y="4354563"/>
            <a:ext cx="612648" cy="557784"/>
          </a:xfrm>
        </p:spPr>
        <p:txBody>
          <a:bodyPr anchor="ctr" anchorCtr="0">
            <a:noAutofit/>
          </a:bodyPr>
          <a:lstStyle>
            <a:lvl1pPr marL="0" indent="0" algn="ctr">
              <a:buNone/>
              <a:defRPr sz="900"/>
            </a:lvl1pPr>
          </a:lstStyle>
          <a:p>
            <a:r>
              <a:rPr lang="en-US" noProof="0"/>
              <a:t>Click icon to add picture</a:t>
            </a:r>
          </a:p>
        </p:txBody>
      </p:sp>
      <p:sp>
        <p:nvSpPr>
          <p:cNvPr id="16" name="Picture Placeholder 11">
            <a:extLst>
              <a:ext uri="{FF2B5EF4-FFF2-40B4-BE49-F238E27FC236}">
                <a16:creationId xmlns:a16="http://schemas.microsoft.com/office/drawing/2014/main" id="{48D7F0F9-4118-4257-9D45-A5772C2110D7}"/>
              </a:ext>
            </a:extLst>
          </p:cNvPr>
          <p:cNvSpPr>
            <a:spLocks noGrp="1"/>
          </p:cNvSpPr>
          <p:nvPr>
            <p:ph type="pic" sz="quarter" idx="25"/>
          </p:nvPr>
        </p:nvSpPr>
        <p:spPr>
          <a:xfrm>
            <a:off x="10529940" y="742867"/>
            <a:ext cx="786384" cy="521208"/>
          </a:xfrm>
          <a:ln w="6350">
            <a:solidFill>
              <a:schemeClr val="accent5">
                <a:alpha val="50000"/>
              </a:schemeClr>
            </a:solidFill>
          </a:ln>
        </p:spPr>
        <p:txBody>
          <a:bodyPr anchor="ctr" anchorCtr="0">
            <a:noAutofit/>
          </a:bodyPr>
          <a:lstStyle>
            <a:lvl1pPr marL="0" indent="0" algn="ctr">
              <a:buNone/>
              <a:defRPr sz="1000"/>
            </a:lvl1pPr>
          </a:lstStyle>
          <a:p>
            <a:r>
              <a:rPr lang="en-US" noProof="0"/>
              <a:t>Click icon to add picture</a:t>
            </a:r>
          </a:p>
        </p:txBody>
      </p:sp>
    </p:spTree>
    <p:extLst>
      <p:ext uri="{BB962C8B-B14F-4D97-AF65-F5344CB8AC3E}">
        <p14:creationId xmlns:p14="http://schemas.microsoft.com/office/powerpoint/2010/main" val="3453796715"/>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9233-8E4C-4046-85BB-5166B8A721AE}"/>
              </a:ext>
            </a:extLst>
          </p:cNvPr>
          <p:cNvSpPr>
            <a:spLocks noGrp="1"/>
          </p:cNvSpPr>
          <p:nvPr>
            <p:ph type="ctrTitle"/>
          </p:nvPr>
        </p:nvSpPr>
        <p:spPr>
          <a:xfrm>
            <a:off x="458724" y="3252538"/>
            <a:ext cx="11274552" cy="1348720"/>
          </a:xfrm>
          <a:solidFill>
            <a:schemeClr val="bg1">
              <a:alpha val="60000"/>
            </a:schemeClr>
          </a:solidFill>
        </p:spPr>
        <p:txBody>
          <a:bodyPr anchor="ctr" anchorCtr="0">
            <a:normAutofit/>
          </a:bodyPr>
          <a:lstStyle>
            <a:lvl1pPr algn="ctr">
              <a:defRPr sz="5500">
                <a:latin typeface="+mj-lt"/>
              </a:defRPr>
            </a:lvl1pPr>
          </a:lstStyle>
          <a:p>
            <a:r>
              <a:rPr lang="en-US"/>
              <a:t>Click to edit Master title style</a:t>
            </a:r>
            <a:endParaRPr lang="ru-RU"/>
          </a:p>
        </p:txBody>
      </p:sp>
      <p:sp>
        <p:nvSpPr>
          <p:cNvPr id="3" name="Subtitle 2">
            <a:extLst>
              <a:ext uri="{FF2B5EF4-FFF2-40B4-BE49-F238E27FC236}">
                <a16:creationId xmlns:a16="http://schemas.microsoft.com/office/drawing/2014/main" id="{C6A507DE-4CA5-4E76-8450-4125151EB335}"/>
              </a:ext>
            </a:extLst>
          </p:cNvPr>
          <p:cNvSpPr>
            <a:spLocks noGrp="1"/>
          </p:cNvSpPr>
          <p:nvPr>
            <p:ph type="subTitle" idx="1"/>
          </p:nvPr>
        </p:nvSpPr>
        <p:spPr>
          <a:xfrm>
            <a:off x="458724" y="4628730"/>
            <a:ext cx="11274552" cy="1772070"/>
          </a:xfrm>
          <a:solidFill>
            <a:schemeClr val="accent1">
              <a:alpha val="30000"/>
            </a:schemeClr>
          </a:solidFill>
        </p:spPr>
        <p:txBody>
          <a:bodyPr tIns="252000" rIns="90000" anchor="t" anchorCtr="0">
            <a:normAutofit/>
          </a:bodyPr>
          <a:lstStyle>
            <a:lvl1pPr marL="0" indent="0" algn="ctr">
              <a:buNone/>
              <a:defRPr sz="28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Tree>
    <p:extLst>
      <p:ext uri="{BB962C8B-B14F-4D97-AF65-F5344CB8AC3E}">
        <p14:creationId xmlns:p14="http://schemas.microsoft.com/office/powerpoint/2010/main" val="3318961521"/>
      </p:ext>
    </p:extLst>
  </p:cSld>
  <p:clrMapOvr>
    <a:masterClrMapping/>
  </p:clrMapOvr>
  <p:extLst>
    <p:ext uri="{DCECCB84-F9BA-43D5-87BE-67443E8EF086}">
      <p15:sldGuideLst xmlns:p15="http://schemas.microsoft.com/office/powerpoint/2012/main"/>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3C2DEF1B-00D0-44E1-8603-CE979D2C478C}"/>
              </a:ext>
            </a:extLst>
          </p:cNvPr>
          <p:cNvSpPr>
            <a:spLocks noGrp="1"/>
          </p:cNvSpPr>
          <p:nvPr>
            <p:ph type="body" idx="1"/>
          </p:nvPr>
        </p:nvSpPr>
        <p:spPr>
          <a:xfrm>
            <a:off x="458788" y="2028826"/>
            <a:ext cx="4726800" cy="725776"/>
          </a:xfrm>
          <a:solidFill>
            <a:schemeClr val="accent1">
              <a:alpha val="60000"/>
            </a:schemeClr>
          </a:solidFill>
        </p:spPr>
        <p:txBody>
          <a:bodyPr vert="horz" lIns="396000" tIns="45720" rIns="91440" bIns="45720" rtlCol="0" anchor="ctr" anchorCtr="0">
            <a:noAutofit/>
          </a:bodyPr>
          <a:lstStyle>
            <a:lvl1pPr marL="0" indent="0">
              <a:buNone/>
              <a:defRPr lang="en-US" dirty="0">
                <a:solidFill>
                  <a:schemeClr val="bg1"/>
                </a:solidFill>
              </a:defRPr>
            </a:lvl1pPr>
          </a:lstStyle>
          <a:p>
            <a:pPr marL="228600" lvl="0" indent="-228600"/>
            <a:r>
              <a:rPr lang="en-US"/>
              <a:t>Click to edit Master text styles</a:t>
            </a:r>
          </a:p>
        </p:txBody>
      </p:sp>
      <p:sp>
        <p:nvSpPr>
          <p:cNvPr id="20" name="Title 19">
            <a:extLst>
              <a:ext uri="{FF2B5EF4-FFF2-40B4-BE49-F238E27FC236}">
                <a16:creationId xmlns:a16="http://schemas.microsoft.com/office/drawing/2014/main" id="{64B737A3-9F6C-4989-B51B-07BDDD38FDB3}"/>
              </a:ext>
            </a:extLst>
          </p:cNvPr>
          <p:cNvSpPr>
            <a:spLocks noGrp="1"/>
          </p:cNvSpPr>
          <p:nvPr>
            <p:ph type="title" hasCustomPrompt="1"/>
          </p:nvPr>
        </p:nvSpPr>
        <p:spPr>
          <a:xfrm>
            <a:off x="458788" y="2754601"/>
            <a:ext cx="4726800" cy="1861200"/>
          </a:xfrm>
          <a:solidFill>
            <a:schemeClr val="bg1">
              <a:alpha val="50000"/>
            </a:schemeClr>
          </a:solidFill>
        </p:spPr>
        <p:txBody>
          <a:bodyPr lIns="396000" tIns="0" rIns="0" bIns="0">
            <a:noAutofit/>
          </a:bodyPr>
          <a:lstStyle>
            <a:lvl1pPr>
              <a:lnSpc>
                <a:spcPct val="85000"/>
              </a:lnSpc>
              <a:defRPr sz="5500"/>
            </a:lvl1pPr>
          </a:lstStyle>
          <a:p>
            <a:r>
              <a:rPr lang="en-US"/>
              <a:t>Click to Edit Title</a:t>
            </a:r>
            <a:endParaRPr lang="ru-RU"/>
          </a:p>
        </p:txBody>
      </p:sp>
    </p:spTree>
    <p:extLst>
      <p:ext uri="{BB962C8B-B14F-4D97-AF65-F5344CB8AC3E}">
        <p14:creationId xmlns:p14="http://schemas.microsoft.com/office/powerpoint/2010/main" val="850742454"/>
      </p:ext>
    </p:extLst>
  </p:cSld>
  <p:clrMapOvr>
    <a:masterClrMapping/>
  </p:clrMapOvr>
  <p:extLst>
    <p:ext uri="{DCECCB84-F9BA-43D5-87BE-67443E8EF086}">
      <p15:sldGuideLst xmlns:p15="http://schemas.microsoft.com/office/powerpoint/2012/main">
        <p15:guide id="4" orient="horz" pos="550">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E61479DD-CE43-4425-B485-C8F1C75475A8}"/>
              </a:ext>
            </a:extLst>
          </p:cNvPr>
          <p:cNvSpPr>
            <a:spLocks noGrp="1"/>
          </p:cNvSpPr>
          <p:nvPr>
            <p:ph idx="1" hasCustomPrompt="1"/>
          </p:nvPr>
        </p:nvSpPr>
        <p:spPr>
          <a:xfrm>
            <a:off x="838200" y="1597939"/>
            <a:ext cx="10515600" cy="3874709"/>
          </a:xfrm>
        </p:spPr>
        <p:txBody>
          <a:bodyPr>
            <a:normAutofit/>
          </a:bodyPr>
          <a:lstStyle>
            <a:lvl1pPr marL="228600" indent="-228600">
              <a:buClr>
                <a:schemeClr val="tx2">
                  <a:lumMod val="40000"/>
                  <a:lumOff val="60000"/>
                </a:schemeClr>
              </a:buClr>
              <a:buFont typeface="Wingdings" panose="05000000000000000000" pitchFamily="2" charset="2"/>
              <a:buChar char="§"/>
              <a:defRPr sz="2000"/>
            </a:lvl1pPr>
            <a:lvl2pPr marL="685800" indent="-228600">
              <a:buClr>
                <a:schemeClr val="tx2">
                  <a:lumMod val="60000"/>
                  <a:lumOff val="40000"/>
                </a:schemeClr>
              </a:buClr>
              <a:buFont typeface="Wingdings" panose="05000000000000000000" pitchFamily="2" charset="2"/>
              <a:buChar char="§"/>
              <a:defRPr sz="1800"/>
            </a:lvl2pPr>
            <a:lvl3pPr marL="1143000" indent="-228600">
              <a:buClr>
                <a:schemeClr val="tx2">
                  <a:lumMod val="60000"/>
                  <a:lumOff val="40000"/>
                </a:schemeClr>
              </a:buClr>
              <a:buFont typeface="Wingdings" panose="05000000000000000000" pitchFamily="2" charset="2"/>
              <a:buChar char="§"/>
              <a:defRPr sz="1600"/>
            </a:lvl3pPr>
            <a:lvl4pPr marL="1600200" indent="-228600">
              <a:buClr>
                <a:schemeClr val="tx2">
                  <a:lumMod val="60000"/>
                  <a:lumOff val="40000"/>
                </a:schemeClr>
              </a:buClr>
              <a:buFont typeface="Wingdings" panose="05000000000000000000" pitchFamily="2" charset="2"/>
              <a:buChar char="§"/>
              <a:defRPr sz="1400"/>
            </a:lvl4pPr>
            <a:lvl5pPr marL="2057400" indent="-228600">
              <a:buClr>
                <a:schemeClr val="tx2">
                  <a:lumMod val="60000"/>
                  <a:lumOff val="40000"/>
                </a:schemeClr>
              </a:buClr>
              <a:buFont typeface="Wingdings" panose="05000000000000000000" pitchFamily="2" charset="2"/>
              <a:buChar cha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011F8E8F-7A79-47A4-A23F-F3FD3E2A15F3}" type="datetime1">
              <a:rPr lang="en-US" noProof="0" smtClean="0"/>
              <a:t>5/15/25</a:t>
            </a:fld>
            <a:endParaRPr lang="en-US" noProof="0"/>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r>
              <a:rPr lang="en-US" noProof="0"/>
              <a:t>ADD A FOOTER</a:t>
            </a:r>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pPr/>
              <a:t>‹#›</a:t>
            </a:fld>
            <a:endParaRPr lang="en-US" noProof="0"/>
          </a:p>
        </p:txBody>
      </p:sp>
    </p:spTree>
    <p:extLst>
      <p:ext uri="{BB962C8B-B14F-4D97-AF65-F5344CB8AC3E}">
        <p14:creationId xmlns:p14="http://schemas.microsoft.com/office/powerpoint/2010/main" val="3475811743"/>
      </p:ext>
    </p:extLst>
  </p:cSld>
  <p:clrMapOvr>
    <a:masterClrMapping/>
  </p:clrMapOvr>
  <p:extLst>
    <p:ext uri="{DCECCB84-F9BA-43D5-87BE-67443E8EF086}">
      <p15:sldGuideLst xmlns:p15="http://schemas.microsoft.com/office/powerpoint/2012/main"/>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011F8E8F-7A79-47A4-A23F-F3FD3E2A15F3}" type="datetime1">
              <a:rPr lang="en-US" noProof="0" smtClean="0"/>
              <a:t>5/15/25</a:t>
            </a:fld>
            <a:endParaRPr lang="en-US" noProof="0"/>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r>
              <a:rPr lang="en-US" noProof="0"/>
              <a:t>ADD A FOOTER</a:t>
            </a:r>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pPr/>
              <a:t>‹#›</a:t>
            </a:fld>
            <a:endParaRPr lang="en-US" noProof="0"/>
          </a:p>
        </p:txBody>
      </p:sp>
      <p:sp>
        <p:nvSpPr>
          <p:cNvPr id="20" name="Text Placeholder 2">
            <a:extLst>
              <a:ext uri="{FF2B5EF4-FFF2-40B4-BE49-F238E27FC236}">
                <a16:creationId xmlns:a16="http://schemas.microsoft.com/office/drawing/2014/main" id="{61FE0B9B-7D73-4311-B749-C3FA874AF7CC}"/>
              </a:ext>
            </a:extLst>
          </p:cNvPr>
          <p:cNvSpPr>
            <a:spLocks noGrp="1"/>
          </p:cNvSpPr>
          <p:nvPr>
            <p:ph type="body" idx="1" hasCustomPrompt="1"/>
          </p:nvPr>
        </p:nvSpPr>
        <p:spPr>
          <a:xfrm>
            <a:off x="836612" y="1597938"/>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6" name="Text Placeholder 2">
            <a:extLst>
              <a:ext uri="{FF2B5EF4-FFF2-40B4-BE49-F238E27FC236}">
                <a16:creationId xmlns:a16="http://schemas.microsoft.com/office/drawing/2014/main" id="{9CA39242-8640-435B-8C03-0CB0BC8E88E6}"/>
              </a:ext>
            </a:extLst>
          </p:cNvPr>
          <p:cNvSpPr>
            <a:spLocks noGrp="1"/>
          </p:cNvSpPr>
          <p:nvPr>
            <p:ph type="body" idx="30" hasCustomPrompt="1"/>
          </p:nvPr>
        </p:nvSpPr>
        <p:spPr>
          <a:xfrm>
            <a:off x="6495790" y="1597938"/>
            <a:ext cx="4820533" cy="334918"/>
          </a:xfrm>
        </p:spPr>
        <p:txBody>
          <a:bodyPr lIns="36000" tIns="0" rIns="0" bIns="0" anchor="b">
            <a:normAutofit/>
          </a:bodyPr>
          <a:lstStyle>
            <a:lvl1pPr marL="0" indent="0">
              <a:buNone/>
              <a:defRPr sz="22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8" name="Content Placeholder 7">
            <a:extLst>
              <a:ext uri="{FF2B5EF4-FFF2-40B4-BE49-F238E27FC236}">
                <a16:creationId xmlns:a16="http://schemas.microsoft.com/office/drawing/2014/main" id="{0314D5FA-EBD7-472E-9864-D76743BAB4DF}"/>
              </a:ext>
            </a:extLst>
          </p:cNvPr>
          <p:cNvSpPr>
            <a:spLocks noGrp="1"/>
          </p:cNvSpPr>
          <p:nvPr>
            <p:ph sz="quarter" idx="31" hasCustomPrompt="1"/>
          </p:nvPr>
        </p:nvSpPr>
        <p:spPr>
          <a:xfrm>
            <a:off x="836613" y="2055043"/>
            <a:ext cx="4821237" cy="3417605"/>
          </a:xfrm>
        </p:spPr>
        <p:txBody>
          <a:bodyPr lIns="36000" tIns="0" rIns="0" bIns="0">
            <a:normAutofit/>
          </a:bodyPr>
          <a:lstStyle>
            <a:lvl1pPr marL="0" indent="0" algn="l">
              <a:buNone/>
              <a:defRPr sz="2000"/>
            </a:lvl1pPr>
            <a:lvl2pPr marL="457200" indent="0" algn="l">
              <a:buNone/>
              <a:defRPr sz="1800"/>
            </a:lvl2pPr>
          </a:lstStyle>
          <a:p>
            <a:pPr lvl="0"/>
            <a:r>
              <a:rPr lang="en-US" noProof="0"/>
              <a:t>Edit Master text styles</a:t>
            </a:r>
          </a:p>
          <a:p>
            <a:pPr lvl="1"/>
            <a:r>
              <a:rPr lang="en-US" noProof="0"/>
              <a:t>Second level</a:t>
            </a:r>
          </a:p>
        </p:txBody>
      </p:sp>
      <p:sp>
        <p:nvSpPr>
          <p:cNvPr id="16" name="Content Placeholder 7">
            <a:extLst>
              <a:ext uri="{FF2B5EF4-FFF2-40B4-BE49-F238E27FC236}">
                <a16:creationId xmlns:a16="http://schemas.microsoft.com/office/drawing/2014/main" id="{BA129CFA-D87C-494E-9E6D-E317C4D157EB}"/>
              </a:ext>
            </a:extLst>
          </p:cNvPr>
          <p:cNvSpPr>
            <a:spLocks noGrp="1"/>
          </p:cNvSpPr>
          <p:nvPr>
            <p:ph sz="quarter" idx="32" hasCustomPrompt="1"/>
          </p:nvPr>
        </p:nvSpPr>
        <p:spPr>
          <a:xfrm>
            <a:off x="6495086" y="2055043"/>
            <a:ext cx="4821237" cy="3417605"/>
          </a:xfrm>
        </p:spPr>
        <p:txBody>
          <a:bodyPr lIns="36000" tIns="0" rIns="0" bIns="0">
            <a:normAutofit/>
          </a:bodyPr>
          <a:lstStyle>
            <a:lvl1pPr marL="0" indent="0" algn="l">
              <a:buNone/>
              <a:defRPr sz="2000"/>
            </a:lvl1pPr>
            <a:lvl2pPr marL="457200" indent="0" algn="l">
              <a:buNone/>
              <a:defRPr sz="1800"/>
            </a:lvl2pPr>
          </a:lstStyle>
          <a:p>
            <a:pPr lvl="0"/>
            <a:r>
              <a:rPr lang="en-US" noProof="0"/>
              <a:t>Edit Master text styles</a:t>
            </a:r>
          </a:p>
          <a:p>
            <a:pPr lvl="1"/>
            <a:r>
              <a:rPr lang="en-US" noProof="0"/>
              <a:t>Second level</a:t>
            </a:r>
          </a:p>
        </p:txBody>
      </p:sp>
    </p:spTree>
    <p:extLst>
      <p:ext uri="{BB962C8B-B14F-4D97-AF65-F5344CB8AC3E}">
        <p14:creationId xmlns:p14="http://schemas.microsoft.com/office/powerpoint/2010/main" val="3944590432"/>
      </p:ext>
    </p:extLst>
  </p:cSld>
  <p:clrMapOvr>
    <a:masterClrMapping/>
  </p:clrMapOvr>
  <p:extLst>
    <p:ext uri="{DCECCB84-F9BA-43D5-87BE-67443E8EF086}">
      <p15:sldGuideLst xmlns:p15="http://schemas.microsoft.com/office/powerpoint/2012/main"/>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B7BBC9A-B18B-4F56-8515-321CD01B2666}"/>
              </a:ext>
            </a:extLst>
          </p:cNvPr>
          <p:cNvSpPr/>
          <p:nvPr userDrawn="1"/>
        </p:nvSpPr>
        <p:spPr>
          <a:xfrm>
            <a:off x="6096000" y="1838558"/>
            <a:ext cx="5653088" cy="3761895"/>
          </a:xfrm>
          <a:prstGeom prst="rect">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17131326-08A9-441D-B1A8-66271415853E}"/>
              </a:ext>
            </a:extLst>
          </p:cNvPr>
          <p:cNvSpPr>
            <a:spLocks noGrp="1"/>
          </p:cNvSpPr>
          <p:nvPr>
            <p:ph type="title"/>
          </p:nvPr>
        </p:nvSpPr>
        <p:spPr>
          <a:xfrm>
            <a:off x="836614" y="740998"/>
            <a:ext cx="9535686" cy="568800"/>
          </a:xfrm>
        </p:spPr>
        <p:txBody>
          <a:bodyPr lIns="36000" tIns="0" rIns="0" bIns="0"/>
          <a:lstStyle/>
          <a:p>
            <a:r>
              <a:rPr lang="en-US" noProof="0"/>
              <a:t>Click to edit Master title style</a:t>
            </a:r>
          </a:p>
        </p:txBody>
      </p:sp>
      <p:sp>
        <p:nvSpPr>
          <p:cNvPr id="3" name="Date Placeholder 2">
            <a:extLst>
              <a:ext uri="{FF2B5EF4-FFF2-40B4-BE49-F238E27FC236}">
                <a16:creationId xmlns:a16="http://schemas.microsoft.com/office/drawing/2014/main" id="{D99C403B-F50A-4124-BE88-55C843FAE49E}"/>
              </a:ext>
            </a:extLst>
          </p:cNvPr>
          <p:cNvSpPr>
            <a:spLocks noGrp="1"/>
          </p:cNvSpPr>
          <p:nvPr>
            <p:ph type="dt" sz="half" idx="10"/>
          </p:nvPr>
        </p:nvSpPr>
        <p:spPr>
          <a:xfrm>
            <a:off x="10265399" y="5810623"/>
            <a:ext cx="1080000" cy="234000"/>
          </a:xfrm>
          <a:prstGeom prst="rect">
            <a:avLst/>
          </a:prstGeom>
        </p:spPr>
        <p:txBody>
          <a:bodyPr/>
          <a:lstStyle/>
          <a:p>
            <a:fld id="{011F8E8F-7A79-47A4-A23F-F3FD3E2A15F3}" type="datetime1">
              <a:rPr lang="en-US" noProof="0" smtClean="0"/>
              <a:t>5/15/25</a:t>
            </a:fld>
            <a:endParaRPr lang="en-US" noProof="0"/>
          </a:p>
        </p:txBody>
      </p:sp>
      <p:sp>
        <p:nvSpPr>
          <p:cNvPr id="4" name="Footer Placeholder 3">
            <a:extLst>
              <a:ext uri="{FF2B5EF4-FFF2-40B4-BE49-F238E27FC236}">
                <a16:creationId xmlns:a16="http://schemas.microsoft.com/office/drawing/2014/main" id="{F2A151E7-E2A1-4EA3-8293-FA9D289DF2F0}"/>
              </a:ext>
            </a:extLst>
          </p:cNvPr>
          <p:cNvSpPr>
            <a:spLocks noGrp="1"/>
          </p:cNvSpPr>
          <p:nvPr>
            <p:ph type="ftr" sz="quarter" idx="11"/>
          </p:nvPr>
        </p:nvSpPr>
        <p:spPr>
          <a:xfrm>
            <a:off x="7230599" y="6057923"/>
            <a:ext cx="4114800" cy="234000"/>
          </a:xfrm>
          <a:prstGeom prst="rect">
            <a:avLst/>
          </a:prstGeom>
        </p:spPr>
        <p:txBody>
          <a:bodyPr/>
          <a:lstStyle/>
          <a:p>
            <a:r>
              <a:rPr lang="en-US" noProof="0"/>
              <a:t>ADD A FOOTER</a:t>
            </a:r>
          </a:p>
        </p:txBody>
      </p:sp>
      <p:sp>
        <p:nvSpPr>
          <p:cNvPr id="5" name="Slide Number Placeholder 4">
            <a:extLst>
              <a:ext uri="{FF2B5EF4-FFF2-40B4-BE49-F238E27FC236}">
                <a16:creationId xmlns:a16="http://schemas.microsoft.com/office/drawing/2014/main" id="{BBB57EB4-66F5-49E8-A8EF-39029E94BBFF}"/>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pPr/>
              <a:t>‹#›</a:t>
            </a:fld>
            <a:endParaRPr lang="en-US" noProof="0"/>
          </a:p>
        </p:txBody>
      </p:sp>
      <p:sp>
        <p:nvSpPr>
          <p:cNvPr id="18" name="Rectangle 17">
            <a:extLst>
              <a:ext uri="{FF2B5EF4-FFF2-40B4-BE49-F238E27FC236}">
                <a16:creationId xmlns:a16="http://schemas.microsoft.com/office/drawing/2014/main" id="{33076231-2A54-4E4C-AED3-197E208C14BB}"/>
              </a:ext>
            </a:extLst>
          </p:cNvPr>
          <p:cNvSpPr/>
          <p:nvPr userDrawn="1"/>
        </p:nvSpPr>
        <p:spPr>
          <a:xfrm>
            <a:off x="0" y="1838558"/>
            <a:ext cx="6096000" cy="3761895"/>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sp>
        <p:nvSpPr>
          <p:cNvPr id="12" name="Text Placeholder 2">
            <a:extLst>
              <a:ext uri="{FF2B5EF4-FFF2-40B4-BE49-F238E27FC236}">
                <a16:creationId xmlns:a16="http://schemas.microsoft.com/office/drawing/2014/main" id="{85E84782-CEED-4A74-8650-9CC907EA7201}"/>
              </a:ext>
            </a:extLst>
          </p:cNvPr>
          <p:cNvSpPr>
            <a:spLocks noGrp="1"/>
          </p:cNvSpPr>
          <p:nvPr>
            <p:ph type="body" idx="1" hasCustomPrompt="1"/>
          </p:nvPr>
        </p:nvSpPr>
        <p:spPr>
          <a:xfrm>
            <a:off x="839788" y="2166173"/>
            <a:ext cx="4817357" cy="338901"/>
          </a:xfrm>
        </p:spPr>
        <p:txBody>
          <a:bodyPr anchor="ctr" anchorCtr="0">
            <a:noAutofit/>
          </a:bodyPr>
          <a:lstStyle>
            <a:lvl1pPr marL="0" indent="0">
              <a:buFont typeface="Arial" panose="020B0604020202020204" pitchFamily="34" charset="0"/>
              <a:buNone/>
              <a:defRPr lang="en-US" sz="2200" b="1" kern="1200" dirty="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342900" lvl="0" indent="-342900" algn="l" defTabSz="914400" rtl="0" eaLnBrk="1" latinLnBrk="0" hangingPunct="1">
              <a:lnSpc>
                <a:spcPct val="90000"/>
              </a:lnSpc>
              <a:spcBef>
                <a:spcPts val="1000"/>
              </a:spcBef>
            </a:pPr>
            <a:r>
              <a:rPr lang="en-US" noProof="0"/>
              <a:t>Edit Master text styles</a:t>
            </a:r>
          </a:p>
        </p:txBody>
      </p:sp>
      <p:sp>
        <p:nvSpPr>
          <p:cNvPr id="13" name="Content Placeholder 3">
            <a:extLst>
              <a:ext uri="{FF2B5EF4-FFF2-40B4-BE49-F238E27FC236}">
                <a16:creationId xmlns:a16="http://schemas.microsoft.com/office/drawing/2014/main" id="{A4442761-B05F-4E61-83C8-DA8019B09325}"/>
              </a:ext>
            </a:extLst>
          </p:cNvPr>
          <p:cNvSpPr>
            <a:spLocks noGrp="1"/>
          </p:cNvSpPr>
          <p:nvPr>
            <p:ph sz="half" idx="2" hasCustomPrompt="1"/>
          </p:nvPr>
        </p:nvSpPr>
        <p:spPr>
          <a:xfrm>
            <a:off x="839788" y="2614467"/>
            <a:ext cx="4817357" cy="2667396"/>
          </a:xfrm>
        </p:spPr>
        <p:txBody>
          <a:bodyPr>
            <a:normAutofit/>
          </a:bodyPr>
          <a:lstStyle>
            <a:lvl1pPr marL="228600" indent="-228600">
              <a:buClr>
                <a:schemeClr val="tx2">
                  <a:lumMod val="40000"/>
                  <a:lumOff val="60000"/>
                </a:schemeClr>
              </a:buClr>
              <a:buFont typeface="Wingdings" panose="05000000000000000000" pitchFamily="2" charset="2"/>
              <a:buChar char="§"/>
              <a:defRPr sz="1400"/>
            </a:lvl1pPr>
            <a:lvl2pPr marL="685800" indent="-228600">
              <a:buClr>
                <a:schemeClr val="tx2">
                  <a:lumMod val="40000"/>
                  <a:lumOff val="60000"/>
                </a:schemeClr>
              </a:buClr>
              <a:buFont typeface="Wingdings" panose="05000000000000000000" pitchFamily="2" charset="2"/>
              <a:buChar char="§"/>
              <a:defRPr sz="1400"/>
            </a:lvl2pPr>
            <a:lvl3pPr>
              <a:defRPr sz="1400"/>
            </a:lvl3pPr>
            <a:lvl4pPr>
              <a:defRPr sz="1200"/>
            </a:lvl4pPr>
            <a:lvl5pPr>
              <a:defRPr sz="1200"/>
            </a:lvl5pPr>
          </a:lstStyle>
          <a:p>
            <a:pPr lvl="0"/>
            <a:r>
              <a:rPr lang="en-US" noProof="0"/>
              <a:t>Edit Master text styles</a:t>
            </a:r>
          </a:p>
          <a:p>
            <a:pPr lvl="1"/>
            <a:r>
              <a:rPr lang="en-US" noProof="0"/>
              <a:t>Second level</a:t>
            </a:r>
          </a:p>
        </p:txBody>
      </p:sp>
      <p:sp>
        <p:nvSpPr>
          <p:cNvPr id="14" name="Text Placeholder 4">
            <a:extLst>
              <a:ext uri="{FF2B5EF4-FFF2-40B4-BE49-F238E27FC236}">
                <a16:creationId xmlns:a16="http://schemas.microsoft.com/office/drawing/2014/main" id="{675CE59E-BBF8-4A23-A2D4-859D2A375B8A}"/>
              </a:ext>
            </a:extLst>
          </p:cNvPr>
          <p:cNvSpPr>
            <a:spLocks noGrp="1"/>
          </p:cNvSpPr>
          <p:nvPr>
            <p:ph type="body" sz="quarter" idx="3" hasCustomPrompt="1"/>
          </p:nvPr>
        </p:nvSpPr>
        <p:spPr>
          <a:xfrm>
            <a:off x="6495790" y="2166173"/>
            <a:ext cx="4859598" cy="338902"/>
          </a:xfrm>
        </p:spPr>
        <p:txBody>
          <a:bodyPr vert="horz" lIns="91440" tIns="45720" rIns="91440" bIns="45720" rtlCol="0" anchor="ctr" anchorCtr="0">
            <a:noAutofit/>
          </a:bodyPr>
          <a:lstStyle>
            <a:lvl1pPr marL="0" indent="0">
              <a:buNone/>
              <a:defRPr lang="en-US" sz="2200" b="1">
                <a:latin typeface="+mj-lt"/>
              </a:defRPr>
            </a:lvl1pPr>
          </a:lstStyle>
          <a:p>
            <a:pPr marL="228600" lvl="0" indent="-228600"/>
            <a:r>
              <a:rPr lang="en-US" noProof="0"/>
              <a:t>Edit Master text styles</a:t>
            </a:r>
          </a:p>
        </p:txBody>
      </p:sp>
      <p:sp>
        <p:nvSpPr>
          <p:cNvPr id="15" name="Content Placeholder 5">
            <a:extLst>
              <a:ext uri="{FF2B5EF4-FFF2-40B4-BE49-F238E27FC236}">
                <a16:creationId xmlns:a16="http://schemas.microsoft.com/office/drawing/2014/main" id="{E8F94DDD-6A48-4E09-A419-FAF3E395AB55}"/>
              </a:ext>
            </a:extLst>
          </p:cNvPr>
          <p:cNvSpPr>
            <a:spLocks noGrp="1"/>
          </p:cNvSpPr>
          <p:nvPr>
            <p:ph sz="quarter" idx="4" hasCustomPrompt="1"/>
          </p:nvPr>
        </p:nvSpPr>
        <p:spPr>
          <a:xfrm>
            <a:off x="6495790" y="2614467"/>
            <a:ext cx="4859598" cy="2667396"/>
          </a:xfrm>
        </p:spPr>
        <p:txBody>
          <a:bodyPr>
            <a:normAutofit/>
          </a:bodyPr>
          <a:lstStyle>
            <a:lvl1pPr marL="228600" indent="-228600">
              <a:buClr>
                <a:schemeClr val="bg2">
                  <a:lumMod val="40000"/>
                  <a:lumOff val="60000"/>
                </a:schemeClr>
              </a:buClr>
              <a:buFont typeface="Wingdings" panose="05000000000000000000" pitchFamily="2" charset="2"/>
              <a:buChar char="§"/>
              <a:defRPr sz="1400"/>
            </a:lvl1pPr>
            <a:lvl2pPr marL="685800" indent="-228600">
              <a:buClr>
                <a:schemeClr val="bg2">
                  <a:lumMod val="40000"/>
                  <a:lumOff val="60000"/>
                </a:schemeClr>
              </a:buClr>
              <a:buFont typeface="Wingdings" panose="05000000000000000000" pitchFamily="2" charset="2"/>
              <a:buChar char="§"/>
              <a:defRPr sz="1400"/>
            </a:lvl2pPr>
            <a:lvl3pPr>
              <a:defRPr sz="1400"/>
            </a:lvl3pPr>
            <a:lvl4pPr>
              <a:defRPr sz="1400"/>
            </a:lvl4pPr>
            <a:lvl5pPr>
              <a:defRPr sz="1400"/>
            </a:lvl5pPr>
          </a:lstStyle>
          <a:p>
            <a:pPr lvl="0"/>
            <a:r>
              <a:rPr lang="en-US" noProof="0"/>
              <a:t>Edit Master text styles</a:t>
            </a:r>
          </a:p>
          <a:p>
            <a:pPr lvl="1"/>
            <a:r>
              <a:rPr lang="en-US" noProof="0"/>
              <a:t>Second level</a:t>
            </a:r>
          </a:p>
        </p:txBody>
      </p:sp>
    </p:spTree>
    <p:extLst>
      <p:ext uri="{BB962C8B-B14F-4D97-AF65-F5344CB8AC3E}">
        <p14:creationId xmlns:p14="http://schemas.microsoft.com/office/powerpoint/2010/main" val="2023512566"/>
      </p:ext>
    </p:extLst>
  </p:cSld>
  <p:clrMapOvr>
    <a:masterClrMapping/>
  </p:clrMapOvr>
  <p:extLst>
    <p:ext uri="{DCECCB84-F9BA-43D5-87BE-67443E8EF086}">
      <p15:sldGuideLst xmlns:p15="http://schemas.microsoft.com/office/powerpoint/2012/main"/>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71144CC-98A7-494C-8C18-4B4DD609498F}"/>
              </a:ext>
            </a:extLst>
          </p:cNvPr>
          <p:cNvSpPr>
            <a:spLocks noGrp="1"/>
          </p:cNvSpPr>
          <p:nvPr>
            <p:ph type="dt" sz="half" idx="10"/>
          </p:nvPr>
        </p:nvSpPr>
        <p:spPr>
          <a:xfrm>
            <a:off x="10265399" y="5810623"/>
            <a:ext cx="1080000" cy="234000"/>
          </a:xfrm>
          <a:prstGeom prst="rect">
            <a:avLst/>
          </a:prstGeom>
        </p:spPr>
        <p:txBody>
          <a:bodyPr anchor="b" anchorCtr="0"/>
          <a:lstStyle/>
          <a:p>
            <a:fld id="{78B1225C-A326-43F6-99D9-A073D5261568}" type="datetime1">
              <a:rPr lang="en-US" noProof="0" smtClean="0"/>
              <a:t>5/15/25</a:t>
            </a:fld>
            <a:endParaRPr lang="en-US" noProof="0"/>
          </a:p>
        </p:txBody>
      </p:sp>
      <p:sp>
        <p:nvSpPr>
          <p:cNvPr id="5" name="Footer Placeholder 4">
            <a:extLst>
              <a:ext uri="{FF2B5EF4-FFF2-40B4-BE49-F238E27FC236}">
                <a16:creationId xmlns:a16="http://schemas.microsoft.com/office/drawing/2014/main" id="{5287AD20-725D-45E4-8D6A-08EF4C81833B}"/>
              </a:ext>
            </a:extLst>
          </p:cNvPr>
          <p:cNvSpPr>
            <a:spLocks noGrp="1"/>
          </p:cNvSpPr>
          <p:nvPr>
            <p:ph type="ftr" sz="quarter" idx="11"/>
          </p:nvPr>
        </p:nvSpPr>
        <p:spPr>
          <a:xfrm>
            <a:off x="7230599" y="6057923"/>
            <a:ext cx="4114800" cy="234000"/>
          </a:xfrm>
          <a:prstGeom prst="rect">
            <a:avLst/>
          </a:prstGeom>
        </p:spPr>
        <p:txBody>
          <a:bodyPr/>
          <a:lstStyle/>
          <a:p>
            <a:r>
              <a:rPr lang="en-US" noProof="0"/>
              <a:t>ADD A FOOTER</a:t>
            </a:r>
          </a:p>
        </p:txBody>
      </p:sp>
      <p:sp>
        <p:nvSpPr>
          <p:cNvPr id="6" name="Slide Number Placeholder 5">
            <a:extLst>
              <a:ext uri="{FF2B5EF4-FFF2-40B4-BE49-F238E27FC236}">
                <a16:creationId xmlns:a16="http://schemas.microsoft.com/office/drawing/2014/main" id="{F586A1DB-63FF-4850-A872-85EE7C08769C}"/>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t>‹#›</a:t>
            </a:fld>
            <a:endParaRPr lang="en-US" noProof="0"/>
          </a:p>
        </p:txBody>
      </p:sp>
      <p:sp>
        <p:nvSpPr>
          <p:cNvPr id="8" name="Title 7">
            <a:extLst>
              <a:ext uri="{FF2B5EF4-FFF2-40B4-BE49-F238E27FC236}">
                <a16:creationId xmlns:a16="http://schemas.microsoft.com/office/drawing/2014/main" id="{D0DF9619-89F0-4C89-BF3C-FB75431C0020}"/>
              </a:ext>
            </a:extLst>
          </p:cNvPr>
          <p:cNvSpPr>
            <a:spLocks noGrp="1"/>
          </p:cNvSpPr>
          <p:nvPr>
            <p:ph type="title"/>
          </p:nvPr>
        </p:nvSpPr>
        <p:spPr>
          <a:xfrm>
            <a:off x="2178148" y="622349"/>
            <a:ext cx="7835705" cy="1124611"/>
          </a:xfrm>
        </p:spPr>
        <p:txBody>
          <a:bodyPr/>
          <a:lstStyle>
            <a:lvl1pPr algn="ctr">
              <a:defRPr/>
            </a:lvl1pPr>
          </a:lstStyle>
          <a:p>
            <a:r>
              <a:rPr lang="en-US" noProof="0"/>
              <a:t>Click to edit Master title style</a:t>
            </a:r>
          </a:p>
        </p:txBody>
      </p:sp>
    </p:spTree>
    <p:extLst>
      <p:ext uri="{BB962C8B-B14F-4D97-AF65-F5344CB8AC3E}">
        <p14:creationId xmlns:p14="http://schemas.microsoft.com/office/powerpoint/2010/main" val="2331337624"/>
      </p:ext>
    </p:extLst>
  </p:cSld>
  <p:clrMapOvr>
    <a:masterClrMapping/>
  </p:clrMapOvr>
  <p:extLst>
    <p:ext uri="{DCECCB84-F9BA-43D5-87BE-67443E8EF086}">
      <p15:sldGuideLst xmlns:p15="http://schemas.microsoft.com/office/powerpoint/2012/main">
        <p15:guide id="5" pos="3840">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71144CC-98A7-494C-8C18-4B4DD609498F}"/>
              </a:ext>
            </a:extLst>
          </p:cNvPr>
          <p:cNvSpPr>
            <a:spLocks noGrp="1"/>
          </p:cNvSpPr>
          <p:nvPr>
            <p:ph type="dt" sz="half" idx="10"/>
          </p:nvPr>
        </p:nvSpPr>
        <p:spPr>
          <a:xfrm>
            <a:off x="10265399" y="5810400"/>
            <a:ext cx="1080000" cy="234000"/>
          </a:xfrm>
          <a:prstGeom prst="rect">
            <a:avLst/>
          </a:prstGeom>
        </p:spPr>
        <p:txBody>
          <a:bodyPr anchor="b" anchorCtr="0"/>
          <a:lstStyle>
            <a:lvl1pPr>
              <a:defRPr>
                <a:solidFill>
                  <a:schemeClr val="accent5">
                    <a:lumMod val="50000"/>
                  </a:schemeClr>
                </a:solidFill>
              </a:defRPr>
            </a:lvl1pPr>
          </a:lstStyle>
          <a:p>
            <a:fld id="{BC23DBD1-F259-4AEB-A7D9-D728D6E04490}" type="datetime1">
              <a:rPr lang="en-US" noProof="0" smtClean="0"/>
              <a:t>5/15/25</a:t>
            </a:fld>
            <a:endParaRPr lang="en-US" noProof="0"/>
          </a:p>
        </p:txBody>
      </p:sp>
      <p:sp>
        <p:nvSpPr>
          <p:cNvPr id="5" name="Footer Placeholder 4">
            <a:extLst>
              <a:ext uri="{FF2B5EF4-FFF2-40B4-BE49-F238E27FC236}">
                <a16:creationId xmlns:a16="http://schemas.microsoft.com/office/drawing/2014/main" id="{5287AD20-725D-45E4-8D6A-08EF4C81833B}"/>
              </a:ext>
            </a:extLst>
          </p:cNvPr>
          <p:cNvSpPr>
            <a:spLocks noGrp="1"/>
          </p:cNvSpPr>
          <p:nvPr>
            <p:ph type="ftr" sz="quarter" idx="11"/>
          </p:nvPr>
        </p:nvSpPr>
        <p:spPr>
          <a:xfrm>
            <a:off x="7230599" y="6057923"/>
            <a:ext cx="4114800" cy="234000"/>
          </a:xfrm>
          <a:prstGeom prst="rect">
            <a:avLst/>
          </a:prstGeom>
        </p:spPr>
        <p:txBody>
          <a:bodyPr/>
          <a:lstStyle>
            <a:lvl1pPr>
              <a:defRPr>
                <a:solidFill>
                  <a:schemeClr val="accent5">
                    <a:lumMod val="50000"/>
                  </a:schemeClr>
                </a:solidFill>
              </a:defRPr>
            </a:lvl1pPr>
          </a:lstStyle>
          <a:p>
            <a:r>
              <a:rPr lang="en-US" noProof="0"/>
              <a:t>ADD A FOOTER</a:t>
            </a:r>
          </a:p>
        </p:txBody>
      </p:sp>
      <p:sp>
        <p:nvSpPr>
          <p:cNvPr id="6" name="Slide Number Placeholder 5">
            <a:extLst>
              <a:ext uri="{FF2B5EF4-FFF2-40B4-BE49-F238E27FC236}">
                <a16:creationId xmlns:a16="http://schemas.microsoft.com/office/drawing/2014/main" id="{F586A1DB-63FF-4850-A872-85EE7C08769C}"/>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t>‹#›</a:t>
            </a:fld>
            <a:endParaRPr lang="en-US" noProof="0"/>
          </a:p>
        </p:txBody>
      </p:sp>
    </p:spTree>
    <p:extLst>
      <p:ext uri="{BB962C8B-B14F-4D97-AF65-F5344CB8AC3E}">
        <p14:creationId xmlns:p14="http://schemas.microsoft.com/office/powerpoint/2010/main" val="779613085"/>
      </p:ext>
    </p:extLst>
  </p:cSld>
  <p:clrMapOvr>
    <a:masterClrMapping/>
  </p:clrMapOvr>
  <p:extLst>
    <p:ext uri="{DCECCB84-F9BA-43D5-87BE-67443E8EF086}">
      <p15:sldGuideLst xmlns:p15="http://schemas.microsoft.com/office/powerpoint/2012/main">
        <p15:guide id="1" orient="horz" pos="4042">
          <p15:clr>
            <a:srgbClr val="FBAE40"/>
          </p15:clr>
        </p15:guide>
        <p15:guide id="2" pos="506">
          <p15:clr>
            <a:srgbClr val="FBAE40"/>
          </p15:clr>
        </p15:guide>
        <p15:guide id="3" orient="horz" pos="504">
          <p15:clr>
            <a:srgbClr val="FBAE40"/>
          </p15:clr>
        </p15:guide>
        <p15:guide id="4" pos="7174">
          <p15:clr>
            <a:srgbClr val="FBAE40"/>
          </p15:clr>
        </p15:guide>
        <p15:guide id="5" pos="3840">
          <p15:clr>
            <a:srgbClr val="FBAE40"/>
          </p15:clr>
        </p15:guide>
        <p15:guide id="6" orient="horz" pos="2160">
          <p15:clr>
            <a:srgbClr val="FBAE40"/>
          </p15:clr>
        </p15:guide>
        <p15:guide id="7" pos="7401">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0595AFC1-BF2C-4C83-B474-7121F9C0BC8C}"/>
              </a:ext>
            </a:extLst>
          </p:cNvPr>
          <p:cNvSpPr>
            <a:spLocks noGrp="1"/>
          </p:cNvSpPr>
          <p:nvPr>
            <p:ph idx="1" hasCustomPrompt="1"/>
          </p:nvPr>
        </p:nvSpPr>
        <p:spPr>
          <a:xfrm>
            <a:off x="6096000" y="457199"/>
            <a:ext cx="5653088" cy="5403851"/>
          </a:xfrm>
          <a:noFill/>
        </p:spPr>
        <p:txBody>
          <a:bodyPr>
            <a:normAutofit/>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p:txBody>
      </p:sp>
      <p:sp>
        <p:nvSpPr>
          <p:cNvPr id="2" name="Title 1">
            <a:extLst>
              <a:ext uri="{FF2B5EF4-FFF2-40B4-BE49-F238E27FC236}">
                <a16:creationId xmlns:a16="http://schemas.microsoft.com/office/drawing/2014/main" id="{C6B931B8-6920-4B59-AD28-CB99D1D3F1A4}"/>
              </a:ext>
            </a:extLst>
          </p:cNvPr>
          <p:cNvSpPr>
            <a:spLocks noGrp="1"/>
          </p:cNvSpPr>
          <p:nvPr>
            <p:ph type="title" hasCustomPrompt="1"/>
          </p:nvPr>
        </p:nvSpPr>
        <p:spPr>
          <a:xfrm>
            <a:off x="830127" y="691751"/>
            <a:ext cx="4584212" cy="540001"/>
          </a:xfrm>
        </p:spPr>
        <p:txBody>
          <a:bodyPr lIns="36000" tIns="0" rIns="0" bIns="0" anchor="b">
            <a:normAutofit/>
          </a:bodyPr>
          <a:lstStyle>
            <a:lvl1pPr>
              <a:defRPr sz="3600"/>
            </a:lvl1pPr>
          </a:lstStyle>
          <a:p>
            <a:r>
              <a:rPr lang="en-US" noProof="0"/>
              <a:t>Title Here</a:t>
            </a:r>
          </a:p>
        </p:txBody>
      </p:sp>
      <p:sp>
        <p:nvSpPr>
          <p:cNvPr id="4" name="Date Placeholder 3">
            <a:extLst>
              <a:ext uri="{FF2B5EF4-FFF2-40B4-BE49-F238E27FC236}">
                <a16:creationId xmlns:a16="http://schemas.microsoft.com/office/drawing/2014/main" id="{771144CC-98A7-494C-8C18-4B4DD609498F}"/>
              </a:ext>
            </a:extLst>
          </p:cNvPr>
          <p:cNvSpPr>
            <a:spLocks noGrp="1"/>
          </p:cNvSpPr>
          <p:nvPr>
            <p:ph type="dt" sz="half" idx="10"/>
          </p:nvPr>
        </p:nvSpPr>
        <p:spPr>
          <a:xfrm>
            <a:off x="10265399" y="5810400"/>
            <a:ext cx="1080000" cy="234000"/>
          </a:xfrm>
          <a:prstGeom prst="rect">
            <a:avLst/>
          </a:prstGeom>
        </p:spPr>
        <p:txBody>
          <a:bodyPr anchor="b" anchorCtr="0"/>
          <a:lstStyle>
            <a:lvl1pPr>
              <a:defRPr>
                <a:solidFill>
                  <a:schemeClr val="accent5">
                    <a:lumMod val="50000"/>
                  </a:schemeClr>
                </a:solidFill>
              </a:defRPr>
            </a:lvl1pPr>
          </a:lstStyle>
          <a:p>
            <a:fld id="{BC23DBD1-F259-4AEB-A7D9-D728D6E04490}" type="datetime1">
              <a:rPr lang="en-US" noProof="0" smtClean="0"/>
              <a:t>5/15/25</a:t>
            </a:fld>
            <a:endParaRPr lang="en-US" noProof="0"/>
          </a:p>
        </p:txBody>
      </p:sp>
      <p:sp>
        <p:nvSpPr>
          <p:cNvPr id="5" name="Footer Placeholder 4">
            <a:extLst>
              <a:ext uri="{FF2B5EF4-FFF2-40B4-BE49-F238E27FC236}">
                <a16:creationId xmlns:a16="http://schemas.microsoft.com/office/drawing/2014/main" id="{5287AD20-725D-45E4-8D6A-08EF4C81833B}"/>
              </a:ext>
            </a:extLst>
          </p:cNvPr>
          <p:cNvSpPr>
            <a:spLocks noGrp="1"/>
          </p:cNvSpPr>
          <p:nvPr>
            <p:ph type="ftr" sz="quarter" idx="11"/>
          </p:nvPr>
        </p:nvSpPr>
        <p:spPr>
          <a:xfrm>
            <a:off x="7230599" y="6057923"/>
            <a:ext cx="4114800" cy="234000"/>
          </a:xfrm>
          <a:prstGeom prst="rect">
            <a:avLst/>
          </a:prstGeom>
        </p:spPr>
        <p:txBody>
          <a:bodyPr/>
          <a:lstStyle>
            <a:lvl1pPr>
              <a:defRPr>
                <a:solidFill>
                  <a:schemeClr val="accent5">
                    <a:lumMod val="50000"/>
                  </a:schemeClr>
                </a:solidFill>
              </a:defRPr>
            </a:lvl1pPr>
          </a:lstStyle>
          <a:p>
            <a:r>
              <a:rPr lang="en-US" noProof="0"/>
              <a:t>ADD A FOOTER</a:t>
            </a:r>
          </a:p>
        </p:txBody>
      </p:sp>
      <p:sp>
        <p:nvSpPr>
          <p:cNvPr id="6" name="Slide Number Placeholder 5">
            <a:extLst>
              <a:ext uri="{FF2B5EF4-FFF2-40B4-BE49-F238E27FC236}">
                <a16:creationId xmlns:a16="http://schemas.microsoft.com/office/drawing/2014/main" id="{F586A1DB-63FF-4850-A872-85EE7C08769C}"/>
              </a:ext>
            </a:extLst>
          </p:cNvPr>
          <p:cNvSpPr>
            <a:spLocks noGrp="1"/>
          </p:cNvSpPr>
          <p:nvPr>
            <p:ph type="sldNum" sz="quarter" idx="12"/>
          </p:nvPr>
        </p:nvSpPr>
        <p:spPr>
          <a:xfrm>
            <a:off x="641478" y="6057923"/>
            <a:ext cx="394063" cy="234000"/>
          </a:xfrm>
          <a:prstGeom prst="rect">
            <a:avLst/>
          </a:prstGeom>
        </p:spPr>
        <p:txBody>
          <a:bodyPr/>
          <a:lstStyle/>
          <a:p>
            <a:fld id="{3CE5352E-9B9F-4EDC-8769-7FA3D3F814C7}" type="slidenum">
              <a:rPr lang="en-US" noProof="0" smtClean="0"/>
              <a:t>‹#›</a:t>
            </a:fld>
            <a:endParaRPr lang="en-US" noProof="0"/>
          </a:p>
        </p:txBody>
      </p:sp>
      <p:sp>
        <p:nvSpPr>
          <p:cNvPr id="9" name="Text Placeholder 3">
            <a:extLst>
              <a:ext uri="{FF2B5EF4-FFF2-40B4-BE49-F238E27FC236}">
                <a16:creationId xmlns:a16="http://schemas.microsoft.com/office/drawing/2014/main" id="{8ECAA0F2-C20F-4289-BFB8-9BC2C65A8B9F}"/>
              </a:ext>
            </a:extLst>
          </p:cNvPr>
          <p:cNvSpPr>
            <a:spLocks noGrp="1"/>
          </p:cNvSpPr>
          <p:nvPr>
            <p:ph type="body" sz="half" idx="2" hasCustomPrompt="1"/>
          </p:nvPr>
        </p:nvSpPr>
        <p:spPr>
          <a:xfrm>
            <a:off x="839788" y="1326250"/>
            <a:ext cx="4574551" cy="4484150"/>
          </a:xfrm>
        </p:spPr>
        <p:txBody>
          <a:bodyPr vert="horz" lIns="36000" tIns="0" rIns="0" bIns="0" rtlCol="0">
            <a:normAutofit/>
          </a:bodyPr>
          <a:lstStyle>
            <a:lvl1pPr marL="0" indent="0">
              <a:buNone/>
              <a:defRPr lang="en-US" sz="1800">
                <a:solidFill>
                  <a:schemeClr val="tx2"/>
                </a:solidFill>
              </a:defRPr>
            </a:lvl1pPr>
          </a:lstStyle>
          <a:p>
            <a:pPr marL="228600" lvl="0" indent="-228600"/>
            <a:r>
              <a:rPr lang="en-US" noProof="0"/>
              <a:t>Edit Master text styles</a:t>
            </a:r>
          </a:p>
        </p:txBody>
      </p:sp>
    </p:spTree>
    <p:extLst>
      <p:ext uri="{BB962C8B-B14F-4D97-AF65-F5344CB8AC3E}">
        <p14:creationId xmlns:p14="http://schemas.microsoft.com/office/powerpoint/2010/main" val="1895078331"/>
      </p:ext>
    </p:extLst>
  </p:cSld>
  <p:clrMapOvr>
    <a:masterClrMapping/>
  </p:clrMapOvr>
  <p:extLst>
    <p:ext uri="{DCECCB84-F9BA-43D5-87BE-67443E8EF086}">
      <p15:sldGuideLst xmlns:p15="http://schemas.microsoft.com/office/powerpoint/2012/main">
        <p15:guide id="1" orient="horz" pos="4042">
          <p15:clr>
            <a:srgbClr val="FBAE40"/>
          </p15:clr>
        </p15:guide>
        <p15:guide id="2" pos="506">
          <p15:clr>
            <a:srgbClr val="FBAE40"/>
          </p15:clr>
        </p15:guide>
        <p15:guide id="3" orient="horz" pos="528">
          <p15:clr>
            <a:srgbClr val="FBAE40"/>
          </p15:clr>
        </p15:guide>
        <p15:guide id="4" pos="7174">
          <p15:clr>
            <a:srgbClr val="FBAE40"/>
          </p15:clr>
        </p15:guide>
        <p15:guide id="5" pos="3840">
          <p15:clr>
            <a:srgbClr val="FBAE40"/>
          </p15:clr>
        </p15:guide>
        <p15:guide id="6" orient="horz" pos="2160">
          <p15:clr>
            <a:srgbClr val="FBAE40"/>
          </p15:clr>
        </p15:guide>
        <p15:guide id="7" pos="7401">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71144CC-98A7-494C-8C18-4B4DD609498F}"/>
              </a:ext>
            </a:extLst>
          </p:cNvPr>
          <p:cNvSpPr>
            <a:spLocks noGrp="1"/>
          </p:cNvSpPr>
          <p:nvPr>
            <p:ph type="dt" sz="half" idx="10"/>
          </p:nvPr>
        </p:nvSpPr>
        <p:spPr>
          <a:xfrm>
            <a:off x="10265399" y="5810623"/>
            <a:ext cx="1080000" cy="234000"/>
          </a:xfrm>
          <a:prstGeom prst="rect">
            <a:avLst/>
          </a:prstGeom>
        </p:spPr>
        <p:txBody>
          <a:bodyPr anchor="b" anchorCtr="0"/>
          <a:lstStyle>
            <a:lvl1pPr>
              <a:defRPr>
                <a:solidFill>
                  <a:schemeClr val="bg1"/>
                </a:solidFill>
              </a:defRPr>
            </a:lvl1pPr>
          </a:lstStyle>
          <a:p>
            <a:fld id="{3BDA9C29-DD8E-4518-B4D3-44806885A5F9}" type="datetime1">
              <a:rPr lang="en-US" noProof="0" smtClean="0"/>
              <a:t>5/15/25</a:t>
            </a:fld>
            <a:endParaRPr lang="en-US" noProof="0"/>
          </a:p>
        </p:txBody>
      </p:sp>
      <p:sp>
        <p:nvSpPr>
          <p:cNvPr id="5" name="Footer Placeholder 4">
            <a:extLst>
              <a:ext uri="{FF2B5EF4-FFF2-40B4-BE49-F238E27FC236}">
                <a16:creationId xmlns:a16="http://schemas.microsoft.com/office/drawing/2014/main" id="{5287AD20-725D-45E4-8D6A-08EF4C81833B}"/>
              </a:ext>
            </a:extLst>
          </p:cNvPr>
          <p:cNvSpPr>
            <a:spLocks noGrp="1"/>
          </p:cNvSpPr>
          <p:nvPr>
            <p:ph type="ftr" sz="quarter" idx="11"/>
          </p:nvPr>
        </p:nvSpPr>
        <p:spPr>
          <a:xfrm>
            <a:off x="7230599" y="6057923"/>
            <a:ext cx="4114800" cy="234000"/>
          </a:xfrm>
          <a:prstGeom prst="rect">
            <a:avLst/>
          </a:prstGeom>
        </p:spPr>
        <p:txBody>
          <a:bodyPr/>
          <a:lstStyle>
            <a:lvl1pPr>
              <a:defRPr>
                <a:solidFill>
                  <a:schemeClr val="bg1"/>
                </a:solidFill>
              </a:defRPr>
            </a:lvl1pPr>
          </a:lstStyle>
          <a:p>
            <a:r>
              <a:rPr lang="en-US" noProof="0"/>
              <a:t>ADD A FOOADDTER</a:t>
            </a:r>
          </a:p>
        </p:txBody>
      </p:sp>
      <p:sp>
        <p:nvSpPr>
          <p:cNvPr id="6" name="Slide Number Placeholder 5">
            <a:extLst>
              <a:ext uri="{FF2B5EF4-FFF2-40B4-BE49-F238E27FC236}">
                <a16:creationId xmlns:a16="http://schemas.microsoft.com/office/drawing/2014/main" id="{F586A1DB-63FF-4850-A872-85EE7C08769C}"/>
              </a:ext>
            </a:extLst>
          </p:cNvPr>
          <p:cNvSpPr>
            <a:spLocks noGrp="1"/>
          </p:cNvSpPr>
          <p:nvPr>
            <p:ph type="sldNum" sz="quarter" idx="12"/>
          </p:nvPr>
        </p:nvSpPr>
        <p:spPr>
          <a:xfrm>
            <a:off x="641478" y="6057923"/>
            <a:ext cx="394063" cy="234000"/>
          </a:xfrm>
          <a:prstGeom prst="rect">
            <a:avLst/>
          </a:prstGeom>
        </p:spPr>
        <p:txBody>
          <a:bodyPr/>
          <a:lstStyle>
            <a:lvl1pPr>
              <a:defRPr>
                <a:solidFill>
                  <a:schemeClr val="bg1"/>
                </a:solidFill>
              </a:defRPr>
            </a:lvl1pPr>
          </a:lstStyle>
          <a:p>
            <a:fld id="{3CE5352E-9B9F-4EDC-8769-7FA3D3F814C7}" type="slidenum">
              <a:rPr lang="en-US" noProof="0" smtClean="0"/>
              <a:pPr/>
              <a:t>‹#›</a:t>
            </a:fld>
            <a:endParaRPr lang="en-US" noProof="0"/>
          </a:p>
        </p:txBody>
      </p:sp>
      <p:sp>
        <p:nvSpPr>
          <p:cNvPr id="11" name="Title 1">
            <a:extLst>
              <a:ext uri="{FF2B5EF4-FFF2-40B4-BE49-F238E27FC236}">
                <a16:creationId xmlns:a16="http://schemas.microsoft.com/office/drawing/2014/main" id="{ED46F9B8-64BA-45E5-845E-CA6696C25C5F}"/>
              </a:ext>
            </a:extLst>
          </p:cNvPr>
          <p:cNvSpPr>
            <a:spLocks noGrp="1"/>
          </p:cNvSpPr>
          <p:nvPr>
            <p:ph type="title"/>
          </p:nvPr>
        </p:nvSpPr>
        <p:spPr>
          <a:xfrm>
            <a:off x="2394975" y="742867"/>
            <a:ext cx="7402050" cy="566931"/>
          </a:xfrm>
        </p:spPr>
        <p:txBody>
          <a:bodyPr lIns="36000" tIns="0" rIns="0" bIns="0"/>
          <a:lstStyle>
            <a:lvl1pPr algn="ctr">
              <a:defRPr/>
            </a:lvl1pPr>
          </a:lstStyle>
          <a:p>
            <a:r>
              <a:rPr lang="en-US" noProof="0"/>
              <a:t>Click to edit Master title style</a:t>
            </a:r>
          </a:p>
        </p:txBody>
      </p:sp>
      <p:sp>
        <p:nvSpPr>
          <p:cNvPr id="8" name="Picture Placeholder 2">
            <a:extLst>
              <a:ext uri="{FF2B5EF4-FFF2-40B4-BE49-F238E27FC236}">
                <a16:creationId xmlns:a16="http://schemas.microsoft.com/office/drawing/2014/main" id="{704937D3-320F-475C-B607-8D8AE31FF3A3}"/>
              </a:ext>
            </a:extLst>
          </p:cNvPr>
          <p:cNvSpPr>
            <a:spLocks noGrp="1"/>
          </p:cNvSpPr>
          <p:nvPr>
            <p:ph type="pic" idx="1"/>
          </p:nvPr>
        </p:nvSpPr>
        <p:spPr>
          <a:xfrm>
            <a:off x="458724" y="2277980"/>
            <a:ext cx="11290364" cy="4122820"/>
          </a:xfrm>
        </p:spPr>
        <p:txBody>
          <a:bodyPr anchor="ctr" anchorCtr="0"/>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p>
        </p:txBody>
      </p:sp>
      <p:sp>
        <p:nvSpPr>
          <p:cNvPr id="10" name="Text Placeholder 3">
            <a:extLst>
              <a:ext uri="{FF2B5EF4-FFF2-40B4-BE49-F238E27FC236}">
                <a16:creationId xmlns:a16="http://schemas.microsoft.com/office/drawing/2014/main" id="{68404903-B722-4F8B-94E9-F478DB3A75E2}"/>
              </a:ext>
            </a:extLst>
          </p:cNvPr>
          <p:cNvSpPr>
            <a:spLocks noGrp="1"/>
          </p:cNvSpPr>
          <p:nvPr>
            <p:ph type="body" sz="half" idx="2" hasCustomPrompt="1"/>
          </p:nvPr>
        </p:nvSpPr>
        <p:spPr>
          <a:xfrm>
            <a:off x="2394975" y="1377834"/>
            <a:ext cx="7402050" cy="540000"/>
          </a:xfrm>
        </p:spPr>
        <p:txBody>
          <a:bodyPr vert="horz" lIns="36000" tIns="0" rIns="0" bIns="0" rtlCol="0">
            <a:normAutofit/>
          </a:bodyPr>
          <a:lstStyle>
            <a:lvl1pPr marL="0" indent="0" algn="ctr">
              <a:buNone/>
              <a:defRPr lang="en-US" sz="1800">
                <a:solidFill>
                  <a:schemeClr val="tx2"/>
                </a:solidFill>
              </a:defRPr>
            </a:lvl1pPr>
          </a:lstStyle>
          <a:p>
            <a:pPr marL="228600" lvl="0" indent="-228600" algn="ctr"/>
            <a:r>
              <a:rPr lang="en-US" noProof="0"/>
              <a:t>Edit Master text styles</a:t>
            </a:r>
          </a:p>
        </p:txBody>
      </p:sp>
    </p:spTree>
    <p:extLst>
      <p:ext uri="{BB962C8B-B14F-4D97-AF65-F5344CB8AC3E}">
        <p14:creationId xmlns:p14="http://schemas.microsoft.com/office/powerpoint/2010/main" val="3009438250"/>
      </p:ext>
    </p:extLst>
  </p:cSld>
  <p:clrMapOvr>
    <a:masterClrMapping/>
  </p:clrMapOvr>
  <p:extLst>
    <p:ext uri="{DCECCB84-F9BA-43D5-87BE-67443E8EF086}">
      <p15:sldGuideLst xmlns:p15="http://schemas.microsoft.com/office/powerpoint/2012/main">
        <p15:guide id="5" pos="3840">
          <p15:clr>
            <a:srgbClr val="FBAE40"/>
          </p15:clr>
        </p15:guide>
        <p15:guide id="6" orient="horz" pos="2160">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Manu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9C1590D-4639-4494-A37B-A15E7114FE5B}"/>
              </a:ext>
            </a:extLst>
          </p:cNvPr>
          <p:cNvSpPr>
            <a:spLocks noGrp="1"/>
          </p:cNvSpPr>
          <p:nvPr>
            <p:ph type="title"/>
          </p:nvPr>
        </p:nvSpPr>
        <p:spPr>
          <a:xfrm>
            <a:off x="838200" y="742867"/>
            <a:ext cx="9037320" cy="566931"/>
          </a:xfrm>
        </p:spPr>
        <p:txBody>
          <a:bodyPr lIns="36000" tIns="0" rIns="0" bIns="0"/>
          <a:lstStyle/>
          <a:p>
            <a:r>
              <a:rPr lang="en-US"/>
              <a:t>Click to edit Master title style</a:t>
            </a:r>
            <a:endParaRPr lang="ru-RU"/>
          </a:p>
        </p:txBody>
      </p:sp>
      <p:sp>
        <p:nvSpPr>
          <p:cNvPr id="7" name="Text Placeholder 3">
            <a:extLst>
              <a:ext uri="{FF2B5EF4-FFF2-40B4-BE49-F238E27FC236}">
                <a16:creationId xmlns:a16="http://schemas.microsoft.com/office/drawing/2014/main" id="{E40C1F5F-4B50-4906-83E6-9A2F1CB1F66E}"/>
              </a:ext>
            </a:extLst>
          </p:cNvPr>
          <p:cNvSpPr>
            <a:spLocks noGrp="1"/>
          </p:cNvSpPr>
          <p:nvPr>
            <p:ph type="body" sz="half" idx="2"/>
          </p:nvPr>
        </p:nvSpPr>
        <p:spPr>
          <a:xfrm>
            <a:off x="898161" y="2982416"/>
            <a:ext cx="1645920" cy="519503"/>
          </a:xfrm>
        </p:spPr>
        <p:txBody>
          <a:bodyPr lIns="0" tIns="0" rIns="0" bIns="0" anchor="t" anchorCtr="0">
            <a:normAutofit/>
          </a:bodyPr>
          <a:lstStyle>
            <a:lvl1pPr marL="0" indent="0">
              <a:lnSpc>
                <a:spcPct val="100000"/>
              </a:lnSpc>
              <a:spcBef>
                <a:spcPts val="0"/>
              </a:spcBef>
              <a:buNone/>
              <a:defRPr lang="en-US" sz="1200" kern="1200" dirty="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Text Placeholder 3">
            <a:extLst>
              <a:ext uri="{FF2B5EF4-FFF2-40B4-BE49-F238E27FC236}">
                <a16:creationId xmlns:a16="http://schemas.microsoft.com/office/drawing/2014/main" id="{172EC0A4-5E0C-44C7-B8BF-100C17934C9D}"/>
              </a:ext>
            </a:extLst>
          </p:cNvPr>
          <p:cNvSpPr>
            <a:spLocks noGrp="1"/>
          </p:cNvSpPr>
          <p:nvPr>
            <p:ph type="body" sz="half" idx="34" hasCustomPrompt="1"/>
          </p:nvPr>
        </p:nvSpPr>
        <p:spPr>
          <a:xfrm>
            <a:off x="1399426" y="1924687"/>
            <a:ext cx="2469965" cy="982274"/>
          </a:xfrm>
        </p:spPr>
        <p:txBody>
          <a:bodyPr lIns="0" rIns="0" bIns="0" anchor="ctr" anchorCtr="0">
            <a:normAutofit/>
          </a:bodyPr>
          <a:lstStyle>
            <a:lvl1pPr marL="0" indent="0">
              <a:spcBef>
                <a:spcPts val="0"/>
              </a:spcBef>
              <a:buNone/>
              <a:defRPr lang="en-US" sz="2200" b="1" kern="1200" dirty="0">
                <a:solidFill>
                  <a:schemeClr val="tx1"/>
                </a:solidFill>
                <a:latin typeface="+mj-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Master text</a:t>
            </a:r>
            <a:br>
              <a:rPr lang="en-US"/>
            </a:br>
            <a:r>
              <a:rPr lang="en-US"/>
              <a:t>styles</a:t>
            </a:r>
          </a:p>
        </p:txBody>
      </p:sp>
      <p:sp>
        <p:nvSpPr>
          <p:cNvPr id="11" name="Text Placeholder 3">
            <a:extLst>
              <a:ext uri="{FF2B5EF4-FFF2-40B4-BE49-F238E27FC236}">
                <a16:creationId xmlns:a16="http://schemas.microsoft.com/office/drawing/2014/main" id="{709E18E3-2E11-4B74-AF2C-001F81DE3F24}"/>
              </a:ext>
            </a:extLst>
          </p:cNvPr>
          <p:cNvSpPr>
            <a:spLocks noGrp="1"/>
          </p:cNvSpPr>
          <p:nvPr>
            <p:ph type="body" sz="half" idx="36"/>
          </p:nvPr>
        </p:nvSpPr>
        <p:spPr>
          <a:xfrm>
            <a:off x="2611286" y="2982416"/>
            <a:ext cx="1389888" cy="519503"/>
          </a:xfrm>
        </p:spPr>
        <p:txBody>
          <a:bodyPr lIns="0" tIns="0" rIns="0" bIns="0" anchor="t" anchorCtr="0">
            <a:normAutofit/>
          </a:bodyPr>
          <a:lstStyle>
            <a:lvl1pPr marL="0" indent="0">
              <a:lnSpc>
                <a:spcPct val="100000"/>
              </a:lnSpc>
              <a:spcBef>
                <a:spcPts val="0"/>
              </a:spcBef>
              <a:buNone/>
              <a:defRPr lang="en-US" sz="1200" kern="1200" dirty="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12" name="Picture Placeholder 12">
            <a:extLst>
              <a:ext uri="{FF2B5EF4-FFF2-40B4-BE49-F238E27FC236}">
                <a16:creationId xmlns:a16="http://schemas.microsoft.com/office/drawing/2014/main" id="{D61E6447-2CC7-47A3-8681-4133CCCB54D6}"/>
              </a:ext>
            </a:extLst>
          </p:cNvPr>
          <p:cNvSpPr>
            <a:spLocks noGrp="1"/>
          </p:cNvSpPr>
          <p:nvPr>
            <p:ph type="pic" sz="quarter" idx="37"/>
          </p:nvPr>
        </p:nvSpPr>
        <p:spPr>
          <a:xfrm>
            <a:off x="890694" y="3605411"/>
            <a:ext cx="1636776" cy="1618488"/>
          </a:xfrm>
        </p:spPr>
        <p:txBody>
          <a:bodyPr anchor="ctr" anchorCtr="0">
            <a:noAutofit/>
          </a:bodyPr>
          <a:lstStyle>
            <a:lvl1pPr marL="0" indent="0" algn="ctr">
              <a:buNone/>
              <a:defRPr sz="1400"/>
            </a:lvl1pPr>
          </a:lstStyle>
          <a:p>
            <a:r>
              <a:rPr lang="en-US"/>
              <a:t>Click icon to add picture</a:t>
            </a:r>
            <a:endParaRPr lang="ru-RU"/>
          </a:p>
        </p:txBody>
      </p:sp>
      <p:sp>
        <p:nvSpPr>
          <p:cNvPr id="13" name="Picture Placeholder 12">
            <a:extLst>
              <a:ext uri="{FF2B5EF4-FFF2-40B4-BE49-F238E27FC236}">
                <a16:creationId xmlns:a16="http://schemas.microsoft.com/office/drawing/2014/main" id="{CAD91B82-5EEF-4712-A699-B8302B6558DD}"/>
              </a:ext>
            </a:extLst>
          </p:cNvPr>
          <p:cNvSpPr>
            <a:spLocks noGrp="1"/>
          </p:cNvSpPr>
          <p:nvPr>
            <p:ph type="pic" sz="quarter" idx="38"/>
          </p:nvPr>
        </p:nvSpPr>
        <p:spPr>
          <a:xfrm>
            <a:off x="2514673" y="3605411"/>
            <a:ext cx="1636776" cy="1618488"/>
          </a:xfrm>
        </p:spPr>
        <p:txBody>
          <a:bodyPr anchor="ctr" anchorCtr="0">
            <a:noAutofit/>
          </a:bodyPr>
          <a:lstStyle>
            <a:lvl1pPr marL="0" indent="0" algn="ctr">
              <a:buNone/>
              <a:defRPr sz="1400"/>
            </a:lvl1pPr>
          </a:lstStyle>
          <a:p>
            <a:r>
              <a:rPr lang="en-US"/>
              <a:t>Click icon to add picture</a:t>
            </a:r>
            <a:endParaRPr lang="ru-RU"/>
          </a:p>
        </p:txBody>
      </p:sp>
      <p:sp>
        <p:nvSpPr>
          <p:cNvPr id="14" name="Text Placeholder 3">
            <a:extLst>
              <a:ext uri="{FF2B5EF4-FFF2-40B4-BE49-F238E27FC236}">
                <a16:creationId xmlns:a16="http://schemas.microsoft.com/office/drawing/2014/main" id="{57FAEB2B-6A01-4C63-ACA3-03B6E2919E8A}"/>
              </a:ext>
            </a:extLst>
          </p:cNvPr>
          <p:cNvSpPr>
            <a:spLocks noGrp="1"/>
          </p:cNvSpPr>
          <p:nvPr>
            <p:ph type="body" sz="half" idx="39"/>
          </p:nvPr>
        </p:nvSpPr>
        <p:spPr>
          <a:xfrm>
            <a:off x="4955269" y="2982416"/>
            <a:ext cx="2113508" cy="519503"/>
          </a:xfrm>
        </p:spPr>
        <p:txBody>
          <a:bodyPr lIns="0" tIns="0" rIns="0" bIns="0" anchor="t" anchorCtr="0">
            <a:normAutofit/>
          </a:bodyPr>
          <a:lstStyle>
            <a:lvl1pPr marL="0" indent="0">
              <a:lnSpc>
                <a:spcPct val="100000"/>
              </a:lnSpc>
              <a:spcBef>
                <a:spcPts val="0"/>
              </a:spcBef>
              <a:buNone/>
              <a:defRPr lang="en-US" sz="12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15" name="Text Placeholder 3">
            <a:extLst>
              <a:ext uri="{FF2B5EF4-FFF2-40B4-BE49-F238E27FC236}">
                <a16:creationId xmlns:a16="http://schemas.microsoft.com/office/drawing/2014/main" id="{89680D39-3D54-40CF-ABCB-BA448F099B30}"/>
              </a:ext>
            </a:extLst>
          </p:cNvPr>
          <p:cNvSpPr>
            <a:spLocks noGrp="1"/>
          </p:cNvSpPr>
          <p:nvPr>
            <p:ph type="body" sz="half" idx="40" hasCustomPrompt="1"/>
          </p:nvPr>
        </p:nvSpPr>
        <p:spPr>
          <a:xfrm>
            <a:off x="5509170" y="1924687"/>
            <a:ext cx="1622417" cy="982274"/>
          </a:xfrm>
        </p:spPr>
        <p:txBody>
          <a:bodyPr lIns="0" rIns="0" bIns="0" anchor="ctr" anchorCtr="0">
            <a:normAutofit/>
          </a:bodyPr>
          <a:lstStyle>
            <a:lvl1pPr marL="0" indent="0">
              <a:spcBef>
                <a:spcPts val="0"/>
              </a:spcBef>
              <a:buNone/>
              <a:defRPr lang="en-US" sz="2200" b="1" kern="1200" dirty="0">
                <a:solidFill>
                  <a:schemeClr val="tx1"/>
                </a:solidFill>
                <a:latin typeface="+mj-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Master text</a:t>
            </a:r>
            <a:br>
              <a:rPr lang="en-US"/>
            </a:br>
            <a:r>
              <a:rPr lang="en-US"/>
              <a:t>styles</a:t>
            </a:r>
          </a:p>
        </p:txBody>
      </p:sp>
      <p:sp>
        <p:nvSpPr>
          <p:cNvPr id="17" name="Picture Placeholder 12">
            <a:extLst>
              <a:ext uri="{FF2B5EF4-FFF2-40B4-BE49-F238E27FC236}">
                <a16:creationId xmlns:a16="http://schemas.microsoft.com/office/drawing/2014/main" id="{E81CA5F1-31CE-4D4C-A27D-2B342ECD994A}"/>
              </a:ext>
            </a:extLst>
          </p:cNvPr>
          <p:cNvSpPr>
            <a:spLocks noGrp="1"/>
          </p:cNvSpPr>
          <p:nvPr>
            <p:ph type="pic" sz="quarter" idx="43"/>
          </p:nvPr>
        </p:nvSpPr>
        <p:spPr>
          <a:xfrm>
            <a:off x="4961249" y="3605411"/>
            <a:ext cx="2048256" cy="896112"/>
          </a:xfrm>
        </p:spPr>
        <p:txBody>
          <a:bodyPr anchor="ctr" anchorCtr="0">
            <a:noAutofit/>
          </a:bodyPr>
          <a:lstStyle>
            <a:lvl1pPr marL="0" indent="0" algn="ctr">
              <a:buNone/>
              <a:defRPr sz="1400"/>
            </a:lvl1pPr>
          </a:lstStyle>
          <a:p>
            <a:r>
              <a:rPr lang="en-US"/>
              <a:t>Click icon to add picture</a:t>
            </a:r>
            <a:endParaRPr lang="ru-RU"/>
          </a:p>
        </p:txBody>
      </p:sp>
      <p:sp>
        <p:nvSpPr>
          <p:cNvPr id="19" name="Text Placeholder 3">
            <a:extLst>
              <a:ext uri="{FF2B5EF4-FFF2-40B4-BE49-F238E27FC236}">
                <a16:creationId xmlns:a16="http://schemas.microsoft.com/office/drawing/2014/main" id="{7C3544C3-FDC7-4C8F-A615-9529597C549D}"/>
              </a:ext>
            </a:extLst>
          </p:cNvPr>
          <p:cNvSpPr>
            <a:spLocks noGrp="1"/>
          </p:cNvSpPr>
          <p:nvPr>
            <p:ph type="body" sz="half" idx="45"/>
          </p:nvPr>
        </p:nvSpPr>
        <p:spPr>
          <a:xfrm>
            <a:off x="7915161" y="2982416"/>
            <a:ext cx="2197045" cy="519503"/>
          </a:xfrm>
        </p:spPr>
        <p:txBody>
          <a:bodyPr lIns="0" tIns="0" rIns="0" bIns="0" anchor="t" anchorCtr="0">
            <a:normAutofit/>
          </a:bodyPr>
          <a:lstStyle>
            <a:lvl1pPr marL="0" indent="0">
              <a:lnSpc>
                <a:spcPct val="100000"/>
              </a:lnSpc>
              <a:spcBef>
                <a:spcPts val="0"/>
              </a:spcBef>
              <a:buNone/>
              <a:defRPr lang="en-US" sz="12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22" name="Text Placeholder 3">
            <a:extLst>
              <a:ext uri="{FF2B5EF4-FFF2-40B4-BE49-F238E27FC236}">
                <a16:creationId xmlns:a16="http://schemas.microsoft.com/office/drawing/2014/main" id="{7691DC2D-3064-4822-9D2D-80D59EA85EBB}"/>
              </a:ext>
            </a:extLst>
          </p:cNvPr>
          <p:cNvSpPr>
            <a:spLocks noGrp="1"/>
          </p:cNvSpPr>
          <p:nvPr>
            <p:ph type="body" sz="half" idx="46" hasCustomPrompt="1"/>
          </p:nvPr>
        </p:nvSpPr>
        <p:spPr>
          <a:xfrm>
            <a:off x="8469062" y="1924687"/>
            <a:ext cx="1622417" cy="982274"/>
          </a:xfrm>
        </p:spPr>
        <p:txBody>
          <a:bodyPr lIns="0" rIns="0" bIns="0" anchor="ctr" anchorCtr="0">
            <a:normAutofit/>
          </a:bodyPr>
          <a:lstStyle>
            <a:lvl1pPr marL="0" indent="0">
              <a:spcBef>
                <a:spcPts val="0"/>
              </a:spcBef>
              <a:buNone/>
              <a:defRPr lang="en-US" sz="2200" b="1" kern="1200" dirty="0">
                <a:solidFill>
                  <a:schemeClr val="tx1"/>
                </a:solidFill>
                <a:latin typeface="+mj-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Master text</a:t>
            </a:r>
            <a:br>
              <a:rPr lang="en-US"/>
            </a:br>
            <a:r>
              <a:rPr lang="en-US"/>
              <a:t>styles</a:t>
            </a:r>
          </a:p>
        </p:txBody>
      </p:sp>
      <p:sp>
        <p:nvSpPr>
          <p:cNvPr id="24" name="Picture Placeholder 12">
            <a:extLst>
              <a:ext uri="{FF2B5EF4-FFF2-40B4-BE49-F238E27FC236}">
                <a16:creationId xmlns:a16="http://schemas.microsoft.com/office/drawing/2014/main" id="{130FD286-B22E-4EEB-8B67-4CE7BF2FBA89}"/>
              </a:ext>
            </a:extLst>
          </p:cNvPr>
          <p:cNvSpPr>
            <a:spLocks noGrp="1"/>
          </p:cNvSpPr>
          <p:nvPr>
            <p:ph type="pic" sz="quarter" idx="48"/>
          </p:nvPr>
        </p:nvSpPr>
        <p:spPr>
          <a:xfrm>
            <a:off x="7921141" y="3605411"/>
            <a:ext cx="1280160" cy="896112"/>
          </a:xfrm>
          <a:ln>
            <a:solidFill>
              <a:schemeClr val="accent5"/>
            </a:solidFill>
          </a:ln>
        </p:spPr>
        <p:txBody>
          <a:bodyPr anchor="ctr" anchorCtr="0">
            <a:noAutofit/>
          </a:bodyPr>
          <a:lstStyle>
            <a:lvl1pPr marL="0" indent="0" algn="ctr">
              <a:buNone/>
              <a:defRPr sz="1400"/>
            </a:lvl1pPr>
          </a:lstStyle>
          <a:p>
            <a:r>
              <a:rPr lang="en-US"/>
              <a:t>Click icon to add picture</a:t>
            </a:r>
            <a:endParaRPr lang="ru-RU"/>
          </a:p>
        </p:txBody>
      </p:sp>
      <p:sp>
        <p:nvSpPr>
          <p:cNvPr id="25" name="Text Placeholder 3">
            <a:extLst>
              <a:ext uri="{FF2B5EF4-FFF2-40B4-BE49-F238E27FC236}">
                <a16:creationId xmlns:a16="http://schemas.microsoft.com/office/drawing/2014/main" id="{EDCAE751-A04A-4A9B-8EE4-3E1B64E955F3}"/>
              </a:ext>
            </a:extLst>
          </p:cNvPr>
          <p:cNvSpPr>
            <a:spLocks noGrp="1"/>
          </p:cNvSpPr>
          <p:nvPr>
            <p:ph type="body" sz="half" idx="49"/>
          </p:nvPr>
        </p:nvSpPr>
        <p:spPr>
          <a:xfrm>
            <a:off x="7888266" y="4704396"/>
            <a:ext cx="2223939" cy="519503"/>
          </a:xfrm>
        </p:spPr>
        <p:txBody>
          <a:bodyPr lIns="0" tIns="0" rIns="0" bIns="0" anchor="t" anchorCtr="0">
            <a:normAutofit/>
          </a:bodyPr>
          <a:lstStyle>
            <a:lvl1pPr marL="0" indent="0">
              <a:lnSpc>
                <a:spcPct val="100000"/>
              </a:lnSpc>
              <a:spcBef>
                <a:spcPts val="0"/>
              </a:spcBef>
              <a:buNone/>
              <a:defRPr lang="en-US" sz="12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26" name="Text Placeholder 3">
            <a:extLst>
              <a:ext uri="{FF2B5EF4-FFF2-40B4-BE49-F238E27FC236}">
                <a16:creationId xmlns:a16="http://schemas.microsoft.com/office/drawing/2014/main" id="{21FD07BB-52C2-4F52-A969-6778D844E8D4}"/>
              </a:ext>
            </a:extLst>
          </p:cNvPr>
          <p:cNvSpPr>
            <a:spLocks noGrp="1"/>
          </p:cNvSpPr>
          <p:nvPr>
            <p:ph type="body" sz="half" idx="50"/>
          </p:nvPr>
        </p:nvSpPr>
        <p:spPr>
          <a:xfrm>
            <a:off x="874713" y="5838788"/>
            <a:ext cx="8993089" cy="365122"/>
          </a:xfrm>
        </p:spPr>
        <p:txBody>
          <a:bodyPr lIns="0" tIns="0" rIns="0" bIns="0" anchor="t" anchorCtr="0">
            <a:normAutofit/>
          </a:bodyPr>
          <a:lstStyle>
            <a:lvl1pPr marL="0" indent="0" algn="l">
              <a:lnSpc>
                <a:spcPct val="100000"/>
              </a:lnSpc>
              <a:spcBef>
                <a:spcPts val="0"/>
              </a:spcBef>
              <a:buNone/>
              <a:defRPr lang="en-US" sz="12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2E1D5C74-7DD8-44F1-8142-1961D0C932B3}"/>
              </a:ext>
            </a:extLst>
          </p:cNvPr>
          <p:cNvSpPr>
            <a:spLocks noGrp="1"/>
          </p:cNvSpPr>
          <p:nvPr>
            <p:ph type="body" sz="half" idx="51"/>
          </p:nvPr>
        </p:nvSpPr>
        <p:spPr>
          <a:xfrm>
            <a:off x="4955269" y="4704395"/>
            <a:ext cx="2048256" cy="519503"/>
          </a:xfrm>
        </p:spPr>
        <p:txBody>
          <a:bodyPr lIns="0" tIns="0" rIns="0" bIns="0" anchor="t" anchorCtr="0">
            <a:normAutofit/>
          </a:bodyPr>
          <a:lstStyle>
            <a:lvl1pPr marL="0" indent="0">
              <a:lnSpc>
                <a:spcPct val="100000"/>
              </a:lnSpc>
              <a:spcBef>
                <a:spcPts val="0"/>
              </a:spcBef>
              <a:buNone/>
              <a:defRPr lang="en-US" sz="12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28" name="Text Placeholder 7">
            <a:extLst>
              <a:ext uri="{FF2B5EF4-FFF2-40B4-BE49-F238E27FC236}">
                <a16:creationId xmlns:a16="http://schemas.microsoft.com/office/drawing/2014/main" id="{9A6D3509-A776-4654-B6B2-F528C9FE78EA}"/>
              </a:ext>
            </a:extLst>
          </p:cNvPr>
          <p:cNvSpPr>
            <a:spLocks noGrp="1"/>
          </p:cNvSpPr>
          <p:nvPr>
            <p:ph type="body" sz="quarter" idx="25" hasCustomPrompt="1"/>
          </p:nvPr>
        </p:nvSpPr>
        <p:spPr>
          <a:xfrm>
            <a:off x="838200" y="1951635"/>
            <a:ext cx="558402" cy="896112"/>
          </a:xfrm>
        </p:spPr>
        <p:txBody>
          <a:bodyPr lIns="0" tIns="0" rIns="0" bIns="0">
            <a:noAutofit/>
          </a:bodyPr>
          <a:lstStyle>
            <a:lvl1pPr marL="0" indent="0" algn="l">
              <a:buNone/>
              <a:defRPr sz="7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a:t>1</a:t>
            </a:r>
            <a:endParaRPr lang="ru-RU"/>
          </a:p>
        </p:txBody>
      </p:sp>
      <p:sp>
        <p:nvSpPr>
          <p:cNvPr id="29" name="Text Placeholder 7">
            <a:extLst>
              <a:ext uri="{FF2B5EF4-FFF2-40B4-BE49-F238E27FC236}">
                <a16:creationId xmlns:a16="http://schemas.microsoft.com/office/drawing/2014/main" id="{BCA4A1CD-2E82-40FA-88EC-3D9F238493C2}"/>
              </a:ext>
            </a:extLst>
          </p:cNvPr>
          <p:cNvSpPr>
            <a:spLocks noGrp="1"/>
          </p:cNvSpPr>
          <p:nvPr>
            <p:ph type="body" sz="quarter" idx="52" hasCustomPrompt="1"/>
          </p:nvPr>
        </p:nvSpPr>
        <p:spPr>
          <a:xfrm>
            <a:off x="4927665" y="1927715"/>
            <a:ext cx="558402" cy="896112"/>
          </a:xfrm>
        </p:spPr>
        <p:txBody>
          <a:bodyPr lIns="0" tIns="0" rIns="0" bIns="0">
            <a:noAutofit/>
          </a:bodyPr>
          <a:lstStyle>
            <a:lvl1pPr marL="0" indent="0" algn="l">
              <a:buNone/>
              <a:defRPr sz="7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a:t>1</a:t>
            </a:r>
            <a:endParaRPr lang="ru-RU"/>
          </a:p>
        </p:txBody>
      </p:sp>
      <p:sp>
        <p:nvSpPr>
          <p:cNvPr id="30" name="Text Placeholder 7">
            <a:extLst>
              <a:ext uri="{FF2B5EF4-FFF2-40B4-BE49-F238E27FC236}">
                <a16:creationId xmlns:a16="http://schemas.microsoft.com/office/drawing/2014/main" id="{476CA787-1443-453E-A0C1-A9391E1B647D}"/>
              </a:ext>
            </a:extLst>
          </p:cNvPr>
          <p:cNvSpPr>
            <a:spLocks noGrp="1"/>
          </p:cNvSpPr>
          <p:nvPr>
            <p:ph type="body" sz="quarter" idx="53" hasCustomPrompt="1"/>
          </p:nvPr>
        </p:nvSpPr>
        <p:spPr>
          <a:xfrm>
            <a:off x="7888266" y="1931188"/>
            <a:ext cx="558402" cy="896112"/>
          </a:xfrm>
        </p:spPr>
        <p:txBody>
          <a:bodyPr lIns="0" tIns="0" rIns="0" bIns="0">
            <a:noAutofit/>
          </a:bodyPr>
          <a:lstStyle>
            <a:lvl1pPr marL="0" indent="0" algn="l">
              <a:buNone/>
              <a:defRPr sz="7000" b="1">
                <a:gradFill flip="none" rotWithShape="1">
                  <a:gsLst>
                    <a:gs pos="100000">
                      <a:srgbClr val="6D3B4F"/>
                    </a:gs>
                    <a:gs pos="0">
                      <a:schemeClr val="bg2"/>
                    </a:gs>
                  </a:gsLst>
                  <a:lin ang="10800000" scaled="1"/>
                  <a:tileRect/>
                </a:gradFill>
                <a:latin typeface="+mj-lt"/>
                <a:ea typeface="Tahoma" panose="020B0604030504040204" pitchFamily="34" charset="0"/>
                <a:cs typeface="Tahoma" panose="020B0604030504040204" pitchFamily="34" charset="0"/>
              </a:defRPr>
            </a:lvl1pPr>
          </a:lstStyle>
          <a:p>
            <a:pPr lvl="0"/>
            <a:r>
              <a:rPr lang="en-US"/>
              <a:t>1</a:t>
            </a:r>
            <a:endParaRPr lang="ru-RU"/>
          </a:p>
        </p:txBody>
      </p:sp>
    </p:spTree>
    <p:extLst>
      <p:ext uri="{BB962C8B-B14F-4D97-AF65-F5344CB8AC3E}">
        <p14:creationId xmlns:p14="http://schemas.microsoft.com/office/powerpoint/2010/main" val="1190583322"/>
      </p:ext>
    </p:extLst>
  </p:cSld>
  <p:clrMapOvr>
    <a:masterClrMapping/>
  </p:clrMapOvr>
  <p:extLst>
    <p:ext uri="{DCECCB84-F9BA-43D5-87BE-67443E8EF086}">
      <p15:sldGuideLst xmlns:p15="http://schemas.microsoft.com/office/powerpoint/2012/main">
        <p15:guide id="4" orient="horz" pos="550">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11601904" y="6485956"/>
            <a:ext cx="519306" cy="341448"/>
          </a:xfrm>
          <a:prstGeom prst="rect">
            <a:avLst/>
          </a:prstGeom>
        </p:spPr>
        <p:txBody>
          <a:bodyPr/>
          <a:lstStyle/>
          <a:p>
            <a:fld id="{7637C876-53AA-4F9C-90F3-B0832C3D96F1}" type="slidenum">
              <a:rPr lang="en-US" smtClean="0"/>
              <a:t>‹#›</a:t>
            </a:fld>
            <a:endParaRPr lang="en-US"/>
          </a:p>
        </p:txBody>
      </p:sp>
      <p:sp>
        <p:nvSpPr>
          <p:cNvPr id="7" name="Title 1">
            <a:extLst>
              <a:ext uri="{FF2B5EF4-FFF2-40B4-BE49-F238E27FC236}">
                <a16:creationId xmlns:a16="http://schemas.microsoft.com/office/drawing/2014/main" id="{F4D148B1-05D4-4A2C-B7D7-79DB32E90CAB}"/>
              </a:ext>
            </a:extLst>
          </p:cNvPr>
          <p:cNvSpPr>
            <a:spLocks noGrp="1"/>
          </p:cNvSpPr>
          <p:nvPr>
            <p:ph type="title"/>
          </p:nvPr>
        </p:nvSpPr>
        <p:spPr>
          <a:xfrm>
            <a:off x="202019" y="411195"/>
            <a:ext cx="11653283" cy="473075"/>
          </a:xfrm>
        </p:spPr>
        <p:txBody>
          <a:bodyPr/>
          <a:lstStyle>
            <a:lvl1pPr>
              <a:defRPr sz="2400"/>
            </a:lvl1pPr>
          </a:lstStyle>
          <a:p>
            <a:r>
              <a:rPr lang="en-US"/>
              <a:t>Click to edit Master title style</a:t>
            </a:r>
            <a:endParaRPr lang="en-IN"/>
          </a:p>
        </p:txBody>
      </p:sp>
    </p:spTree>
    <p:extLst>
      <p:ext uri="{BB962C8B-B14F-4D97-AF65-F5344CB8AC3E}">
        <p14:creationId xmlns:p14="http://schemas.microsoft.com/office/powerpoint/2010/main" val="3447797421"/>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userDrawn="1">
  <p:cSld name="11_Title Slide">
    <p:bg>
      <p:bgPr>
        <a:solidFill>
          <a:schemeClr val="bg1"/>
        </a:solidFill>
        <a:effectLst/>
      </p:bgPr>
    </p:bg>
    <p:spTree>
      <p:nvGrpSpPr>
        <p:cNvPr id="1" name=""/>
        <p:cNvGrpSpPr/>
        <p:nvPr/>
      </p:nvGrpSpPr>
      <p:grpSpPr>
        <a:xfrm>
          <a:off x="0" y="0"/>
          <a:ext cx="0" cy="0"/>
          <a:chOff x="0" y="0"/>
          <a:chExt cx="0" cy="0"/>
        </a:xfrm>
      </p:grpSpPr>
      <p:sp>
        <p:nvSpPr>
          <p:cNvPr id="11" name="Title 1"/>
          <p:cNvSpPr>
            <a:spLocks noGrp="1"/>
          </p:cNvSpPr>
          <p:nvPr>
            <p:ph type="title"/>
          </p:nvPr>
        </p:nvSpPr>
        <p:spPr>
          <a:xfrm>
            <a:off x="444111" y="418323"/>
            <a:ext cx="6128140" cy="534178"/>
          </a:xfrm>
          <a:prstGeom prst="rect">
            <a:avLst/>
          </a:prstGeom>
        </p:spPr>
        <p:txBody>
          <a:bodyPr anchor="b">
            <a:normAutofit/>
          </a:bodyPr>
          <a:lstStyle>
            <a:lvl1pPr>
              <a:defRPr sz="2800" b="1">
                <a:solidFill>
                  <a:schemeClr val="bg2">
                    <a:lumMod val="50000"/>
                  </a:schemeClr>
                </a:solidFill>
              </a:defRPr>
            </a:lvl1pPr>
          </a:lstStyle>
          <a:p>
            <a:r>
              <a:rPr lang="en-US"/>
              <a:t>Click to edit Master title style</a:t>
            </a:r>
          </a:p>
        </p:txBody>
      </p:sp>
      <p:sp>
        <p:nvSpPr>
          <p:cNvPr id="2" name="Date Placeholder 1">
            <a:extLst>
              <a:ext uri="{FF2B5EF4-FFF2-40B4-BE49-F238E27FC236}">
                <a16:creationId xmlns:a16="http://schemas.microsoft.com/office/drawing/2014/main" id="{BF59D268-7594-4018-8731-2D18C0709FE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9EF08FB6-9A75-43EC-A20D-8D3A76747720}"/>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216088814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18" name="Oval 17"/>
          <p:cNvSpPr/>
          <p:nvPr/>
        </p:nvSpPr>
        <p:spPr>
          <a:xfrm>
            <a:off x="384176" y="6393180"/>
            <a:ext cx="341448" cy="34144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lide Number Placeholder 5"/>
          <p:cNvSpPr txBox="1">
            <a:spLocks/>
          </p:cNvSpPr>
          <p:nvPr userDrawn="1"/>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
        <p:nvSpPr>
          <p:cNvPr id="31" name="Rectangle 2">
            <a:extLst>
              <a:ext uri="{FF2B5EF4-FFF2-40B4-BE49-F238E27FC236}">
                <a16:creationId xmlns:a16="http://schemas.microsoft.com/office/drawing/2014/main" id="{9DE4DB56-93C1-41B7-9924-1897F7617F0F}"/>
              </a:ext>
            </a:extLst>
          </p:cNvPr>
          <p:cNvSpPr/>
          <p:nvPr userDrawn="1"/>
        </p:nvSpPr>
        <p:spPr>
          <a:xfrm>
            <a:off x="0" y="-8905"/>
            <a:ext cx="9875520" cy="132277"/>
          </a:xfrm>
          <a:custGeom>
            <a:avLst/>
            <a:gdLst>
              <a:gd name="connsiteX0" fmla="*/ 0 w 11095348"/>
              <a:gd name="connsiteY0" fmla="*/ 0 h 141402"/>
              <a:gd name="connsiteX1" fmla="*/ 11095348 w 11095348"/>
              <a:gd name="connsiteY1" fmla="*/ 0 h 141402"/>
              <a:gd name="connsiteX2" fmla="*/ 11095348 w 11095348"/>
              <a:gd name="connsiteY2" fmla="*/ 141402 h 141402"/>
              <a:gd name="connsiteX3" fmla="*/ 0 w 11095348"/>
              <a:gd name="connsiteY3" fmla="*/ 141402 h 141402"/>
              <a:gd name="connsiteX4" fmla="*/ 0 w 11095348"/>
              <a:gd name="connsiteY4" fmla="*/ 0 h 141402"/>
              <a:gd name="connsiteX0" fmla="*/ 0 w 11323948"/>
              <a:gd name="connsiteY0" fmla="*/ 9525 h 150927"/>
              <a:gd name="connsiteX1" fmla="*/ 11323948 w 11323948"/>
              <a:gd name="connsiteY1" fmla="*/ 0 h 150927"/>
              <a:gd name="connsiteX2" fmla="*/ 11095348 w 11323948"/>
              <a:gd name="connsiteY2" fmla="*/ 150927 h 150927"/>
              <a:gd name="connsiteX3" fmla="*/ 0 w 11323948"/>
              <a:gd name="connsiteY3" fmla="*/ 150927 h 150927"/>
              <a:gd name="connsiteX4" fmla="*/ 0 w 11323948"/>
              <a:gd name="connsiteY4" fmla="*/ 9525 h 150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3948" h="150927">
                <a:moveTo>
                  <a:pt x="0" y="9525"/>
                </a:moveTo>
                <a:lnTo>
                  <a:pt x="11323948" y="0"/>
                </a:lnTo>
                <a:lnTo>
                  <a:pt x="11095348" y="150927"/>
                </a:lnTo>
                <a:lnTo>
                  <a:pt x="0" y="150927"/>
                </a:lnTo>
                <a:lnTo>
                  <a:pt x="0" y="952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017153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18" name="Oval 17"/>
          <p:cNvSpPr/>
          <p:nvPr/>
        </p:nvSpPr>
        <p:spPr>
          <a:xfrm>
            <a:off x="384176" y="6393180"/>
            <a:ext cx="341448" cy="34144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lide Number Placeholder 5"/>
          <p:cNvSpPr txBox="1">
            <a:spLocks/>
          </p:cNvSpPr>
          <p:nvPr userDrawn="1"/>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
        <p:nvSpPr>
          <p:cNvPr id="2" name="Title 1">
            <a:extLst>
              <a:ext uri="{FF2B5EF4-FFF2-40B4-BE49-F238E27FC236}">
                <a16:creationId xmlns:a16="http://schemas.microsoft.com/office/drawing/2014/main" id="{7D4BA78D-5E30-4E30-B805-F01B62857C00}"/>
              </a:ext>
            </a:extLst>
          </p:cNvPr>
          <p:cNvSpPr>
            <a:spLocks noGrp="1"/>
          </p:cNvSpPr>
          <p:nvPr>
            <p:ph type="title"/>
          </p:nvPr>
        </p:nvSpPr>
        <p:spPr>
          <a:xfrm>
            <a:off x="202019" y="411195"/>
            <a:ext cx="11653283" cy="473075"/>
          </a:xfrm>
        </p:spPr>
        <p:txBody>
          <a:bodyPr/>
          <a:lstStyle>
            <a:lvl1pPr>
              <a:defRPr sz="2400"/>
            </a:lvl1pPr>
          </a:lstStyle>
          <a:p>
            <a:r>
              <a:rPr lang="en-US"/>
              <a:t>Click to edit Master title style</a:t>
            </a:r>
            <a:endParaRPr lang="en-IN"/>
          </a:p>
        </p:txBody>
      </p:sp>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838199" y="1398588"/>
            <a:ext cx="10515599" cy="47672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85592025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18" name="Oval 17"/>
          <p:cNvSpPr/>
          <p:nvPr/>
        </p:nvSpPr>
        <p:spPr>
          <a:xfrm>
            <a:off x="384176" y="6393180"/>
            <a:ext cx="341448" cy="34144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lide Number Placeholder 5"/>
          <p:cNvSpPr txBox="1">
            <a:spLocks/>
          </p:cNvSpPr>
          <p:nvPr userDrawn="1"/>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
        <p:nvSpPr>
          <p:cNvPr id="6" name="Title 1">
            <a:extLst>
              <a:ext uri="{FF2B5EF4-FFF2-40B4-BE49-F238E27FC236}">
                <a16:creationId xmlns:a16="http://schemas.microsoft.com/office/drawing/2014/main" id="{B67F1D67-91BD-4390-8973-1F213AD93708}"/>
              </a:ext>
            </a:extLst>
          </p:cNvPr>
          <p:cNvSpPr>
            <a:spLocks noGrp="1"/>
          </p:cNvSpPr>
          <p:nvPr>
            <p:ph type="title"/>
          </p:nvPr>
        </p:nvSpPr>
        <p:spPr>
          <a:xfrm>
            <a:off x="827202" y="164314"/>
            <a:ext cx="10515600" cy="1325563"/>
          </a:xfrm>
        </p:spPr>
        <p:txBody>
          <a:bodyPr/>
          <a:lstStyle>
            <a:lvl1pPr>
              <a:defRPr b="1">
                <a:solidFill>
                  <a:schemeClr val="bg2">
                    <a:lumMod val="50000"/>
                  </a:schemeClr>
                </a:solidFill>
                <a:latin typeface="+mn-lt"/>
              </a:defRPr>
            </a:lvl1pPr>
          </a:lstStyle>
          <a:p>
            <a:r>
              <a:rPr lang="en-US"/>
              <a:t>Click to edit Master title style</a:t>
            </a:r>
          </a:p>
        </p:txBody>
      </p:sp>
    </p:spTree>
    <p:extLst>
      <p:ext uri="{BB962C8B-B14F-4D97-AF65-F5344CB8AC3E}">
        <p14:creationId xmlns:p14="http://schemas.microsoft.com/office/powerpoint/2010/main" val="367423632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18" name="Oval 17"/>
          <p:cNvSpPr/>
          <p:nvPr/>
        </p:nvSpPr>
        <p:spPr>
          <a:xfrm>
            <a:off x="384176" y="6393180"/>
            <a:ext cx="341448" cy="34144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lide Number Placeholder 5"/>
          <p:cNvSpPr txBox="1">
            <a:spLocks/>
          </p:cNvSpPr>
          <p:nvPr userDrawn="1"/>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
        <p:nvSpPr>
          <p:cNvPr id="2" name="Title 1">
            <a:extLst>
              <a:ext uri="{FF2B5EF4-FFF2-40B4-BE49-F238E27FC236}">
                <a16:creationId xmlns:a16="http://schemas.microsoft.com/office/drawing/2014/main" id="{7D4BA78D-5E30-4E30-B805-F01B62857C00}"/>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A13FF64F-BA55-4410-982C-7A541C0C6FEA}"/>
              </a:ext>
            </a:extLst>
          </p:cNvPr>
          <p:cNvSpPr>
            <a:spLocks noGrp="1"/>
          </p:cNvSpPr>
          <p:nvPr>
            <p:ph type="ftr" sz="quarter" idx="10"/>
          </p:nvPr>
        </p:nvSpPr>
        <p:spPr>
          <a:xfrm>
            <a:off x="838200" y="6356350"/>
            <a:ext cx="4114800" cy="365125"/>
          </a:xfrm>
          <a:prstGeom prst="rect">
            <a:avLst/>
          </a:prstGeom>
        </p:spPr>
        <p:txBody>
          <a:bodyPr/>
          <a:lstStyle/>
          <a:p>
            <a:endParaRPr lang="en-US"/>
          </a:p>
        </p:txBody>
      </p:sp>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838200" y="1398588"/>
            <a:ext cx="10204450" cy="47672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034686140"/>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BA78D-5E30-4E30-B805-F01B62857C00}"/>
              </a:ext>
            </a:extLst>
          </p:cNvPr>
          <p:cNvSpPr>
            <a:spLocks noGrp="1"/>
          </p:cNvSpPr>
          <p:nvPr>
            <p:ph type="title" hasCustomPrompt="1"/>
          </p:nvPr>
        </p:nvSpPr>
        <p:spPr>
          <a:xfrm>
            <a:off x="334800" y="324000"/>
            <a:ext cx="11440800" cy="583200"/>
          </a:xfrm>
        </p:spPr>
        <p:txBody>
          <a:bodyPr>
            <a:normAutofit/>
          </a:bodyPr>
          <a:lstStyle>
            <a:lvl1pPr>
              <a:defRPr sz="3200">
                <a:latin typeface="Arial" panose="020B0604020202020204" pitchFamily="34" charset="0"/>
                <a:cs typeface="Arial" panose="020B0604020202020204" pitchFamily="34" charset="0"/>
              </a:defRPr>
            </a:lvl1pPr>
          </a:lstStyle>
          <a:p>
            <a:r>
              <a:rPr lang="en-US"/>
              <a:t>CLICK TO EDIT MASTER TITLE STYLE</a:t>
            </a:r>
            <a:endParaRPr lang="en-IN"/>
          </a:p>
        </p:txBody>
      </p:sp>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334800" y="1084575"/>
            <a:ext cx="11440800" cy="47672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270780233"/>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BA78D-5E30-4E30-B805-F01B62857C00}"/>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A13FF64F-BA55-4410-982C-7A541C0C6FEA}"/>
              </a:ext>
            </a:extLst>
          </p:cNvPr>
          <p:cNvSpPr>
            <a:spLocks noGrp="1"/>
          </p:cNvSpPr>
          <p:nvPr>
            <p:ph type="ftr" sz="quarter" idx="10"/>
          </p:nvPr>
        </p:nvSpPr>
        <p:spPr/>
        <p:txBody>
          <a:bodyPr/>
          <a:lstStyle/>
          <a:p>
            <a:endParaRPr lang="en-US"/>
          </a:p>
        </p:txBody>
      </p:sp>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838200" y="1398588"/>
            <a:ext cx="10204450" cy="47672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151341305"/>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18" name="Oval 17"/>
          <p:cNvSpPr/>
          <p:nvPr/>
        </p:nvSpPr>
        <p:spPr>
          <a:xfrm>
            <a:off x="384176" y="6393180"/>
            <a:ext cx="341448" cy="34144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lide Number Placeholder 5"/>
          <p:cNvSpPr txBox="1">
            <a:spLocks/>
          </p:cNvSpPr>
          <p:nvPr userDrawn="1"/>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
        <p:nvSpPr>
          <p:cNvPr id="2" name="Title 1">
            <a:extLst>
              <a:ext uri="{FF2B5EF4-FFF2-40B4-BE49-F238E27FC236}">
                <a16:creationId xmlns:a16="http://schemas.microsoft.com/office/drawing/2014/main" id="{7D4BA78D-5E30-4E30-B805-F01B62857C00}"/>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A13FF64F-BA55-4410-982C-7A541C0C6FEA}"/>
              </a:ext>
            </a:extLst>
          </p:cNvPr>
          <p:cNvSpPr>
            <a:spLocks noGrp="1"/>
          </p:cNvSpPr>
          <p:nvPr>
            <p:ph type="ftr" sz="quarter" idx="10"/>
          </p:nvPr>
        </p:nvSpPr>
        <p:spPr/>
        <p:txBody>
          <a:bodyPr/>
          <a:lstStyle/>
          <a:p>
            <a:endParaRPr lang="en-US"/>
          </a:p>
        </p:txBody>
      </p:sp>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838200" y="1398588"/>
            <a:ext cx="10204450" cy="47672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702573562"/>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16" name="Slide Number Placeholder 5"/>
          <p:cNvSpPr txBox="1">
            <a:spLocks/>
          </p:cNvSpPr>
          <p:nvPr userDrawn="1"/>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1307141062"/>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11601904" y="6485956"/>
            <a:ext cx="519306" cy="341448"/>
          </a:xfrm>
          <a:prstGeom prst="rect">
            <a:avLst/>
          </a:prstGeom>
        </p:spPr>
        <p:txBody>
          <a:bodyPr/>
          <a:lstStyle/>
          <a:p>
            <a:fld id="{7637C876-53AA-4F9C-90F3-B0832C3D96F1}" type="slidenum">
              <a:rPr lang="en-US" smtClean="0"/>
              <a:t>‹#›</a:t>
            </a:fld>
            <a:endParaRPr lang="en-US"/>
          </a:p>
        </p:txBody>
      </p:sp>
      <p:sp>
        <p:nvSpPr>
          <p:cNvPr id="5" name="Title 1">
            <a:extLst>
              <a:ext uri="{FF2B5EF4-FFF2-40B4-BE49-F238E27FC236}">
                <a16:creationId xmlns:a16="http://schemas.microsoft.com/office/drawing/2014/main" id="{1FB14537-4F15-4BEA-BA18-3656B19538E4}"/>
              </a:ext>
            </a:extLst>
          </p:cNvPr>
          <p:cNvSpPr>
            <a:spLocks noGrp="1"/>
          </p:cNvSpPr>
          <p:nvPr>
            <p:ph type="title"/>
          </p:nvPr>
        </p:nvSpPr>
        <p:spPr>
          <a:xfrm>
            <a:off x="838200" y="517525"/>
            <a:ext cx="10515600" cy="473075"/>
          </a:xfrm>
        </p:spPr>
        <p:txBody>
          <a:bodyPr/>
          <a:lstStyle/>
          <a:p>
            <a:r>
              <a:rPr lang="en-US"/>
              <a:t>Click to edit Master title style</a:t>
            </a:r>
          </a:p>
        </p:txBody>
      </p:sp>
    </p:spTree>
    <p:extLst>
      <p:ext uri="{BB962C8B-B14F-4D97-AF65-F5344CB8AC3E}">
        <p14:creationId xmlns:p14="http://schemas.microsoft.com/office/powerpoint/2010/main" val="3745791321"/>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18" name="Oval 17"/>
          <p:cNvSpPr/>
          <p:nvPr/>
        </p:nvSpPr>
        <p:spPr>
          <a:xfrm>
            <a:off x="384176" y="6393180"/>
            <a:ext cx="341448" cy="34144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lide Number Placeholder 5"/>
          <p:cNvSpPr txBox="1">
            <a:spLocks/>
          </p:cNvSpPr>
          <p:nvPr userDrawn="1"/>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sp>
        <p:nvSpPr>
          <p:cNvPr id="2" name="Title 1">
            <a:extLst>
              <a:ext uri="{FF2B5EF4-FFF2-40B4-BE49-F238E27FC236}">
                <a16:creationId xmlns:a16="http://schemas.microsoft.com/office/drawing/2014/main" id="{7D4BA78D-5E30-4E30-B805-F01B62857C00}"/>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A13FF64F-BA55-4410-982C-7A541C0C6FEA}"/>
              </a:ext>
            </a:extLst>
          </p:cNvPr>
          <p:cNvSpPr>
            <a:spLocks noGrp="1"/>
          </p:cNvSpPr>
          <p:nvPr>
            <p:ph type="ftr" sz="quarter" idx="10"/>
          </p:nvPr>
        </p:nvSpPr>
        <p:spPr>
          <a:xfrm>
            <a:off x="838200" y="6356350"/>
            <a:ext cx="4114800" cy="365125"/>
          </a:xfrm>
          <a:prstGeom prst="rect">
            <a:avLst/>
          </a:prstGeom>
        </p:spPr>
        <p:txBody>
          <a:bodyPr/>
          <a:lstStyle/>
          <a:p>
            <a:endParaRPr lang="en-US"/>
          </a:p>
        </p:txBody>
      </p:sp>
      <p:sp>
        <p:nvSpPr>
          <p:cNvPr id="6" name="Content Placeholder 5">
            <a:extLst>
              <a:ext uri="{FF2B5EF4-FFF2-40B4-BE49-F238E27FC236}">
                <a16:creationId xmlns:a16="http://schemas.microsoft.com/office/drawing/2014/main" id="{522D3063-F0D4-47D5-BE48-1339C5359BFE}"/>
              </a:ext>
            </a:extLst>
          </p:cNvPr>
          <p:cNvSpPr>
            <a:spLocks noGrp="1"/>
          </p:cNvSpPr>
          <p:nvPr>
            <p:ph sz="quarter" idx="11"/>
          </p:nvPr>
        </p:nvSpPr>
        <p:spPr>
          <a:xfrm>
            <a:off x="838200" y="1398588"/>
            <a:ext cx="10204450" cy="4767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052677645"/>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userDrawn="1">
  <p:cSld name="Laptop 01">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0414123"/>
      </p:ext>
    </p:extLst>
  </p:cSld>
  <p:clrMapOvr>
    <a:masterClrMapping/>
  </p:clrMapOvr>
  <p:transition spd="slow">
    <p:cover dir="r"/>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userDrawn="1">
  <p:cSld name="16_Title and Content">
    <p:bg>
      <p:bgPr>
        <a:blipFill dpi="0" rotWithShape="1">
          <a:blip r:embed="rId2" cstate="print">
            <a:lum/>
            <a:extLst>
              <a:ext uri="{BEBA8EAE-BF5A-486C-A8C5-ECC9F3942E4B}">
                <a14:imgProps xmlns:a14="http://schemas.microsoft.com/office/drawing/2010/main">
                  <a14:imgLayer r:embed="rId3">
                    <a14:imgEffect>
                      <a14:sharpenSoften amount="8000"/>
                    </a14:imgEffect>
                  </a14:imgLayer>
                </a14:imgProps>
              </a:ext>
            </a:extLst>
          </a:blip>
          <a:srcRect/>
          <a:stretch>
            <a:fillRect/>
          </a:stretch>
        </a:blipFill>
        <a:effectLst/>
      </p:bgPr>
    </p:bg>
    <p:spTree>
      <p:nvGrpSpPr>
        <p:cNvPr id="1" name=""/>
        <p:cNvGrpSpPr/>
        <p:nvPr/>
      </p:nvGrpSpPr>
      <p:grpSpPr>
        <a:xfrm>
          <a:off x="0" y="0"/>
          <a:ext cx="0" cy="0"/>
          <a:chOff x="0" y="0"/>
          <a:chExt cx="0" cy="0"/>
        </a:xfrm>
      </p:grpSpPr>
      <p:grpSp>
        <p:nvGrpSpPr>
          <p:cNvPr id="8" name="Group 7"/>
          <p:cNvGrpSpPr/>
          <p:nvPr userDrawn="1"/>
        </p:nvGrpSpPr>
        <p:grpSpPr>
          <a:xfrm>
            <a:off x="9090289" y="140997"/>
            <a:ext cx="2931427" cy="1692472"/>
            <a:chOff x="9448800" y="140637"/>
            <a:chExt cx="2543175" cy="1458039"/>
          </a:xfrm>
        </p:grpSpPr>
        <p:sp>
          <p:nvSpPr>
            <p:cNvPr id="9" name="Oval 8"/>
            <p:cNvSpPr/>
            <p:nvPr userDrawn="1"/>
          </p:nvSpPr>
          <p:spPr>
            <a:xfrm>
              <a:off x="10798344" y="170713"/>
              <a:ext cx="1006893" cy="98431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5">
                <a:solidFill>
                  <a:prstClr val="white"/>
                </a:solidFill>
                <a:latin typeface="Arial" panose="020B0604020202020204" pitchFamily="34" charset="0"/>
              </a:endParaRPr>
            </a:p>
          </p:txBody>
        </p:sp>
        <p:grpSp>
          <p:nvGrpSpPr>
            <p:cNvPr id="10" name="Group 9"/>
            <p:cNvGrpSpPr/>
            <p:nvPr userDrawn="1"/>
          </p:nvGrpSpPr>
          <p:grpSpPr>
            <a:xfrm>
              <a:off x="9448800" y="140637"/>
              <a:ext cx="2543175" cy="1458039"/>
              <a:chOff x="9448800" y="140637"/>
              <a:chExt cx="2543175" cy="1458039"/>
            </a:xfrm>
          </p:grpSpPr>
          <p:sp>
            <p:nvSpPr>
              <p:cNvPr id="11" name="Trapezoid 10"/>
              <p:cNvSpPr/>
              <p:nvPr userDrawn="1"/>
            </p:nvSpPr>
            <p:spPr>
              <a:xfrm>
                <a:off x="9448800" y="382524"/>
                <a:ext cx="2209800" cy="1216152"/>
              </a:xfrm>
              <a:prstGeom prst="trapezoi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5">
                  <a:solidFill>
                    <a:prstClr val="white"/>
                  </a:solidFill>
                  <a:latin typeface="Arial" panose="020B0604020202020204" pitchFamily="34" charset="0"/>
                </a:endParaRPr>
              </a:p>
            </p:txBody>
          </p:sp>
          <p:pic>
            <p:nvPicPr>
              <p:cNvPr id="12" name="Picture 11"/>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751475" y="140637"/>
                <a:ext cx="1240500" cy="1078563"/>
              </a:xfrm>
              <a:prstGeom prst="rect">
                <a:avLst/>
              </a:prstGeom>
            </p:spPr>
          </p:pic>
        </p:grpSp>
      </p:grpSp>
      <p:sp>
        <p:nvSpPr>
          <p:cNvPr id="19" name="Rectangle 18"/>
          <p:cNvSpPr/>
          <p:nvPr userDrawn="1"/>
        </p:nvSpPr>
        <p:spPr>
          <a:xfrm flipV="1">
            <a:off x="458334" y="890784"/>
            <a:ext cx="10159734" cy="458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5">
              <a:solidFill>
                <a:prstClr val="white"/>
              </a:solidFill>
              <a:latin typeface="Arial" panose="020B0604020202020204" pitchFamily="34" charset="0"/>
            </a:endParaRPr>
          </a:p>
        </p:txBody>
      </p:sp>
      <p:sp>
        <p:nvSpPr>
          <p:cNvPr id="20" name="Title 1"/>
          <p:cNvSpPr>
            <a:spLocks noGrp="1"/>
          </p:cNvSpPr>
          <p:nvPr>
            <p:ph type="title" hasCustomPrompt="1"/>
          </p:nvPr>
        </p:nvSpPr>
        <p:spPr>
          <a:xfrm>
            <a:off x="406321" y="442944"/>
            <a:ext cx="10746470" cy="550185"/>
          </a:xfrm>
          <a:prstGeom prst="rect">
            <a:avLst/>
          </a:prstGeom>
        </p:spPr>
        <p:txBody>
          <a:bodyPr/>
          <a:lstStyle>
            <a:lvl1pPr>
              <a:defRPr sz="3008" b="1" cap="none">
                <a:solidFill>
                  <a:srgbClr val="0F6FC6"/>
                </a:solidFill>
                <a:latin typeface="Arial" panose="020B0604020202020204" pitchFamily="34" charset="0"/>
                <a:cs typeface="Arial" panose="020B0604020202020204" pitchFamily="34" charset="0"/>
              </a:defRPr>
            </a:lvl1pPr>
          </a:lstStyle>
          <a:p>
            <a:r>
              <a:rPr lang="en-US"/>
              <a:t>CLICK TO EDIT MASTER TITLE STYLE</a:t>
            </a:r>
            <a:endParaRPr lang="en-IN"/>
          </a:p>
        </p:txBody>
      </p:sp>
    </p:spTree>
    <p:extLst>
      <p:ext uri="{BB962C8B-B14F-4D97-AF65-F5344CB8AC3E}">
        <p14:creationId xmlns:p14="http://schemas.microsoft.com/office/powerpoint/2010/main" val="82357945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p:cNvSpPr>
            <a:spLocks noGrp="1"/>
          </p:cNvSpPr>
          <p:nvPr>
            <p:ph type="body" sz="quarter" idx="10" hasCustomPrompt="1"/>
          </p:nvPr>
        </p:nvSpPr>
        <p:spPr>
          <a:xfrm>
            <a:off x="10433047" y="6478543"/>
            <a:ext cx="1729317" cy="292100"/>
          </a:xfrm>
        </p:spPr>
        <p:txBody>
          <a:bodyPr>
            <a:noAutofit/>
          </a:bodyPr>
          <a:lstStyle>
            <a:lvl1pPr algn="r">
              <a:defRPr sz="1467" b="1">
                <a:solidFill>
                  <a:schemeClr val="bg1"/>
                </a:solidFill>
              </a:defRPr>
            </a:lvl1pPr>
          </a:lstStyle>
          <a:p>
            <a:pPr lvl="0"/>
            <a:r>
              <a:rPr lang="en-US" b="1"/>
              <a:t>Slide </a:t>
            </a:r>
            <a:fld id="{2CAE1220-FC50-45F3-B397-DF1F6903AA5F}" type="slidenum">
              <a:rPr lang="en-US" b="1" smtClean="0"/>
              <a:t>‹#›</a:t>
            </a:fld>
            <a:r>
              <a:rPr lang="en-US" b="1"/>
              <a:t> of 20</a:t>
            </a:r>
            <a:endParaRPr lang="en-GB"/>
          </a:p>
        </p:txBody>
      </p:sp>
    </p:spTree>
    <p:extLst>
      <p:ext uri="{BB962C8B-B14F-4D97-AF65-F5344CB8AC3E}">
        <p14:creationId xmlns:p14="http://schemas.microsoft.com/office/powerpoint/2010/main" val="3239032729"/>
      </p:ext>
    </p:extLst>
  </p:cSld>
  <p:clrMapOvr>
    <a:masterClrMapping/>
  </p:clrMapOvr>
  <p:hf hdr="0" ftr="0" dt="0"/>
</p:sldLayout>
</file>

<file path=ppt/slideLayouts/slideLayout185.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D51B6-6CF6-4B42-976D-E975F00707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471" y="161083"/>
            <a:ext cx="12135512" cy="1110763"/>
          </a:xfrm>
          <a:prstGeom prst="rect">
            <a:avLst/>
          </a:prstGeom>
        </p:spPr>
      </p:pic>
      <p:sp>
        <p:nvSpPr>
          <p:cNvPr id="2" name="Title 1"/>
          <p:cNvSpPr>
            <a:spLocks noGrp="1"/>
          </p:cNvSpPr>
          <p:nvPr>
            <p:ph type="title" hasCustomPrompt="1"/>
          </p:nvPr>
        </p:nvSpPr>
        <p:spPr>
          <a:xfrm>
            <a:off x="1022928" y="423354"/>
            <a:ext cx="9857508" cy="586220"/>
          </a:xfrm>
        </p:spPr>
        <p:txBody>
          <a:bodyPr>
            <a:normAutofit/>
          </a:bodyPr>
          <a:lstStyle>
            <a:lvl1pPr>
              <a:defRPr sz="2800" b="0">
                <a:solidFill>
                  <a:schemeClr val="bg1"/>
                </a:solidFill>
                <a:latin typeface="Avenir Next" panose="020B0503020202020204"/>
              </a:defRPr>
            </a:lvl1pPr>
          </a:lstStyle>
          <a:p>
            <a:r>
              <a:rPr lang="en-US"/>
              <a:t>CLICK TO EDIT MASTER TITLE STYLE</a:t>
            </a:r>
          </a:p>
        </p:txBody>
      </p:sp>
      <p:sp>
        <p:nvSpPr>
          <p:cNvPr id="9" name="Content Placeholder 2">
            <a:extLst>
              <a:ext uri="{FF2B5EF4-FFF2-40B4-BE49-F238E27FC236}">
                <a16:creationId xmlns:a16="http://schemas.microsoft.com/office/drawing/2014/main" id="{ADE22E33-730E-4C64-B74E-B7205FA944C0}"/>
              </a:ext>
            </a:extLst>
          </p:cNvPr>
          <p:cNvSpPr>
            <a:spLocks noGrp="1"/>
          </p:cNvSpPr>
          <p:nvPr>
            <p:ph idx="1"/>
          </p:nvPr>
        </p:nvSpPr>
        <p:spPr>
          <a:xfrm>
            <a:off x="838200" y="1534117"/>
            <a:ext cx="10515600" cy="4351338"/>
          </a:xfrm>
        </p:spPr>
        <p:txBody>
          <a:bodyPr>
            <a:normAutofit/>
          </a:bodyPr>
          <a:lstStyle>
            <a:lvl1pPr>
              <a:defRPr sz="2400"/>
            </a:lvl1pPr>
            <a:lvl2pPr>
              <a:defRPr sz="2000"/>
            </a:lvl2pPr>
            <a:lvl3pPr>
              <a:defRPr sz="18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361876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65F12-1EE2-9E5F-E67A-361D3A660BAB}"/>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C627DA-AAAE-DFB8-B39C-05D9A2D7E2DD}"/>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067626434"/>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Supply Services - text slide">
    <p:spTree>
      <p:nvGrpSpPr>
        <p:cNvPr id="1" name=""/>
        <p:cNvGrpSpPr/>
        <p:nvPr/>
      </p:nvGrpSpPr>
      <p:grpSpPr>
        <a:xfrm>
          <a:off x="0" y="0"/>
          <a:ext cx="0" cy="0"/>
          <a:chOff x="0" y="0"/>
          <a:chExt cx="0" cy="0"/>
        </a:xfrm>
      </p:grpSpPr>
      <p:cxnSp>
        <p:nvCxnSpPr>
          <p:cNvPr id="91" name="Straight Connector 90"/>
          <p:cNvCxnSpPr/>
          <p:nvPr userDrawn="1"/>
        </p:nvCxnSpPr>
        <p:spPr>
          <a:xfrm flipV="1">
            <a:off x="552893" y="1119963"/>
            <a:ext cx="11327219" cy="8104"/>
          </a:xfrm>
          <a:prstGeom prst="line">
            <a:avLst/>
          </a:prstGeom>
          <a:noFill/>
          <a:ln w="6350" cap="flat" cmpd="sng" algn="ctr">
            <a:solidFill>
              <a:srgbClr val="5A186B"/>
            </a:solidFill>
            <a:prstDash val="solid"/>
            <a:miter lim="800000"/>
          </a:ln>
          <a:effectLst/>
        </p:spPr>
      </p:cxnSp>
      <p:sp>
        <p:nvSpPr>
          <p:cNvPr id="92" name="Text Placeholder 117"/>
          <p:cNvSpPr>
            <a:spLocks noGrp="1"/>
          </p:cNvSpPr>
          <p:nvPr>
            <p:ph type="body" sz="quarter" idx="10" hasCustomPrompt="1"/>
          </p:nvPr>
        </p:nvSpPr>
        <p:spPr>
          <a:xfrm>
            <a:off x="560373" y="208596"/>
            <a:ext cx="6598883" cy="891117"/>
          </a:xfrm>
        </p:spPr>
        <p:txBody>
          <a:bodyPr anchor="b">
            <a:normAutofit/>
          </a:bodyPr>
          <a:lstStyle>
            <a:lvl1pPr marL="0" indent="0">
              <a:buNone/>
              <a:defRPr sz="3333">
                <a:solidFill>
                  <a:schemeClr val="tx2"/>
                </a:solidFill>
                <a:latin typeface="Kite Display" panose="02000000000000000000" pitchFamily="2" charset="0"/>
                <a:ea typeface="Kite Display" panose="02000000000000000000" pitchFamily="2" charset="0"/>
              </a:defRPr>
            </a:lvl1pPr>
          </a:lstStyle>
          <a:p>
            <a:pPr lvl="0"/>
            <a:r>
              <a:rPr lang="da-DK"/>
              <a:t>Lorem ipsum dolor sit amet</a:t>
            </a:r>
            <a:endParaRPr lang="en-ZA"/>
          </a:p>
        </p:txBody>
      </p:sp>
      <p:sp>
        <p:nvSpPr>
          <p:cNvPr id="93" name="Text Placeholder 119"/>
          <p:cNvSpPr>
            <a:spLocks noGrp="1"/>
          </p:cNvSpPr>
          <p:nvPr>
            <p:ph type="body" sz="quarter" idx="11" hasCustomPrompt="1"/>
          </p:nvPr>
        </p:nvSpPr>
        <p:spPr>
          <a:xfrm>
            <a:off x="589855" y="1841223"/>
            <a:ext cx="11276083" cy="6041048"/>
          </a:xfrm>
        </p:spPr>
        <p:txBody>
          <a:bodyPr>
            <a:noAutofit/>
          </a:bodyPr>
          <a:lstStyle>
            <a:lvl1pPr marL="0" indent="0">
              <a:buNone/>
              <a:defRPr sz="1600">
                <a:latin typeface="Kite Display Light" panose="02000000000000000000" pitchFamily="2" charset="0"/>
                <a:ea typeface="Kite Display Light" panose="02000000000000000000" pitchFamily="2" charset="0"/>
              </a:defRPr>
            </a:lvl1pPr>
          </a:lstStyle>
          <a:p>
            <a:pPr lvl="0"/>
            <a:r>
              <a:rPr lang="en-US" err="1"/>
              <a:t>Diam</a:t>
            </a:r>
            <a:r>
              <a:rPr lang="en-US"/>
              <a:t> </a:t>
            </a:r>
            <a:r>
              <a:rPr lang="en-US" err="1"/>
              <a:t>faucibus</a:t>
            </a:r>
            <a:r>
              <a:rPr lang="en-US"/>
              <a:t> </a:t>
            </a:r>
            <a:r>
              <a:rPr lang="en-US" err="1"/>
              <a:t>orci</a:t>
            </a:r>
            <a:r>
              <a:rPr lang="en-US"/>
              <a:t> </a:t>
            </a:r>
            <a:r>
              <a:rPr lang="en-US" err="1"/>
              <a:t>euismod</a:t>
            </a:r>
            <a:r>
              <a:rPr lang="en-US"/>
              <a:t>. Sit </a:t>
            </a:r>
            <a:r>
              <a:rPr lang="en-US" err="1"/>
              <a:t>sed</a:t>
            </a:r>
            <a:r>
              <a:rPr lang="en-US"/>
              <a:t> libero. </a:t>
            </a:r>
            <a:r>
              <a:rPr lang="en-US" err="1"/>
              <a:t>Elit</a:t>
            </a:r>
            <a:r>
              <a:rPr lang="en-US"/>
              <a:t> </a:t>
            </a:r>
            <a:r>
              <a:rPr lang="en-US" err="1"/>
              <a:t>morbi</a:t>
            </a:r>
            <a:r>
              <a:rPr lang="en-US"/>
              <a:t> </a:t>
            </a:r>
            <a:r>
              <a:rPr lang="en-US" err="1"/>
              <a:t>sed</a:t>
            </a:r>
            <a:r>
              <a:rPr lang="en-US"/>
              <a:t> </a:t>
            </a:r>
            <a:r>
              <a:rPr lang="en-US" err="1"/>
              <a:t>lacinia</a:t>
            </a:r>
            <a:r>
              <a:rPr lang="en-US"/>
              <a:t> </a:t>
            </a:r>
            <a:r>
              <a:rPr lang="en-US" err="1"/>
              <a:t>augue</a:t>
            </a:r>
            <a:r>
              <a:rPr lang="en-US"/>
              <a:t> </a:t>
            </a:r>
            <a:r>
              <a:rPr lang="en-US" err="1"/>
              <a:t>erat</a:t>
            </a:r>
            <a:r>
              <a:rPr lang="en-US"/>
              <a:t> </a:t>
            </a:r>
            <a:r>
              <a:rPr lang="en-US" err="1"/>
              <a:t>tortor</a:t>
            </a:r>
            <a:r>
              <a:rPr lang="en-US"/>
              <a:t>, dui </a:t>
            </a:r>
            <a:r>
              <a:rPr lang="en-US" err="1"/>
              <a:t>felis</a:t>
            </a:r>
            <a:r>
              <a:rPr lang="en-US"/>
              <a:t> </a:t>
            </a:r>
            <a:r>
              <a:rPr lang="en-US" err="1"/>
              <a:t>morbi</a:t>
            </a:r>
            <a:r>
              <a:rPr lang="en-US"/>
              <a:t> </a:t>
            </a:r>
            <a:r>
              <a:rPr lang="en-US" err="1"/>
              <a:t>luctus</a:t>
            </a:r>
            <a:r>
              <a:rPr lang="en-US"/>
              <a:t> magna et. </a:t>
            </a:r>
            <a:r>
              <a:rPr lang="en-US" err="1"/>
              <a:t>Neque</a:t>
            </a:r>
            <a:r>
              <a:rPr lang="en-US"/>
              <a:t> </a:t>
            </a:r>
            <a:r>
              <a:rPr lang="en-US" err="1"/>
              <a:t>quis</a:t>
            </a:r>
            <a:r>
              <a:rPr lang="en-US"/>
              <a:t> sit </a:t>
            </a:r>
            <a:r>
              <a:rPr lang="en-US" err="1"/>
              <a:t>scelerisque</a:t>
            </a:r>
            <a:r>
              <a:rPr lang="en-US"/>
              <a:t> </a:t>
            </a:r>
            <a:r>
              <a:rPr lang="en-US" err="1"/>
              <a:t>mattis</a:t>
            </a:r>
            <a:r>
              <a:rPr lang="en-US"/>
              <a:t> </a:t>
            </a:r>
            <a:r>
              <a:rPr lang="en-US" err="1"/>
              <a:t>mauris</a:t>
            </a:r>
            <a:r>
              <a:rPr lang="en-US"/>
              <a:t> </a:t>
            </a:r>
            <a:r>
              <a:rPr lang="en-US" err="1"/>
              <a:t>enim</a:t>
            </a:r>
            <a:r>
              <a:rPr lang="en-US"/>
              <a:t>, </a:t>
            </a:r>
            <a:r>
              <a:rPr lang="en-US" err="1"/>
              <a:t>sem</a:t>
            </a:r>
            <a:r>
              <a:rPr lang="en-US"/>
              <a:t> at </a:t>
            </a:r>
            <a:r>
              <a:rPr lang="en-US" err="1"/>
              <a:t>nam</a:t>
            </a:r>
            <a:r>
              <a:rPr lang="en-US"/>
              <a:t> qui </a:t>
            </a:r>
            <a:r>
              <a:rPr lang="en-US" err="1"/>
              <a:t>amet</a:t>
            </a:r>
            <a:r>
              <a:rPr lang="en-US"/>
              <a:t> quam </a:t>
            </a:r>
            <a:r>
              <a:rPr lang="en-US" err="1"/>
              <a:t>mauris</a:t>
            </a:r>
            <a:r>
              <a:rPr lang="en-US"/>
              <a:t>. Ac </a:t>
            </a:r>
            <a:r>
              <a:rPr lang="en-US" err="1"/>
              <a:t>suspendisse</a:t>
            </a:r>
            <a:r>
              <a:rPr lang="en-US"/>
              <a:t> </a:t>
            </a:r>
            <a:r>
              <a:rPr lang="en-US" err="1"/>
              <a:t>vel</a:t>
            </a:r>
            <a:r>
              <a:rPr lang="en-US"/>
              <a:t> </a:t>
            </a:r>
            <a:r>
              <a:rPr lang="en-US" err="1"/>
              <a:t>eget</a:t>
            </a:r>
            <a:r>
              <a:rPr lang="en-US"/>
              <a:t> lorem, </a:t>
            </a:r>
            <a:r>
              <a:rPr lang="en-US" err="1"/>
              <a:t>vel</a:t>
            </a:r>
            <a:r>
              <a:rPr lang="en-US"/>
              <a:t> </a:t>
            </a:r>
            <a:r>
              <a:rPr lang="en-US" err="1"/>
              <a:t>elementum</a:t>
            </a:r>
            <a:r>
              <a:rPr lang="en-US"/>
              <a:t> </a:t>
            </a:r>
            <a:r>
              <a:rPr lang="en-US" err="1"/>
              <a:t>cras</a:t>
            </a:r>
            <a:r>
              <a:rPr lang="en-US"/>
              <a:t> </a:t>
            </a:r>
            <a:r>
              <a:rPr lang="en-US" err="1"/>
              <a:t>mauris</a:t>
            </a:r>
            <a:r>
              <a:rPr lang="en-US"/>
              <a:t> </a:t>
            </a:r>
            <a:r>
              <a:rPr lang="en-US" err="1"/>
              <a:t>velit</a:t>
            </a:r>
            <a:r>
              <a:rPr lang="en-US"/>
              <a:t>. Vitae </a:t>
            </a:r>
            <a:r>
              <a:rPr lang="en-US" err="1"/>
              <a:t>nam</a:t>
            </a:r>
            <a:r>
              <a:rPr lang="en-US"/>
              <a:t> </a:t>
            </a:r>
            <a:r>
              <a:rPr lang="en-US" err="1"/>
              <a:t>eu</a:t>
            </a:r>
            <a:r>
              <a:rPr lang="en-US"/>
              <a:t> </a:t>
            </a:r>
            <a:r>
              <a:rPr lang="en-US" err="1"/>
              <a:t>adipiscing</a:t>
            </a:r>
            <a:r>
              <a:rPr lang="en-US"/>
              <a:t> </a:t>
            </a:r>
            <a:r>
              <a:rPr lang="en-US" err="1"/>
              <a:t>urna</a:t>
            </a:r>
            <a:r>
              <a:rPr lang="en-US"/>
              <a:t> </a:t>
            </a:r>
            <a:r>
              <a:rPr lang="en-US" err="1"/>
              <a:t>felis</a:t>
            </a:r>
            <a:r>
              <a:rPr lang="en-US"/>
              <a:t>, </a:t>
            </a:r>
            <a:r>
              <a:rPr lang="en-US" err="1"/>
              <a:t>est</a:t>
            </a:r>
            <a:r>
              <a:rPr lang="en-US"/>
              <a:t> </a:t>
            </a:r>
            <a:r>
              <a:rPr lang="en-US" err="1"/>
              <a:t>volutpat</a:t>
            </a:r>
            <a:r>
              <a:rPr lang="en-US"/>
              <a:t> lacus animi.</a:t>
            </a:r>
          </a:p>
          <a:p>
            <a:pPr lvl="0"/>
            <a:endParaRPr lang="en-US"/>
          </a:p>
          <a:p>
            <a:pPr lvl="0"/>
            <a:r>
              <a:rPr lang="en-ZA"/>
              <a:t>Lorem ipsum </a:t>
            </a:r>
            <a:r>
              <a:rPr lang="en-ZA" err="1"/>
              <a:t>dolor</a:t>
            </a:r>
            <a:r>
              <a:rPr lang="en-ZA"/>
              <a:t> sit </a:t>
            </a:r>
            <a:r>
              <a:rPr lang="en-ZA" err="1"/>
              <a:t>amet</a:t>
            </a:r>
            <a:r>
              <a:rPr lang="en-ZA"/>
              <a:t>, </a:t>
            </a:r>
            <a:r>
              <a:rPr lang="en-ZA" err="1"/>
              <a:t>consectetuer</a:t>
            </a:r>
            <a:r>
              <a:rPr lang="en-ZA"/>
              <a:t> </a:t>
            </a:r>
            <a:r>
              <a:rPr lang="en-ZA" err="1"/>
              <a:t>adipiscing</a:t>
            </a:r>
            <a:r>
              <a:rPr lang="en-ZA"/>
              <a:t> </a:t>
            </a:r>
            <a:r>
              <a:rPr lang="en-ZA" err="1"/>
              <a:t>elit</a:t>
            </a:r>
            <a:r>
              <a:rPr lang="en-ZA"/>
              <a:t>, </a:t>
            </a:r>
            <a:r>
              <a:rPr lang="en-ZA" err="1"/>
              <a:t>sed</a:t>
            </a:r>
            <a:r>
              <a:rPr lang="en-ZA"/>
              <a:t> </a:t>
            </a:r>
            <a:r>
              <a:rPr lang="en-ZA" err="1"/>
              <a:t>diam</a:t>
            </a:r>
            <a:r>
              <a:rPr lang="en-ZA"/>
              <a:t> </a:t>
            </a:r>
            <a:r>
              <a:rPr lang="en-ZA" err="1"/>
              <a:t>nonummy</a:t>
            </a:r>
            <a:r>
              <a:rPr lang="en-ZA"/>
              <a:t> </a:t>
            </a:r>
            <a:r>
              <a:rPr lang="en-ZA" err="1"/>
              <a:t>nibh</a:t>
            </a:r>
            <a:r>
              <a:rPr lang="en-ZA"/>
              <a:t> </a:t>
            </a:r>
            <a:r>
              <a:rPr lang="en-ZA" err="1"/>
              <a:t>euismod</a:t>
            </a:r>
            <a:r>
              <a:rPr lang="en-ZA"/>
              <a:t> </a:t>
            </a:r>
            <a:r>
              <a:rPr lang="en-ZA" err="1"/>
              <a:t>tincidunt</a:t>
            </a:r>
            <a:r>
              <a:rPr lang="en-ZA"/>
              <a:t> </a:t>
            </a:r>
            <a:r>
              <a:rPr lang="en-ZA" err="1"/>
              <a:t>ut</a:t>
            </a:r>
            <a:r>
              <a:rPr lang="en-ZA"/>
              <a:t> </a:t>
            </a:r>
            <a:r>
              <a:rPr lang="en-ZA" err="1"/>
              <a:t>laoreet</a:t>
            </a:r>
            <a:r>
              <a:rPr lang="en-ZA"/>
              <a:t> </a:t>
            </a:r>
            <a:r>
              <a:rPr lang="en-ZA" err="1"/>
              <a:t>dolore</a:t>
            </a:r>
            <a:r>
              <a:rPr lang="en-ZA"/>
              <a:t> magna </a:t>
            </a:r>
            <a:r>
              <a:rPr lang="en-ZA" err="1"/>
              <a:t>aliquam</a:t>
            </a:r>
            <a:r>
              <a:rPr lang="en-ZA"/>
              <a:t> </a:t>
            </a:r>
            <a:r>
              <a:rPr lang="en-ZA" err="1"/>
              <a:t>erat</a:t>
            </a:r>
            <a:r>
              <a:rPr lang="en-ZA"/>
              <a:t> </a:t>
            </a:r>
            <a:r>
              <a:rPr lang="en-ZA" err="1"/>
              <a:t>volutpat</a:t>
            </a:r>
            <a:r>
              <a:rPr lang="en-ZA"/>
              <a:t>. </a:t>
            </a:r>
            <a:r>
              <a:rPr lang="en-ZA" err="1"/>
              <a:t>Ut</a:t>
            </a:r>
            <a:r>
              <a:rPr lang="en-ZA"/>
              <a:t> </a:t>
            </a:r>
            <a:r>
              <a:rPr lang="en-ZA" err="1"/>
              <a:t>wisi</a:t>
            </a:r>
            <a:r>
              <a:rPr lang="en-ZA"/>
              <a:t> </a:t>
            </a:r>
            <a:r>
              <a:rPr lang="en-ZA" err="1"/>
              <a:t>enim</a:t>
            </a:r>
            <a:r>
              <a:rPr lang="en-ZA"/>
              <a:t> ad minim </a:t>
            </a:r>
            <a:r>
              <a:rPr lang="en-ZA" err="1"/>
              <a:t>veniam</a:t>
            </a:r>
            <a:r>
              <a:rPr lang="en-ZA"/>
              <a:t>, </a:t>
            </a:r>
            <a:r>
              <a:rPr lang="en-ZA" err="1"/>
              <a:t>quis</a:t>
            </a:r>
            <a:r>
              <a:rPr lang="en-ZA"/>
              <a:t> </a:t>
            </a:r>
            <a:r>
              <a:rPr lang="en-ZA" err="1"/>
              <a:t>nostrud</a:t>
            </a:r>
            <a:r>
              <a:rPr lang="en-ZA"/>
              <a:t> </a:t>
            </a:r>
            <a:r>
              <a:rPr lang="en-ZA" err="1"/>
              <a:t>exerci</a:t>
            </a:r>
            <a:r>
              <a:rPr lang="en-ZA"/>
              <a:t> </a:t>
            </a:r>
            <a:r>
              <a:rPr lang="en-ZA" err="1"/>
              <a:t>tation</a:t>
            </a:r>
            <a:r>
              <a:rPr lang="en-ZA"/>
              <a:t> </a:t>
            </a:r>
            <a:r>
              <a:rPr lang="en-ZA" err="1"/>
              <a:t>ullamcorper</a:t>
            </a:r>
            <a:r>
              <a:rPr lang="en-ZA"/>
              <a:t> </a:t>
            </a:r>
            <a:r>
              <a:rPr lang="en-ZA" err="1"/>
              <a:t>suscipit</a:t>
            </a:r>
            <a:r>
              <a:rPr lang="en-ZA"/>
              <a:t> </a:t>
            </a:r>
            <a:r>
              <a:rPr lang="en-ZA" err="1"/>
              <a:t>lobortis</a:t>
            </a:r>
            <a:r>
              <a:rPr lang="en-ZA"/>
              <a:t> </a:t>
            </a:r>
            <a:r>
              <a:rPr lang="en-ZA" err="1"/>
              <a:t>nisl</a:t>
            </a:r>
            <a:r>
              <a:rPr lang="en-ZA"/>
              <a:t> </a:t>
            </a:r>
            <a:r>
              <a:rPr lang="en-ZA" err="1"/>
              <a:t>ut</a:t>
            </a:r>
            <a:r>
              <a:rPr lang="en-ZA"/>
              <a:t> </a:t>
            </a:r>
            <a:r>
              <a:rPr lang="en-ZA" err="1"/>
              <a:t>aliquip</a:t>
            </a:r>
            <a:r>
              <a:rPr lang="en-ZA"/>
              <a:t> ex </a:t>
            </a:r>
            <a:r>
              <a:rPr lang="en-ZA" err="1"/>
              <a:t>ea</a:t>
            </a:r>
            <a:r>
              <a:rPr lang="en-ZA"/>
              <a:t> </a:t>
            </a:r>
            <a:r>
              <a:rPr lang="en-ZA" err="1"/>
              <a:t>commodo</a:t>
            </a:r>
            <a:r>
              <a:rPr lang="en-ZA"/>
              <a:t> </a:t>
            </a:r>
            <a:r>
              <a:rPr lang="en-ZA" err="1"/>
              <a:t>consequat</a:t>
            </a:r>
            <a:r>
              <a:rPr lang="en-ZA"/>
              <a:t>. </a:t>
            </a:r>
            <a:r>
              <a:rPr lang="en-ZA" err="1"/>
              <a:t>Duis</a:t>
            </a:r>
            <a:r>
              <a:rPr lang="en-ZA"/>
              <a:t> </a:t>
            </a:r>
            <a:r>
              <a:rPr lang="en-ZA" err="1"/>
              <a:t>autem</a:t>
            </a:r>
            <a:r>
              <a:rPr lang="en-ZA"/>
              <a:t> </a:t>
            </a:r>
            <a:r>
              <a:rPr lang="en-ZA" err="1"/>
              <a:t>vel</a:t>
            </a:r>
            <a:r>
              <a:rPr lang="en-ZA"/>
              <a:t> </a:t>
            </a:r>
            <a:r>
              <a:rPr lang="en-ZA" err="1"/>
              <a:t>eum</a:t>
            </a:r>
            <a:r>
              <a:rPr lang="en-ZA"/>
              <a:t> </a:t>
            </a:r>
            <a:r>
              <a:rPr lang="en-ZA" err="1"/>
              <a:t>iriure</a:t>
            </a:r>
            <a:r>
              <a:rPr lang="en-ZA"/>
              <a:t> </a:t>
            </a:r>
            <a:r>
              <a:rPr lang="en-ZA" err="1"/>
              <a:t>dolor</a:t>
            </a:r>
            <a:r>
              <a:rPr lang="en-ZA"/>
              <a:t> in </a:t>
            </a:r>
            <a:r>
              <a:rPr lang="en-ZA" err="1"/>
              <a:t>hendrerit</a:t>
            </a:r>
            <a:r>
              <a:rPr lang="en-ZA"/>
              <a:t> in </a:t>
            </a:r>
            <a:r>
              <a:rPr lang="en-ZA" err="1"/>
              <a:t>vulputate</a:t>
            </a:r>
            <a:r>
              <a:rPr lang="en-ZA"/>
              <a:t> </a:t>
            </a:r>
            <a:r>
              <a:rPr lang="en-ZA" err="1"/>
              <a:t>velit</a:t>
            </a:r>
            <a:r>
              <a:rPr lang="en-ZA"/>
              <a:t> </a:t>
            </a:r>
            <a:r>
              <a:rPr lang="en-ZA" err="1"/>
              <a:t>esse</a:t>
            </a:r>
            <a:r>
              <a:rPr lang="en-ZA"/>
              <a:t> </a:t>
            </a:r>
            <a:r>
              <a:rPr lang="en-ZA" err="1"/>
              <a:t>molestie</a:t>
            </a:r>
            <a:r>
              <a:rPr lang="en-ZA"/>
              <a:t> </a:t>
            </a:r>
            <a:r>
              <a:rPr lang="en-ZA" err="1"/>
              <a:t>consequat</a:t>
            </a:r>
            <a:r>
              <a:rPr lang="en-ZA"/>
              <a:t>, </a:t>
            </a:r>
            <a:r>
              <a:rPr lang="en-ZA" err="1"/>
              <a:t>vel</a:t>
            </a:r>
            <a:r>
              <a:rPr lang="en-ZA"/>
              <a:t> </a:t>
            </a:r>
            <a:r>
              <a:rPr lang="en-ZA" err="1"/>
              <a:t>illum</a:t>
            </a:r>
            <a:r>
              <a:rPr lang="en-ZA"/>
              <a:t> </a:t>
            </a:r>
            <a:r>
              <a:rPr lang="en-ZA" err="1"/>
              <a:t>dolore</a:t>
            </a:r>
            <a:r>
              <a:rPr lang="en-ZA"/>
              <a:t> </a:t>
            </a:r>
            <a:r>
              <a:rPr lang="en-ZA" err="1"/>
              <a:t>eu</a:t>
            </a:r>
            <a:r>
              <a:rPr lang="en-ZA"/>
              <a:t> </a:t>
            </a:r>
            <a:r>
              <a:rPr lang="en-ZA" err="1"/>
              <a:t>feugiat</a:t>
            </a:r>
            <a:r>
              <a:rPr lang="en-ZA"/>
              <a:t> </a:t>
            </a:r>
            <a:r>
              <a:rPr lang="en-ZA" err="1"/>
              <a:t>nulla</a:t>
            </a:r>
            <a:r>
              <a:rPr lang="en-ZA"/>
              <a:t> </a:t>
            </a:r>
            <a:r>
              <a:rPr lang="en-ZA" err="1"/>
              <a:t>facilisis</a:t>
            </a:r>
            <a:r>
              <a:rPr lang="en-ZA"/>
              <a:t> at </a:t>
            </a:r>
            <a:r>
              <a:rPr lang="en-ZA" err="1"/>
              <a:t>vero</a:t>
            </a:r>
            <a:r>
              <a:rPr lang="en-ZA"/>
              <a:t> </a:t>
            </a:r>
            <a:r>
              <a:rPr lang="en-ZA" err="1"/>
              <a:t>eros</a:t>
            </a:r>
            <a:r>
              <a:rPr lang="en-ZA"/>
              <a:t> et </a:t>
            </a:r>
            <a:r>
              <a:rPr lang="en-ZA" err="1"/>
              <a:t>accumsan</a:t>
            </a:r>
            <a:r>
              <a:rPr lang="en-ZA"/>
              <a:t> et </a:t>
            </a:r>
            <a:r>
              <a:rPr lang="en-ZA" err="1"/>
              <a:t>iusto</a:t>
            </a:r>
            <a:r>
              <a:rPr lang="en-ZA"/>
              <a:t> </a:t>
            </a:r>
            <a:r>
              <a:rPr lang="en-ZA" err="1"/>
              <a:t>odio</a:t>
            </a:r>
            <a:r>
              <a:rPr lang="en-ZA"/>
              <a:t> </a:t>
            </a:r>
            <a:r>
              <a:rPr lang="en-ZA" err="1"/>
              <a:t>dignissim</a:t>
            </a:r>
            <a:r>
              <a:rPr lang="en-ZA"/>
              <a:t> qui </a:t>
            </a:r>
            <a:r>
              <a:rPr lang="en-ZA" err="1"/>
              <a:t>blandit</a:t>
            </a:r>
            <a:r>
              <a:rPr lang="en-ZA"/>
              <a:t> </a:t>
            </a:r>
            <a:r>
              <a:rPr lang="en-ZA" err="1"/>
              <a:t>praesent</a:t>
            </a:r>
            <a:r>
              <a:rPr lang="en-ZA"/>
              <a:t> </a:t>
            </a:r>
            <a:r>
              <a:rPr lang="en-ZA" err="1"/>
              <a:t>luptatum</a:t>
            </a:r>
            <a:r>
              <a:rPr lang="en-ZA"/>
              <a:t> </a:t>
            </a:r>
            <a:r>
              <a:rPr lang="en-ZA" err="1"/>
              <a:t>zzril</a:t>
            </a:r>
            <a:r>
              <a:rPr lang="en-ZA"/>
              <a:t> </a:t>
            </a:r>
            <a:r>
              <a:rPr lang="en-ZA" err="1"/>
              <a:t>delenit</a:t>
            </a:r>
            <a:r>
              <a:rPr lang="en-ZA"/>
              <a:t> </a:t>
            </a:r>
            <a:r>
              <a:rPr lang="en-ZA" err="1"/>
              <a:t>augue</a:t>
            </a:r>
            <a:r>
              <a:rPr lang="en-ZA"/>
              <a:t> </a:t>
            </a:r>
            <a:r>
              <a:rPr lang="en-ZA" err="1"/>
              <a:t>duis</a:t>
            </a:r>
            <a:r>
              <a:rPr lang="en-ZA"/>
              <a:t> </a:t>
            </a:r>
            <a:r>
              <a:rPr lang="en-ZA" err="1"/>
              <a:t>dolore</a:t>
            </a:r>
            <a:r>
              <a:rPr lang="en-ZA"/>
              <a:t> </a:t>
            </a:r>
            <a:r>
              <a:rPr lang="en-ZA" err="1"/>
              <a:t>te</a:t>
            </a:r>
            <a:r>
              <a:rPr lang="en-ZA"/>
              <a:t> </a:t>
            </a:r>
            <a:r>
              <a:rPr lang="en-ZA" err="1"/>
              <a:t>feugait</a:t>
            </a:r>
            <a:r>
              <a:rPr lang="en-ZA"/>
              <a:t> </a:t>
            </a:r>
            <a:r>
              <a:rPr lang="en-ZA" err="1"/>
              <a:t>nulla</a:t>
            </a:r>
            <a:r>
              <a:rPr lang="en-ZA"/>
              <a:t> </a:t>
            </a:r>
            <a:r>
              <a:rPr lang="en-ZA" err="1"/>
              <a:t>facilisi</a:t>
            </a:r>
            <a:r>
              <a:rPr lang="en-ZA"/>
              <a:t>. Nam liber </a:t>
            </a:r>
            <a:r>
              <a:rPr lang="en-ZA" err="1"/>
              <a:t>tempor</a:t>
            </a:r>
            <a:r>
              <a:rPr lang="en-ZA"/>
              <a:t> cum </a:t>
            </a:r>
            <a:r>
              <a:rPr lang="en-ZA" err="1"/>
              <a:t>soluta</a:t>
            </a:r>
            <a:r>
              <a:rPr lang="en-ZA"/>
              <a:t> </a:t>
            </a:r>
            <a:r>
              <a:rPr lang="en-ZA" err="1"/>
              <a:t>nobis</a:t>
            </a:r>
            <a:r>
              <a:rPr lang="en-ZA"/>
              <a:t> </a:t>
            </a:r>
            <a:r>
              <a:rPr lang="en-ZA" err="1"/>
              <a:t>eleifend</a:t>
            </a:r>
            <a:r>
              <a:rPr lang="en-ZA"/>
              <a:t> option </a:t>
            </a:r>
            <a:r>
              <a:rPr lang="en-ZA" err="1"/>
              <a:t>congue</a:t>
            </a:r>
            <a:r>
              <a:rPr lang="en-ZA"/>
              <a:t> nihil </a:t>
            </a:r>
            <a:r>
              <a:rPr lang="en-ZA" err="1"/>
              <a:t>imperdiet</a:t>
            </a:r>
            <a:r>
              <a:rPr lang="en-ZA"/>
              <a:t> doming id quod </a:t>
            </a:r>
            <a:r>
              <a:rPr lang="en-ZA" err="1"/>
              <a:t>mazim</a:t>
            </a:r>
            <a:r>
              <a:rPr lang="en-ZA"/>
              <a:t> </a:t>
            </a:r>
            <a:r>
              <a:rPr lang="en-ZA" err="1"/>
              <a:t>placerat</a:t>
            </a:r>
            <a:r>
              <a:rPr lang="en-ZA"/>
              <a:t> facer </a:t>
            </a:r>
            <a:r>
              <a:rPr lang="en-ZA" err="1"/>
              <a:t>possim</a:t>
            </a:r>
            <a:r>
              <a:rPr lang="en-ZA"/>
              <a:t> </a:t>
            </a:r>
            <a:r>
              <a:rPr lang="en-ZA" err="1"/>
              <a:t>assum</a:t>
            </a:r>
            <a:r>
              <a:rPr lang="en-ZA"/>
              <a:t>.</a:t>
            </a:r>
          </a:p>
          <a:p>
            <a:pPr lvl="0"/>
            <a:endParaRPr lang="en-ZA"/>
          </a:p>
          <a:p>
            <a:pPr lvl="0"/>
            <a:r>
              <a:rPr lang="en-ZA" err="1"/>
              <a:t>Typi</a:t>
            </a:r>
            <a:r>
              <a:rPr lang="en-ZA"/>
              <a:t> non </a:t>
            </a:r>
            <a:r>
              <a:rPr lang="en-ZA" err="1"/>
              <a:t>habent</a:t>
            </a:r>
            <a:r>
              <a:rPr lang="en-ZA"/>
              <a:t> </a:t>
            </a:r>
            <a:r>
              <a:rPr lang="en-ZA" err="1"/>
              <a:t>claritatem</a:t>
            </a:r>
            <a:r>
              <a:rPr lang="en-ZA"/>
              <a:t> </a:t>
            </a:r>
            <a:r>
              <a:rPr lang="en-ZA" err="1"/>
              <a:t>insitam</a:t>
            </a:r>
            <a:r>
              <a:rPr lang="en-ZA"/>
              <a:t>; </a:t>
            </a:r>
            <a:r>
              <a:rPr lang="en-ZA" err="1"/>
              <a:t>est</a:t>
            </a:r>
            <a:r>
              <a:rPr lang="en-ZA"/>
              <a:t> </a:t>
            </a:r>
            <a:r>
              <a:rPr lang="en-ZA" err="1"/>
              <a:t>usus</a:t>
            </a:r>
            <a:r>
              <a:rPr lang="en-ZA"/>
              <a:t> </a:t>
            </a:r>
            <a:r>
              <a:rPr lang="en-ZA" err="1"/>
              <a:t>legentis</a:t>
            </a:r>
            <a:r>
              <a:rPr lang="en-ZA"/>
              <a:t> in </a:t>
            </a:r>
            <a:r>
              <a:rPr lang="en-ZA" err="1"/>
              <a:t>iis</a:t>
            </a:r>
            <a:r>
              <a:rPr lang="en-ZA"/>
              <a:t> qui </a:t>
            </a:r>
            <a:r>
              <a:rPr lang="en-ZA" err="1"/>
              <a:t>facit</a:t>
            </a:r>
            <a:r>
              <a:rPr lang="en-ZA"/>
              <a:t> </a:t>
            </a:r>
            <a:r>
              <a:rPr lang="en-ZA" err="1"/>
              <a:t>eorum</a:t>
            </a:r>
            <a:r>
              <a:rPr lang="en-ZA"/>
              <a:t> </a:t>
            </a:r>
            <a:r>
              <a:rPr lang="en-ZA" err="1"/>
              <a:t>claritatem</a:t>
            </a:r>
            <a:r>
              <a:rPr lang="en-ZA"/>
              <a:t>. </a:t>
            </a:r>
            <a:r>
              <a:rPr lang="en-ZA" err="1"/>
              <a:t>Investigationes</a:t>
            </a:r>
            <a:r>
              <a:rPr lang="en-ZA"/>
              <a:t> </a:t>
            </a:r>
            <a:r>
              <a:rPr lang="en-ZA" err="1"/>
              <a:t>demonstraverunt</a:t>
            </a:r>
            <a:r>
              <a:rPr lang="en-ZA"/>
              <a:t> </a:t>
            </a:r>
            <a:r>
              <a:rPr lang="en-ZA" err="1"/>
              <a:t>lectores</a:t>
            </a:r>
            <a:r>
              <a:rPr lang="en-ZA"/>
              <a:t> </a:t>
            </a:r>
            <a:r>
              <a:rPr lang="en-ZA" err="1"/>
              <a:t>legere</a:t>
            </a:r>
            <a:r>
              <a:rPr lang="en-ZA"/>
              <a:t> me </a:t>
            </a:r>
            <a:r>
              <a:rPr lang="en-ZA" err="1"/>
              <a:t>lius</a:t>
            </a:r>
            <a:r>
              <a:rPr lang="en-ZA"/>
              <a:t> quod ii </a:t>
            </a:r>
            <a:r>
              <a:rPr lang="en-ZA" err="1"/>
              <a:t>legunt</a:t>
            </a:r>
            <a:r>
              <a:rPr lang="en-ZA"/>
              <a:t> </a:t>
            </a:r>
            <a:r>
              <a:rPr lang="en-ZA" err="1"/>
              <a:t>saepius</a:t>
            </a:r>
            <a:r>
              <a:rPr lang="en-ZA"/>
              <a:t>. </a:t>
            </a:r>
            <a:r>
              <a:rPr lang="en-ZA" err="1"/>
              <a:t>Claritas</a:t>
            </a:r>
            <a:r>
              <a:rPr lang="en-ZA"/>
              <a:t> </a:t>
            </a:r>
            <a:r>
              <a:rPr lang="en-ZA" err="1"/>
              <a:t>est</a:t>
            </a:r>
            <a:r>
              <a:rPr lang="en-ZA"/>
              <a:t> </a:t>
            </a:r>
            <a:r>
              <a:rPr lang="en-ZA" err="1"/>
              <a:t>etiam</a:t>
            </a:r>
            <a:r>
              <a:rPr lang="en-ZA"/>
              <a:t> </a:t>
            </a:r>
            <a:r>
              <a:rPr lang="en-ZA" err="1"/>
              <a:t>processus</a:t>
            </a:r>
            <a:r>
              <a:rPr lang="en-ZA"/>
              <a:t> </a:t>
            </a:r>
            <a:r>
              <a:rPr lang="en-ZA" err="1"/>
              <a:t>dynamicus</a:t>
            </a:r>
            <a:r>
              <a:rPr lang="en-ZA"/>
              <a:t>, qui sequitur </a:t>
            </a:r>
            <a:r>
              <a:rPr lang="en-ZA" err="1"/>
              <a:t>mutationem</a:t>
            </a:r>
            <a:r>
              <a:rPr lang="en-ZA"/>
              <a:t> </a:t>
            </a:r>
            <a:r>
              <a:rPr lang="en-ZA" err="1"/>
              <a:t>consuetudium</a:t>
            </a:r>
            <a:r>
              <a:rPr lang="en-ZA"/>
              <a:t> </a:t>
            </a:r>
            <a:r>
              <a:rPr lang="en-ZA" err="1"/>
              <a:t>lectorum</a:t>
            </a:r>
            <a:r>
              <a:rPr lang="en-ZA"/>
              <a:t>. </a:t>
            </a:r>
            <a:r>
              <a:rPr lang="en-ZA" err="1"/>
              <a:t>Mirum</a:t>
            </a:r>
            <a:r>
              <a:rPr lang="en-ZA"/>
              <a:t> </a:t>
            </a:r>
            <a:r>
              <a:rPr lang="en-ZA" err="1"/>
              <a:t>est</a:t>
            </a:r>
            <a:r>
              <a:rPr lang="en-ZA"/>
              <a:t> </a:t>
            </a:r>
            <a:r>
              <a:rPr lang="en-ZA" err="1"/>
              <a:t>notare</a:t>
            </a:r>
            <a:r>
              <a:rPr lang="en-ZA"/>
              <a:t> quam </a:t>
            </a:r>
            <a:r>
              <a:rPr lang="en-ZA" err="1"/>
              <a:t>littera</a:t>
            </a:r>
            <a:r>
              <a:rPr lang="en-ZA"/>
              <a:t> </a:t>
            </a:r>
            <a:r>
              <a:rPr lang="en-ZA" err="1"/>
              <a:t>gothica</a:t>
            </a:r>
            <a:r>
              <a:rPr lang="en-ZA"/>
              <a:t>, quam </a:t>
            </a:r>
            <a:r>
              <a:rPr lang="en-ZA" err="1"/>
              <a:t>nunc</a:t>
            </a:r>
            <a:r>
              <a:rPr lang="en-ZA"/>
              <a:t> </a:t>
            </a:r>
            <a:r>
              <a:rPr lang="en-ZA" err="1"/>
              <a:t>putamus</a:t>
            </a:r>
            <a:r>
              <a:rPr lang="en-ZA"/>
              <a:t> </a:t>
            </a:r>
            <a:r>
              <a:rPr lang="en-ZA" err="1"/>
              <a:t>parum</a:t>
            </a:r>
            <a:r>
              <a:rPr lang="en-ZA"/>
              <a:t> </a:t>
            </a:r>
            <a:r>
              <a:rPr lang="en-ZA" err="1"/>
              <a:t>claram</a:t>
            </a:r>
            <a:r>
              <a:rPr lang="en-ZA"/>
              <a:t>, </a:t>
            </a:r>
            <a:r>
              <a:rPr lang="en-ZA" err="1"/>
              <a:t>anteposuerit</a:t>
            </a:r>
            <a:r>
              <a:rPr lang="en-ZA"/>
              <a:t> </a:t>
            </a:r>
            <a:r>
              <a:rPr lang="en-ZA" err="1"/>
              <a:t>litterarum</a:t>
            </a:r>
            <a:r>
              <a:rPr lang="en-ZA"/>
              <a:t> </a:t>
            </a:r>
            <a:r>
              <a:rPr lang="en-ZA" err="1"/>
              <a:t>formas</a:t>
            </a:r>
            <a:r>
              <a:rPr lang="en-ZA"/>
              <a:t> </a:t>
            </a:r>
            <a:r>
              <a:rPr lang="en-ZA" err="1"/>
              <a:t>humanitatis</a:t>
            </a:r>
            <a:r>
              <a:rPr lang="en-ZA"/>
              <a:t> per </a:t>
            </a:r>
            <a:r>
              <a:rPr lang="en-ZA" err="1"/>
              <a:t>seacula</a:t>
            </a:r>
            <a:r>
              <a:rPr lang="en-ZA"/>
              <a:t> </a:t>
            </a:r>
            <a:r>
              <a:rPr lang="en-ZA" err="1"/>
              <a:t>quarta</a:t>
            </a:r>
            <a:r>
              <a:rPr lang="en-ZA"/>
              <a:t> </a:t>
            </a:r>
            <a:r>
              <a:rPr lang="en-ZA" err="1"/>
              <a:t>decima</a:t>
            </a:r>
            <a:r>
              <a:rPr lang="en-ZA"/>
              <a:t> et </a:t>
            </a:r>
            <a:r>
              <a:rPr lang="en-ZA" err="1"/>
              <a:t>quinta</a:t>
            </a:r>
            <a:r>
              <a:rPr lang="en-ZA"/>
              <a:t> </a:t>
            </a:r>
            <a:r>
              <a:rPr lang="en-ZA" err="1"/>
              <a:t>decima</a:t>
            </a:r>
            <a:r>
              <a:rPr lang="en-ZA"/>
              <a:t>. </a:t>
            </a:r>
            <a:r>
              <a:rPr lang="en-ZA" err="1"/>
              <a:t>Eodem</a:t>
            </a:r>
            <a:r>
              <a:rPr lang="en-ZA"/>
              <a:t> </a:t>
            </a:r>
            <a:r>
              <a:rPr lang="en-ZA" err="1"/>
              <a:t>modo</a:t>
            </a:r>
            <a:r>
              <a:rPr lang="en-ZA"/>
              <a:t> </a:t>
            </a:r>
            <a:r>
              <a:rPr lang="en-ZA" err="1"/>
              <a:t>typi</a:t>
            </a:r>
            <a:r>
              <a:rPr lang="en-ZA"/>
              <a:t>, qui </a:t>
            </a:r>
            <a:r>
              <a:rPr lang="en-ZA" err="1"/>
              <a:t>nunc</a:t>
            </a:r>
            <a:r>
              <a:rPr lang="en-ZA"/>
              <a:t> </a:t>
            </a:r>
            <a:r>
              <a:rPr lang="en-ZA" err="1"/>
              <a:t>nobis</a:t>
            </a:r>
            <a:r>
              <a:rPr lang="en-ZA"/>
              <a:t> </a:t>
            </a:r>
            <a:r>
              <a:rPr lang="en-ZA" err="1"/>
              <a:t>videntur</a:t>
            </a:r>
            <a:r>
              <a:rPr lang="en-ZA"/>
              <a:t> </a:t>
            </a:r>
            <a:r>
              <a:rPr lang="en-ZA" err="1"/>
              <a:t>parum</a:t>
            </a:r>
            <a:r>
              <a:rPr lang="en-ZA"/>
              <a:t> </a:t>
            </a:r>
            <a:r>
              <a:rPr lang="en-ZA" err="1"/>
              <a:t>clari</a:t>
            </a:r>
            <a:r>
              <a:rPr lang="en-ZA"/>
              <a:t>, </a:t>
            </a:r>
            <a:r>
              <a:rPr lang="en-ZA" err="1"/>
              <a:t>fiant</a:t>
            </a:r>
            <a:r>
              <a:rPr lang="en-ZA"/>
              <a:t> </a:t>
            </a:r>
            <a:r>
              <a:rPr lang="en-ZA" err="1"/>
              <a:t>sollemnes</a:t>
            </a:r>
            <a:r>
              <a:rPr lang="en-ZA"/>
              <a:t> in </a:t>
            </a:r>
            <a:r>
              <a:rPr lang="en-ZA" err="1"/>
              <a:t>futurum</a:t>
            </a:r>
            <a:r>
              <a:rPr lang="en-ZA"/>
              <a:t>.</a:t>
            </a:r>
          </a:p>
        </p:txBody>
      </p:sp>
      <p:sp>
        <p:nvSpPr>
          <p:cNvPr id="94" name="Text Placeholder 57"/>
          <p:cNvSpPr>
            <a:spLocks noGrp="1"/>
          </p:cNvSpPr>
          <p:nvPr>
            <p:ph type="body" sz="quarter" idx="12" hasCustomPrompt="1"/>
          </p:nvPr>
        </p:nvSpPr>
        <p:spPr>
          <a:xfrm>
            <a:off x="576276" y="1137193"/>
            <a:ext cx="11311101" cy="667039"/>
          </a:xfrm>
        </p:spPr>
        <p:txBody>
          <a:bodyPr>
            <a:normAutofit/>
          </a:bodyPr>
          <a:lstStyle>
            <a:lvl1pPr marL="0" indent="0">
              <a:buNone/>
              <a:defRPr sz="2667" baseline="0">
                <a:solidFill>
                  <a:schemeClr val="bg1">
                    <a:lumMod val="50000"/>
                  </a:schemeClr>
                </a:solidFill>
                <a:latin typeface="Kite Display Light" panose="02000000000000000000" pitchFamily="2" charset="0"/>
                <a:ea typeface="Kite Display Light" panose="02000000000000000000" pitchFamily="2" charset="0"/>
              </a:defRPr>
            </a:lvl1pPr>
          </a:lstStyle>
          <a:p>
            <a:pPr lvl="0"/>
            <a:r>
              <a:rPr lang="en-US"/>
              <a:t>Subtitle Goes Here</a:t>
            </a:r>
            <a:endParaRPr lang="en-ZA"/>
          </a:p>
        </p:txBody>
      </p:sp>
    </p:spTree>
    <p:extLst>
      <p:ext uri="{BB962C8B-B14F-4D97-AF65-F5344CB8AC3E}">
        <p14:creationId xmlns:p14="http://schemas.microsoft.com/office/powerpoint/2010/main" val="1887871555"/>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959534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27.xml"/><Relationship Id="rId21" Type="http://schemas.openxmlformats.org/officeDocument/2006/relationships/slideLayout" Target="../slideLayouts/slideLayout22.xml"/><Relationship Id="rId34" Type="http://schemas.openxmlformats.org/officeDocument/2006/relationships/slideLayout" Target="../slideLayouts/slideLayout35.xml"/><Relationship Id="rId42" Type="http://schemas.openxmlformats.org/officeDocument/2006/relationships/slideLayout" Target="../slideLayouts/slideLayout43.xml"/><Relationship Id="rId47" Type="http://schemas.openxmlformats.org/officeDocument/2006/relationships/slideLayout" Target="../slideLayouts/slideLayout48.xml"/><Relationship Id="rId50" Type="http://schemas.openxmlformats.org/officeDocument/2006/relationships/slideLayout" Target="../slideLayouts/slideLayout51.xml"/><Relationship Id="rId55" Type="http://schemas.openxmlformats.org/officeDocument/2006/relationships/slideLayout" Target="../slideLayouts/slideLayout56.xml"/><Relationship Id="rId63" Type="http://schemas.openxmlformats.org/officeDocument/2006/relationships/slideLayout" Target="../slideLayouts/slideLayout64.xml"/><Relationship Id="rId7" Type="http://schemas.openxmlformats.org/officeDocument/2006/relationships/slideLayout" Target="../slideLayouts/slideLayout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9" Type="http://schemas.openxmlformats.org/officeDocument/2006/relationships/slideLayout" Target="../slideLayouts/slideLayout30.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32" Type="http://schemas.openxmlformats.org/officeDocument/2006/relationships/slideLayout" Target="../slideLayouts/slideLayout33.xml"/><Relationship Id="rId37" Type="http://schemas.openxmlformats.org/officeDocument/2006/relationships/slideLayout" Target="../slideLayouts/slideLayout38.xml"/><Relationship Id="rId40" Type="http://schemas.openxmlformats.org/officeDocument/2006/relationships/slideLayout" Target="../slideLayouts/slideLayout41.xml"/><Relationship Id="rId45" Type="http://schemas.openxmlformats.org/officeDocument/2006/relationships/slideLayout" Target="../slideLayouts/slideLayout46.xml"/><Relationship Id="rId53" Type="http://schemas.openxmlformats.org/officeDocument/2006/relationships/slideLayout" Target="../slideLayouts/slideLayout54.xml"/><Relationship Id="rId58" Type="http://schemas.openxmlformats.org/officeDocument/2006/relationships/slideLayout" Target="../slideLayouts/slideLayout59.xml"/><Relationship Id="rId5" Type="http://schemas.openxmlformats.org/officeDocument/2006/relationships/slideLayout" Target="../slideLayouts/slideLayout6.xml"/><Relationship Id="rId61" Type="http://schemas.openxmlformats.org/officeDocument/2006/relationships/slideLayout" Target="../slideLayouts/slideLayout62.xml"/><Relationship Id="rId19" Type="http://schemas.openxmlformats.org/officeDocument/2006/relationships/slideLayout" Target="../slideLayouts/slideLayout20.xml"/><Relationship Id="rId14" Type="http://schemas.openxmlformats.org/officeDocument/2006/relationships/slideLayout" Target="../slideLayouts/slideLayout15.xml"/><Relationship Id="rId22" Type="http://schemas.openxmlformats.org/officeDocument/2006/relationships/slideLayout" Target="../slideLayouts/slideLayout23.xml"/><Relationship Id="rId27" Type="http://schemas.openxmlformats.org/officeDocument/2006/relationships/slideLayout" Target="../slideLayouts/slideLayout28.xml"/><Relationship Id="rId30" Type="http://schemas.openxmlformats.org/officeDocument/2006/relationships/slideLayout" Target="../slideLayouts/slideLayout31.xml"/><Relationship Id="rId35" Type="http://schemas.openxmlformats.org/officeDocument/2006/relationships/slideLayout" Target="../slideLayouts/slideLayout36.xml"/><Relationship Id="rId43" Type="http://schemas.openxmlformats.org/officeDocument/2006/relationships/slideLayout" Target="../slideLayouts/slideLayout44.xml"/><Relationship Id="rId48" Type="http://schemas.openxmlformats.org/officeDocument/2006/relationships/slideLayout" Target="../slideLayouts/slideLayout49.xml"/><Relationship Id="rId56" Type="http://schemas.openxmlformats.org/officeDocument/2006/relationships/slideLayout" Target="../slideLayouts/slideLayout57.xml"/><Relationship Id="rId64" Type="http://schemas.openxmlformats.org/officeDocument/2006/relationships/slideLayout" Target="../slideLayouts/slideLayout65.xml"/><Relationship Id="rId8" Type="http://schemas.openxmlformats.org/officeDocument/2006/relationships/slideLayout" Target="../slideLayouts/slideLayout9.xml"/><Relationship Id="rId51" Type="http://schemas.openxmlformats.org/officeDocument/2006/relationships/slideLayout" Target="../slideLayouts/slideLayout52.xml"/><Relationship Id="rId3" Type="http://schemas.openxmlformats.org/officeDocument/2006/relationships/slideLayout" Target="../slideLayouts/slideLayout4.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33" Type="http://schemas.openxmlformats.org/officeDocument/2006/relationships/slideLayout" Target="../slideLayouts/slideLayout34.xml"/><Relationship Id="rId38" Type="http://schemas.openxmlformats.org/officeDocument/2006/relationships/slideLayout" Target="../slideLayouts/slideLayout39.xml"/><Relationship Id="rId46" Type="http://schemas.openxmlformats.org/officeDocument/2006/relationships/slideLayout" Target="../slideLayouts/slideLayout47.xml"/><Relationship Id="rId59" Type="http://schemas.openxmlformats.org/officeDocument/2006/relationships/slideLayout" Target="../slideLayouts/slideLayout60.xml"/><Relationship Id="rId20" Type="http://schemas.openxmlformats.org/officeDocument/2006/relationships/slideLayout" Target="../slideLayouts/slideLayout21.xml"/><Relationship Id="rId41" Type="http://schemas.openxmlformats.org/officeDocument/2006/relationships/slideLayout" Target="../slideLayouts/slideLayout42.xml"/><Relationship Id="rId54" Type="http://schemas.openxmlformats.org/officeDocument/2006/relationships/slideLayout" Target="../slideLayouts/slideLayout55.xml"/><Relationship Id="rId62" Type="http://schemas.openxmlformats.org/officeDocument/2006/relationships/slideLayout" Target="../slideLayouts/slideLayout63.xml"/><Relationship Id="rId1" Type="http://schemas.openxmlformats.org/officeDocument/2006/relationships/slideLayout" Target="../slideLayouts/slideLayout2.xml"/><Relationship Id="rId6" Type="http://schemas.openxmlformats.org/officeDocument/2006/relationships/slideLayout" Target="../slideLayouts/slideLayout7.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28" Type="http://schemas.openxmlformats.org/officeDocument/2006/relationships/slideLayout" Target="../slideLayouts/slideLayout29.xml"/><Relationship Id="rId36" Type="http://schemas.openxmlformats.org/officeDocument/2006/relationships/slideLayout" Target="../slideLayouts/slideLayout37.xml"/><Relationship Id="rId49" Type="http://schemas.openxmlformats.org/officeDocument/2006/relationships/slideLayout" Target="../slideLayouts/slideLayout50.xml"/><Relationship Id="rId57" Type="http://schemas.openxmlformats.org/officeDocument/2006/relationships/slideLayout" Target="../slideLayouts/slideLayout58.xml"/><Relationship Id="rId10" Type="http://schemas.openxmlformats.org/officeDocument/2006/relationships/slideLayout" Target="../slideLayouts/slideLayout11.xml"/><Relationship Id="rId31" Type="http://schemas.openxmlformats.org/officeDocument/2006/relationships/slideLayout" Target="../slideLayouts/slideLayout32.xml"/><Relationship Id="rId44" Type="http://schemas.openxmlformats.org/officeDocument/2006/relationships/slideLayout" Target="../slideLayouts/slideLayout45.xml"/><Relationship Id="rId52" Type="http://schemas.openxmlformats.org/officeDocument/2006/relationships/slideLayout" Target="../slideLayouts/slideLayout53.xml"/><Relationship Id="rId60" Type="http://schemas.openxmlformats.org/officeDocument/2006/relationships/slideLayout" Target="../slideLayouts/slideLayout61.xml"/><Relationship Id="rId65" Type="http://schemas.openxmlformats.org/officeDocument/2006/relationships/theme" Target="../theme/theme2.xml"/><Relationship Id="rId4" Type="http://schemas.openxmlformats.org/officeDocument/2006/relationships/slideLayout" Target="../slideLayouts/slideLayout5.xml"/><Relationship Id="rId9" Type="http://schemas.openxmlformats.org/officeDocument/2006/relationships/slideLayout" Target="../slideLayouts/slideLayout10.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39" Type="http://schemas.openxmlformats.org/officeDocument/2006/relationships/slideLayout" Target="../slideLayouts/slideLayout4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3.xml"/><Relationship Id="rId3" Type="http://schemas.openxmlformats.org/officeDocument/2006/relationships/slideLayout" Target="../slideLayouts/slideLayout68.xml"/><Relationship Id="rId7" Type="http://schemas.openxmlformats.org/officeDocument/2006/relationships/slideLayout" Target="../slideLayouts/slideLayout72.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5" Type="http://schemas.openxmlformats.org/officeDocument/2006/relationships/slideLayout" Target="../slideLayouts/slideLayout70.xml"/><Relationship Id="rId10" Type="http://schemas.openxmlformats.org/officeDocument/2006/relationships/theme" Target="../theme/theme3.xml"/><Relationship Id="rId4" Type="http://schemas.openxmlformats.org/officeDocument/2006/relationships/slideLayout" Target="../slideLayouts/slideLayout69.xml"/><Relationship Id="rId9" Type="http://schemas.openxmlformats.org/officeDocument/2006/relationships/slideLayout" Target="../slideLayouts/slideLayout74.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87.xml"/><Relationship Id="rId18" Type="http://schemas.openxmlformats.org/officeDocument/2006/relationships/slideLayout" Target="../slideLayouts/slideLayout92.xml"/><Relationship Id="rId26" Type="http://schemas.openxmlformats.org/officeDocument/2006/relationships/slideLayout" Target="../slideLayouts/slideLayout100.xml"/><Relationship Id="rId39" Type="http://schemas.openxmlformats.org/officeDocument/2006/relationships/slideLayout" Target="../slideLayouts/slideLayout113.xml"/><Relationship Id="rId21" Type="http://schemas.openxmlformats.org/officeDocument/2006/relationships/slideLayout" Target="../slideLayouts/slideLayout95.xml"/><Relationship Id="rId34" Type="http://schemas.openxmlformats.org/officeDocument/2006/relationships/slideLayout" Target="../slideLayouts/slideLayout108.xml"/><Relationship Id="rId42" Type="http://schemas.openxmlformats.org/officeDocument/2006/relationships/slideLayout" Target="../slideLayouts/slideLayout116.xml"/><Relationship Id="rId47" Type="http://schemas.openxmlformats.org/officeDocument/2006/relationships/slideLayout" Target="../slideLayouts/slideLayout121.xml"/><Relationship Id="rId50" Type="http://schemas.openxmlformats.org/officeDocument/2006/relationships/slideLayout" Target="../slideLayouts/slideLayout124.xml"/><Relationship Id="rId55" Type="http://schemas.openxmlformats.org/officeDocument/2006/relationships/slideLayout" Target="../slideLayouts/slideLayout129.xml"/><Relationship Id="rId7" Type="http://schemas.openxmlformats.org/officeDocument/2006/relationships/slideLayout" Target="../slideLayouts/slideLayout81.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29" Type="http://schemas.openxmlformats.org/officeDocument/2006/relationships/slideLayout" Target="../slideLayouts/slideLayout103.xml"/><Relationship Id="rId11" Type="http://schemas.openxmlformats.org/officeDocument/2006/relationships/slideLayout" Target="../slideLayouts/slideLayout85.xml"/><Relationship Id="rId24" Type="http://schemas.openxmlformats.org/officeDocument/2006/relationships/slideLayout" Target="../slideLayouts/slideLayout98.xml"/><Relationship Id="rId32" Type="http://schemas.openxmlformats.org/officeDocument/2006/relationships/slideLayout" Target="../slideLayouts/slideLayout106.xml"/><Relationship Id="rId37" Type="http://schemas.openxmlformats.org/officeDocument/2006/relationships/slideLayout" Target="../slideLayouts/slideLayout111.xml"/><Relationship Id="rId40" Type="http://schemas.openxmlformats.org/officeDocument/2006/relationships/slideLayout" Target="../slideLayouts/slideLayout114.xml"/><Relationship Id="rId45" Type="http://schemas.openxmlformats.org/officeDocument/2006/relationships/slideLayout" Target="../slideLayouts/slideLayout119.xml"/><Relationship Id="rId53" Type="http://schemas.openxmlformats.org/officeDocument/2006/relationships/slideLayout" Target="../slideLayouts/slideLayout127.xml"/><Relationship Id="rId5" Type="http://schemas.openxmlformats.org/officeDocument/2006/relationships/slideLayout" Target="../slideLayouts/slideLayout79.xml"/><Relationship Id="rId10" Type="http://schemas.openxmlformats.org/officeDocument/2006/relationships/slideLayout" Target="../slideLayouts/slideLayout84.xml"/><Relationship Id="rId19" Type="http://schemas.openxmlformats.org/officeDocument/2006/relationships/slideLayout" Target="../slideLayouts/slideLayout93.xml"/><Relationship Id="rId31" Type="http://schemas.openxmlformats.org/officeDocument/2006/relationships/slideLayout" Target="../slideLayouts/slideLayout105.xml"/><Relationship Id="rId44" Type="http://schemas.openxmlformats.org/officeDocument/2006/relationships/slideLayout" Target="../slideLayouts/slideLayout118.xml"/><Relationship Id="rId52" Type="http://schemas.openxmlformats.org/officeDocument/2006/relationships/slideLayout" Target="../slideLayouts/slideLayout126.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 Id="rId22" Type="http://schemas.openxmlformats.org/officeDocument/2006/relationships/slideLayout" Target="../slideLayouts/slideLayout96.xml"/><Relationship Id="rId27" Type="http://schemas.openxmlformats.org/officeDocument/2006/relationships/slideLayout" Target="../slideLayouts/slideLayout101.xml"/><Relationship Id="rId30" Type="http://schemas.openxmlformats.org/officeDocument/2006/relationships/slideLayout" Target="../slideLayouts/slideLayout104.xml"/><Relationship Id="rId35" Type="http://schemas.openxmlformats.org/officeDocument/2006/relationships/slideLayout" Target="../slideLayouts/slideLayout109.xml"/><Relationship Id="rId43" Type="http://schemas.openxmlformats.org/officeDocument/2006/relationships/slideLayout" Target="../slideLayouts/slideLayout117.xml"/><Relationship Id="rId48" Type="http://schemas.openxmlformats.org/officeDocument/2006/relationships/slideLayout" Target="../slideLayouts/slideLayout122.xml"/><Relationship Id="rId56" Type="http://schemas.openxmlformats.org/officeDocument/2006/relationships/theme" Target="../theme/theme4.xml"/><Relationship Id="rId8" Type="http://schemas.openxmlformats.org/officeDocument/2006/relationships/slideLayout" Target="../slideLayouts/slideLayout82.xml"/><Relationship Id="rId51" Type="http://schemas.openxmlformats.org/officeDocument/2006/relationships/slideLayout" Target="../slideLayouts/slideLayout125.xml"/><Relationship Id="rId3" Type="http://schemas.openxmlformats.org/officeDocument/2006/relationships/slideLayout" Target="../slideLayouts/slideLayout77.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5" Type="http://schemas.openxmlformats.org/officeDocument/2006/relationships/slideLayout" Target="../slideLayouts/slideLayout99.xml"/><Relationship Id="rId33" Type="http://schemas.openxmlformats.org/officeDocument/2006/relationships/slideLayout" Target="../slideLayouts/slideLayout107.xml"/><Relationship Id="rId38" Type="http://schemas.openxmlformats.org/officeDocument/2006/relationships/slideLayout" Target="../slideLayouts/slideLayout112.xml"/><Relationship Id="rId46" Type="http://schemas.openxmlformats.org/officeDocument/2006/relationships/slideLayout" Target="../slideLayouts/slideLayout120.xml"/><Relationship Id="rId20" Type="http://schemas.openxmlformats.org/officeDocument/2006/relationships/slideLayout" Target="../slideLayouts/slideLayout94.xml"/><Relationship Id="rId41" Type="http://schemas.openxmlformats.org/officeDocument/2006/relationships/slideLayout" Target="../slideLayouts/slideLayout115.xml"/><Relationship Id="rId54" Type="http://schemas.openxmlformats.org/officeDocument/2006/relationships/slideLayout" Target="../slideLayouts/slideLayout128.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5" Type="http://schemas.openxmlformats.org/officeDocument/2006/relationships/slideLayout" Target="../slideLayouts/slideLayout89.xml"/><Relationship Id="rId23" Type="http://schemas.openxmlformats.org/officeDocument/2006/relationships/slideLayout" Target="../slideLayouts/slideLayout97.xml"/><Relationship Id="rId28" Type="http://schemas.openxmlformats.org/officeDocument/2006/relationships/slideLayout" Target="../slideLayouts/slideLayout102.xml"/><Relationship Id="rId36" Type="http://schemas.openxmlformats.org/officeDocument/2006/relationships/slideLayout" Target="../slideLayouts/slideLayout110.xml"/><Relationship Id="rId49" Type="http://schemas.openxmlformats.org/officeDocument/2006/relationships/slideLayout" Target="../slideLayouts/slideLayout123.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42.xml"/><Relationship Id="rId18" Type="http://schemas.openxmlformats.org/officeDocument/2006/relationships/slideLayout" Target="../slideLayouts/slideLayout147.xml"/><Relationship Id="rId26" Type="http://schemas.openxmlformats.org/officeDocument/2006/relationships/slideLayout" Target="../slideLayouts/slideLayout155.xml"/><Relationship Id="rId39" Type="http://schemas.openxmlformats.org/officeDocument/2006/relationships/slideLayout" Target="../slideLayouts/slideLayout168.xml"/><Relationship Id="rId21" Type="http://schemas.openxmlformats.org/officeDocument/2006/relationships/slideLayout" Target="../slideLayouts/slideLayout150.xml"/><Relationship Id="rId34" Type="http://schemas.openxmlformats.org/officeDocument/2006/relationships/slideLayout" Target="../slideLayouts/slideLayout163.xml"/><Relationship Id="rId42" Type="http://schemas.openxmlformats.org/officeDocument/2006/relationships/slideLayout" Target="../slideLayouts/slideLayout171.xml"/><Relationship Id="rId47" Type="http://schemas.openxmlformats.org/officeDocument/2006/relationships/slideLayout" Target="../slideLayouts/slideLayout176.xml"/><Relationship Id="rId50" Type="http://schemas.openxmlformats.org/officeDocument/2006/relationships/slideLayout" Target="../slideLayouts/slideLayout179.xml"/><Relationship Id="rId55" Type="http://schemas.openxmlformats.org/officeDocument/2006/relationships/slideLayout" Target="../slideLayouts/slideLayout184.xml"/><Relationship Id="rId63" Type="http://schemas.openxmlformats.org/officeDocument/2006/relationships/image" Target="../media/image9.png"/><Relationship Id="rId7" Type="http://schemas.openxmlformats.org/officeDocument/2006/relationships/slideLayout" Target="../slideLayouts/slideLayout136.xml"/><Relationship Id="rId2" Type="http://schemas.openxmlformats.org/officeDocument/2006/relationships/slideLayout" Target="../slideLayouts/slideLayout131.xml"/><Relationship Id="rId16" Type="http://schemas.openxmlformats.org/officeDocument/2006/relationships/slideLayout" Target="../slideLayouts/slideLayout145.xml"/><Relationship Id="rId29" Type="http://schemas.openxmlformats.org/officeDocument/2006/relationships/slideLayout" Target="../slideLayouts/slideLayout158.xml"/><Relationship Id="rId11" Type="http://schemas.openxmlformats.org/officeDocument/2006/relationships/slideLayout" Target="../slideLayouts/slideLayout140.xml"/><Relationship Id="rId24" Type="http://schemas.openxmlformats.org/officeDocument/2006/relationships/slideLayout" Target="../slideLayouts/slideLayout153.xml"/><Relationship Id="rId32" Type="http://schemas.openxmlformats.org/officeDocument/2006/relationships/slideLayout" Target="../slideLayouts/slideLayout161.xml"/><Relationship Id="rId37" Type="http://schemas.openxmlformats.org/officeDocument/2006/relationships/slideLayout" Target="../slideLayouts/slideLayout166.xml"/><Relationship Id="rId40" Type="http://schemas.openxmlformats.org/officeDocument/2006/relationships/slideLayout" Target="../slideLayouts/slideLayout169.xml"/><Relationship Id="rId45" Type="http://schemas.openxmlformats.org/officeDocument/2006/relationships/slideLayout" Target="../slideLayouts/slideLayout174.xml"/><Relationship Id="rId53" Type="http://schemas.openxmlformats.org/officeDocument/2006/relationships/slideLayout" Target="../slideLayouts/slideLayout182.xml"/><Relationship Id="rId58" Type="http://schemas.openxmlformats.org/officeDocument/2006/relationships/slideLayout" Target="../slideLayouts/slideLayout187.xml"/><Relationship Id="rId5" Type="http://schemas.openxmlformats.org/officeDocument/2006/relationships/slideLayout" Target="../slideLayouts/slideLayout134.xml"/><Relationship Id="rId61" Type="http://schemas.openxmlformats.org/officeDocument/2006/relationships/image" Target="../media/image3.png"/><Relationship Id="rId19" Type="http://schemas.openxmlformats.org/officeDocument/2006/relationships/slideLayout" Target="../slideLayouts/slideLayout148.xml"/><Relationship Id="rId14" Type="http://schemas.openxmlformats.org/officeDocument/2006/relationships/slideLayout" Target="../slideLayouts/slideLayout143.xml"/><Relationship Id="rId22" Type="http://schemas.openxmlformats.org/officeDocument/2006/relationships/slideLayout" Target="../slideLayouts/slideLayout151.xml"/><Relationship Id="rId27" Type="http://schemas.openxmlformats.org/officeDocument/2006/relationships/slideLayout" Target="../slideLayouts/slideLayout156.xml"/><Relationship Id="rId30" Type="http://schemas.openxmlformats.org/officeDocument/2006/relationships/slideLayout" Target="../slideLayouts/slideLayout159.xml"/><Relationship Id="rId35" Type="http://schemas.openxmlformats.org/officeDocument/2006/relationships/slideLayout" Target="../slideLayouts/slideLayout164.xml"/><Relationship Id="rId43" Type="http://schemas.openxmlformats.org/officeDocument/2006/relationships/slideLayout" Target="../slideLayouts/slideLayout172.xml"/><Relationship Id="rId48" Type="http://schemas.openxmlformats.org/officeDocument/2006/relationships/slideLayout" Target="../slideLayouts/slideLayout177.xml"/><Relationship Id="rId56" Type="http://schemas.openxmlformats.org/officeDocument/2006/relationships/slideLayout" Target="../slideLayouts/slideLayout185.xml"/><Relationship Id="rId8" Type="http://schemas.openxmlformats.org/officeDocument/2006/relationships/slideLayout" Target="../slideLayouts/slideLayout137.xml"/><Relationship Id="rId51" Type="http://schemas.openxmlformats.org/officeDocument/2006/relationships/slideLayout" Target="../slideLayouts/slideLayout180.xml"/><Relationship Id="rId3" Type="http://schemas.openxmlformats.org/officeDocument/2006/relationships/slideLayout" Target="../slideLayouts/slideLayout132.xml"/><Relationship Id="rId12" Type="http://schemas.openxmlformats.org/officeDocument/2006/relationships/slideLayout" Target="../slideLayouts/slideLayout141.xml"/><Relationship Id="rId17" Type="http://schemas.openxmlformats.org/officeDocument/2006/relationships/slideLayout" Target="../slideLayouts/slideLayout146.xml"/><Relationship Id="rId25" Type="http://schemas.openxmlformats.org/officeDocument/2006/relationships/slideLayout" Target="../slideLayouts/slideLayout154.xml"/><Relationship Id="rId33" Type="http://schemas.openxmlformats.org/officeDocument/2006/relationships/slideLayout" Target="../slideLayouts/slideLayout162.xml"/><Relationship Id="rId38" Type="http://schemas.openxmlformats.org/officeDocument/2006/relationships/slideLayout" Target="../slideLayouts/slideLayout167.xml"/><Relationship Id="rId46" Type="http://schemas.openxmlformats.org/officeDocument/2006/relationships/slideLayout" Target="../slideLayouts/slideLayout175.xml"/><Relationship Id="rId59" Type="http://schemas.openxmlformats.org/officeDocument/2006/relationships/slideLayout" Target="../slideLayouts/slideLayout188.xml"/><Relationship Id="rId20" Type="http://schemas.openxmlformats.org/officeDocument/2006/relationships/slideLayout" Target="../slideLayouts/slideLayout149.xml"/><Relationship Id="rId41" Type="http://schemas.openxmlformats.org/officeDocument/2006/relationships/slideLayout" Target="../slideLayouts/slideLayout170.xml"/><Relationship Id="rId54" Type="http://schemas.openxmlformats.org/officeDocument/2006/relationships/slideLayout" Target="../slideLayouts/slideLayout183.xml"/><Relationship Id="rId62" Type="http://schemas.openxmlformats.org/officeDocument/2006/relationships/image" Target="../media/image15.png"/><Relationship Id="rId1" Type="http://schemas.openxmlformats.org/officeDocument/2006/relationships/slideLayout" Target="../slideLayouts/slideLayout130.xml"/><Relationship Id="rId6" Type="http://schemas.openxmlformats.org/officeDocument/2006/relationships/slideLayout" Target="../slideLayouts/slideLayout135.xml"/><Relationship Id="rId15" Type="http://schemas.openxmlformats.org/officeDocument/2006/relationships/slideLayout" Target="../slideLayouts/slideLayout144.xml"/><Relationship Id="rId23" Type="http://schemas.openxmlformats.org/officeDocument/2006/relationships/slideLayout" Target="../slideLayouts/slideLayout152.xml"/><Relationship Id="rId28" Type="http://schemas.openxmlformats.org/officeDocument/2006/relationships/slideLayout" Target="../slideLayouts/slideLayout157.xml"/><Relationship Id="rId36" Type="http://schemas.openxmlformats.org/officeDocument/2006/relationships/slideLayout" Target="../slideLayouts/slideLayout165.xml"/><Relationship Id="rId49" Type="http://schemas.openxmlformats.org/officeDocument/2006/relationships/slideLayout" Target="../slideLayouts/slideLayout178.xml"/><Relationship Id="rId57" Type="http://schemas.openxmlformats.org/officeDocument/2006/relationships/slideLayout" Target="../slideLayouts/slideLayout186.xml"/><Relationship Id="rId10" Type="http://schemas.openxmlformats.org/officeDocument/2006/relationships/slideLayout" Target="../slideLayouts/slideLayout139.xml"/><Relationship Id="rId31" Type="http://schemas.openxmlformats.org/officeDocument/2006/relationships/slideLayout" Target="../slideLayouts/slideLayout160.xml"/><Relationship Id="rId44" Type="http://schemas.openxmlformats.org/officeDocument/2006/relationships/slideLayout" Target="../slideLayouts/slideLayout173.xml"/><Relationship Id="rId52" Type="http://schemas.openxmlformats.org/officeDocument/2006/relationships/slideLayout" Target="../slideLayouts/slideLayout181.xml"/><Relationship Id="rId60" Type="http://schemas.openxmlformats.org/officeDocument/2006/relationships/theme" Target="../theme/theme5.xml"/><Relationship Id="rId4" Type="http://schemas.openxmlformats.org/officeDocument/2006/relationships/slideLayout" Target="../slideLayouts/slideLayout133.xml"/><Relationship Id="rId9" Type="http://schemas.openxmlformats.org/officeDocument/2006/relationships/slideLayout" Target="../slideLayouts/slideLayout1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C389636-1657-C529-AD75-C43F96396C8E}"/>
              </a:ext>
            </a:extLst>
          </p:cNvPr>
          <p:cNvSpPr txBox="1"/>
          <p:nvPr userDrawn="1"/>
        </p:nvSpPr>
        <p:spPr>
          <a:xfrm>
            <a:off x="910444" y="6630292"/>
            <a:ext cx="10128250" cy="230832"/>
          </a:xfrm>
          <a:prstGeom prst="rect">
            <a:avLst/>
          </a:prstGeom>
          <a:noFill/>
        </p:spPr>
        <p:txBody>
          <a:bodyPr wrap="square" rtlCol="0">
            <a:spAutoFit/>
          </a:bodyPr>
          <a:lstStyle/>
          <a:p>
            <a:pPr algn="l"/>
            <a:r>
              <a:rPr lang="en-IN" sz="900" b="1" i="1" dirty="0">
                <a:solidFill>
                  <a:schemeClr val="tx2"/>
                </a:solidFill>
                <a:latin typeface="Arial" panose="020B0604020202020204" pitchFamily="34" charset="0"/>
                <a:cs typeface="Arial" panose="020B0604020202020204" pitchFamily="34" charset="0"/>
              </a:rPr>
              <a:t>© Proprietary &amp; Confidential. All rights reserved.</a:t>
            </a:r>
          </a:p>
        </p:txBody>
      </p:sp>
    </p:spTree>
    <p:extLst>
      <p:ext uri="{BB962C8B-B14F-4D97-AF65-F5344CB8AC3E}">
        <p14:creationId xmlns:p14="http://schemas.microsoft.com/office/powerpoint/2010/main" val="2992402465"/>
      </p:ext>
    </p:extLst>
  </p:cSld>
  <p:clrMap bg1="lt1" tx1="dk1" bg2="lt2" tx2="dk2" accent1="accent1" accent2="accent2" accent3="accent3" accent4="accent4" accent5="accent5" accent6="accent6" hlink="hlink" folHlink="folHlink"/>
  <p:sldLayoutIdLst>
    <p:sldLayoutId id="2147484141" r:id="rId1"/>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BA1D92-B603-484B-ABA5-6050FCF7E9C7}" type="datetimeFigureOut">
              <a:rPr lang="en-IN" smtClean="0"/>
              <a:t>15/05/25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8D58B5-FF32-4D41-9D82-69224CA7B659}" type="slidenum">
              <a:rPr lang="en-IN" smtClean="0"/>
              <a:t>‹#›</a:t>
            </a:fld>
            <a:endParaRPr lang="en-IN"/>
          </a:p>
        </p:txBody>
      </p:sp>
      <p:sp>
        <p:nvSpPr>
          <p:cNvPr id="8" name="TextBox 7">
            <a:extLst>
              <a:ext uri="{FF2B5EF4-FFF2-40B4-BE49-F238E27FC236}">
                <a16:creationId xmlns:a16="http://schemas.microsoft.com/office/drawing/2014/main" id="{3C41F976-5FD1-4870-9AD6-4816233CB02C}"/>
              </a:ext>
            </a:extLst>
          </p:cNvPr>
          <p:cNvSpPr txBox="1"/>
          <p:nvPr/>
        </p:nvSpPr>
        <p:spPr>
          <a:xfrm>
            <a:off x="910444" y="6630292"/>
            <a:ext cx="10128250" cy="230832"/>
          </a:xfrm>
          <a:prstGeom prst="rect">
            <a:avLst/>
          </a:prstGeom>
          <a:noFill/>
        </p:spPr>
        <p:txBody>
          <a:bodyPr wrap="square" rtlCol="0">
            <a:spAutoFit/>
          </a:bodyPr>
          <a:lstStyle/>
          <a:p>
            <a:pPr algn="l"/>
            <a:r>
              <a:rPr lang="en-IN" sz="900" b="1" i="1" dirty="0">
                <a:solidFill>
                  <a:schemeClr val="tx2"/>
                </a:solidFill>
                <a:latin typeface="Arial" panose="020B0604020202020204" pitchFamily="34" charset="0"/>
                <a:cs typeface="Arial" panose="020B0604020202020204" pitchFamily="34" charset="0"/>
              </a:rPr>
              <a:t>© Proprietary &amp; Confidential. All rights reserved.</a:t>
            </a:r>
          </a:p>
        </p:txBody>
      </p:sp>
    </p:spTree>
    <p:extLst>
      <p:ext uri="{BB962C8B-B14F-4D97-AF65-F5344CB8AC3E}">
        <p14:creationId xmlns:p14="http://schemas.microsoft.com/office/powerpoint/2010/main" val="1786357233"/>
      </p:ext>
    </p:extLst>
  </p:cSld>
  <p:clrMap bg1="lt1" tx1="dk1" bg2="lt2" tx2="dk2" accent1="accent1" accent2="accent2" accent3="accent3" accent4="accent4" accent5="accent5" accent6="accent6" hlink="hlink" folHlink="folHlink"/>
  <p:sldLayoutIdLst>
    <p:sldLayoutId id="2147483926" r:id="rId1"/>
    <p:sldLayoutId id="2147483927" r:id="rId2"/>
    <p:sldLayoutId id="2147483928" r:id="rId3"/>
    <p:sldLayoutId id="2147483929" r:id="rId4"/>
    <p:sldLayoutId id="2147483930" r:id="rId5"/>
    <p:sldLayoutId id="2147483931" r:id="rId6"/>
    <p:sldLayoutId id="2147483932" r:id="rId7"/>
    <p:sldLayoutId id="2147483933" r:id="rId8"/>
    <p:sldLayoutId id="2147483934" r:id="rId9"/>
    <p:sldLayoutId id="2147483935" r:id="rId10"/>
    <p:sldLayoutId id="2147483936" r:id="rId11"/>
    <p:sldLayoutId id="2147483937" r:id="rId12"/>
    <p:sldLayoutId id="2147483938" r:id="rId13"/>
    <p:sldLayoutId id="2147483939" r:id="rId14"/>
    <p:sldLayoutId id="2147483940" r:id="rId15"/>
    <p:sldLayoutId id="2147483942" r:id="rId16"/>
    <p:sldLayoutId id="2147483943" r:id="rId17"/>
    <p:sldLayoutId id="2147483945" r:id="rId18"/>
    <p:sldLayoutId id="2147483946" r:id="rId19"/>
    <p:sldLayoutId id="2147483948" r:id="rId20"/>
    <p:sldLayoutId id="2147483949" r:id="rId21"/>
    <p:sldLayoutId id="2147483950" r:id="rId22"/>
    <p:sldLayoutId id="2147483951" r:id="rId23"/>
    <p:sldLayoutId id="2147483952" r:id="rId24"/>
    <p:sldLayoutId id="2147483953" r:id="rId25"/>
    <p:sldLayoutId id="2147483954" r:id="rId26"/>
    <p:sldLayoutId id="2147483955" r:id="rId27"/>
    <p:sldLayoutId id="2147483956" r:id="rId28"/>
    <p:sldLayoutId id="2147483957" r:id="rId29"/>
    <p:sldLayoutId id="2147483958" r:id="rId30"/>
    <p:sldLayoutId id="2147483959" r:id="rId31"/>
    <p:sldLayoutId id="2147483960" r:id="rId32"/>
    <p:sldLayoutId id="2147483961" r:id="rId33"/>
    <p:sldLayoutId id="2147483962" r:id="rId34"/>
    <p:sldLayoutId id="2147483963" r:id="rId35"/>
    <p:sldLayoutId id="2147483964" r:id="rId36"/>
    <p:sldLayoutId id="2147483965" r:id="rId37"/>
    <p:sldLayoutId id="2147483966" r:id="rId38"/>
    <p:sldLayoutId id="2147483967" r:id="rId39"/>
    <p:sldLayoutId id="2147483968" r:id="rId40"/>
    <p:sldLayoutId id="2147483969" r:id="rId41"/>
    <p:sldLayoutId id="2147483970" r:id="rId42"/>
    <p:sldLayoutId id="2147483971" r:id="rId43"/>
    <p:sldLayoutId id="2147483972" r:id="rId44"/>
    <p:sldLayoutId id="2147483973" r:id="rId45"/>
    <p:sldLayoutId id="2147483974" r:id="rId46"/>
    <p:sldLayoutId id="2147483975" r:id="rId47"/>
    <p:sldLayoutId id="2147483976" r:id="rId48"/>
    <p:sldLayoutId id="2147483977" r:id="rId49"/>
    <p:sldLayoutId id="2147484080" r:id="rId50"/>
    <p:sldLayoutId id="2147484081" r:id="rId51"/>
    <p:sldLayoutId id="2147484082" r:id="rId52"/>
    <p:sldLayoutId id="2147484083" r:id="rId53"/>
    <p:sldLayoutId id="2147484084" r:id="rId54"/>
    <p:sldLayoutId id="2147484205" r:id="rId55"/>
    <p:sldLayoutId id="2147484467" r:id="rId56"/>
    <p:sldLayoutId id="2147484468" r:id="rId57"/>
    <p:sldLayoutId id="2147484470" r:id="rId58"/>
    <p:sldLayoutId id="2147484471" r:id="rId59"/>
    <p:sldLayoutId id="2147484847" r:id="rId60"/>
    <p:sldLayoutId id="2147484853" r:id="rId61"/>
    <p:sldLayoutId id="2147484862" r:id="rId62"/>
    <p:sldLayoutId id="2147484867" r:id="rId63"/>
    <p:sldLayoutId id="2147484924" r:id="rId64"/>
  </p:sldLayoutIdLst>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956FCF75-FEEC-BA2F-7965-4837634E2C4A}"/>
              </a:ext>
            </a:extLst>
          </p:cNvPr>
          <p:cNvSpPr txBox="1"/>
          <p:nvPr userDrawn="1"/>
        </p:nvSpPr>
        <p:spPr>
          <a:xfrm>
            <a:off x="0" y="6581001"/>
            <a:ext cx="530559" cy="276999"/>
          </a:xfrm>
          <a:prstGeom prst="rect">
            <a:avLst/>
          </a:prstGeom>
          <a:noFill/>
        </p:spPr>
        <p:txBody>
          <a:bodyPr wrap="square">
            <a:spAutoFit/>
          </a:bodyPr>
          <a:lstStyle/>
          <a:p>
            <a:fld id="{9B10C6F0-693C-4FCC-BE4B-D4D05D9AF886}" type="slidenum">
              <a:rPr lang="en-IN" sz="1200" smtClean="0"/>
              <a:pPr/>
              <a:t>‹#›</a:t>
            </a:fld>
            <a:endParaRPr lang="en-IN" sz="1200"/>
          </a:p>
        </p:txBody>
      </p:sp>
    </p:spTree>
    <p:extLst>
      <p:ext uri="{BB962C8B-B14F-4D97-AF65-F5344CB8AC3E}">
        <p14:creationId xmlns:p14="http://schemas.microsoft.com/office/powerpoint/2010/main" val="2481124371"/>
      </p:ext>
    </p:extLst>
  </p:cSld>
  <p:clrMap bg1="lt1" tx1="dk1" bg2="lt2" tx2="dk2" accent1="accent1" accent2="accent2" accent3="accent3" accent4="accent4" accent5="accent5" accent6="accent6" hlink="hlink" folHlink="folHlink"/>
  <p:sldLayoutIdLst>
    <p:sldLayoutId id="2147484926" r:id="rId1"/>
    <p:sldLayoutId id="2147484927" r:id="rId2"/>
    <p:sldLayoutId id="2147484928" r:id="rId3"/>
    <p:sldLayoutId id="2147484929" r:id="rId4"/>
    <p:sldLayoutId id="2147484930" r:id="rId5"/>
    <p:sldLayoutId id="2147484931" r:id="rId6"/>
    <p:sldLayoutId id="2147484933" r:id="rId7"/>
    <p:sldLayoutId id="2147484934" r:id="rId8"/>
    <p:sldLayoutId id="2147485075" r:id="rId9"/>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D4A847-309C-4C5D-B767-F7C82EAD3A85}" type="datetime3">
              <a:rPr lang="en-IN" smtClean="0"/>
              <a:t>15 May 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37C876-53AA-4F9C-90F3-B0832C3D96F1}" type="slidenum">
              <a:rPr lang="en-US" smtClean="0"/>
              <a:t>‹#›</a:t>
            </a:fld>
            <a:endParaRPr lang="en-US"/>
          </a:p>
        </p:txBody>
      </p:sp>
      <p:sp>
        <p:nvSpPr>
          <p:cNvPr id="8" name="TextBox 7">
            <a:extLst>
              <a:ext uri="{FF2B5EF4-FFF2-40B4-BE49-F238E27FC236}">
                <a16:creationId xmlns:a16="http://schemas.microsoft.com/office/drawing/2014/main" id="{3C41F976-5FD1-4870-9AD6-4816233CB02C}"/>
              </a:ext>
            </a:extLst>
          </p:cNvPr>
          <p:cNvSpPr txBox="1"/>
          <p:nvPr/>
        </p:nvSpPr>
        <p:spPr>
          <a:xfrm>
            <a:off x="910444" y="6630292"/>
            <a:ext cx="10128250" cy="230832"/>
          </a:xfrm>
          <a:prstGeom prst="rect">
            <a:avLst/>
          </a:prstGeom>
          <a:noFill/>
        </p:spPr>
        <p:txBody>
          <a:bodyPr wrap="square" rtlCol="0">
            <a:spAutoFit/>
          </a:bodyPr>
          <a:lstStyle/>
          <a:p>
            <a:pPr algn="l"/>
            <a:r>
              <a:rPr lang="en-IN" sz="900" b="1" i="1">
                <a:solidFill>
                  <a:schemeClr val="tx2"/>
                </a:solidFill>
                <a:latin typeface="Arial" panose="020B0604020202020204" pitchFamily="34" charset="0"/>
                <a:cs typeface="Arial" panose="020B0604020202020204" pitchFamily="34" charset="0"/>
              </a:rPr>
              <a:t>© Proprietary &amp; Confidential- Thoucentric. All rights reserved.</a:t>
            </a:r>
          </a:p>
        </p:txBody>
      </p:sp>
    </p:spTree>
    <p:extLst>
      <p:ext uri="{BB962C8B-B14F-4D97-AF65-F5344CB8AC3E}">
        <p14:creationId xmlns:p14="http://schemas.microsoft.com/office/powerpoint/2010/main" val="442340528"/>
      </p:ext>
    </p:extLst>
  </p:cSld>
  <p:clrMap bg1="lt1" tx1="dk1" bg2="lt2" tx2="dk2" accent1="accent1" accent2="accent2" accent3="accent3" accent4="accent4" accent5="accent5" accent6="accent6" hlink="hlink" folHlink="folHlink"/>
  <p:sldLayoutIdLst>
    <p:sldLayoutId id="2147484937" r:id="rId1"/>
    <p:sldLayoutId id="2147484938" r:id="rId2"/>
    <p:sldLayoutId id="2147484939" r:id="rId3"/>
    <p:sldLayoutId id="2147484940" r:id="rId4"/>
    <p:sldLayoutId id="2147484941" r:id="rId5"/>
    <p:sldLayoutId id="2147484942" r:id="rId6"/>
    <p:sldLayoutId id="2147484943" r:id="rId7"/>
    <p:sldLayoutId id="2147484944" r:id="rId8"/>
    <p:sldLayoutId id="2147484945" r:id="rId9"/>
    <p:sldLayoutId id="2147484946" r:id="rId10"/>
    <p:sldLayoutId id="2147484947" r:id="rId11"/>
    <p:sldLayoutId id="2147484948" r:id="rId12"/>
    <p:sldLayoutId id="2147484949" r:id="rId13"/>
    <p:sldLayoutId id="2147484950" r:id="rId14"/>
    <p:sldLayoutId id="2147484951" r:id="rId15"/>
    <p:sldLayoutId id="2147484952" r:id="rId16"/>
    <p:sldLayoutId id="2147484953" r:id="rId17"/>
    <p:sldLayoutId id="2147484954" r:id="rId18"/>
    <p:sldLayoutId id="2147484955" r:id="rId19"/>
    <p:sldLayoutId id="2147484956" r:id="rId20"/>
    <p:sldLayoutId id="2147484957" r:id="rId21"/>
    <p:sldLayoutId id="2147484958" r:id="rId22"/>
    <p:sldLayoutId id="2147484959" r:id="rId23"/>
    <p:sldLayoutId id="2147484960" r:id="rId24"/>
    <p:sldLayoutId id="2147484961" r:id="rId25"/>
    <p:sldLayoutId id="2147484962" r:id="rId26"/>
    <p:sldLayoutId id="2147484963" r:id="rId27"/>
    <p:sldLayoutId id="2147484964" r:id="rId28"/>
    <p:sldLayoutId id="2147484965" r:id="rId29"/>
    <p:sldLayoutId id="2147484966" r:id="rId30"/>
    <p:sldLayoutId id="2147484967" r:id="rId31"/>
    <p:sldLayoutId id="2147484968" r:id="rId32"/>
    <p:sldLayoutId id="2147484969" r:id="rId33"/>
    <p:sldLayoutId id="2147484970" r:id="rId34"/>
    <p:sldLayoutId id="2147484971" r:id="rId35"/>
    <p:sldLayoutId id="2147484972" r:id="rId36"/>
    <p:sldLayoutId id="2147484973" r:id="rId37"/>
    <p:sldLayoutId id="2147484974" r:id="rId38"/>
    <p:sldLayoutId id="2147484975" r:id="rId39"/>
    <p:sldLayoutId id="2147484976" r:id="rId40"/>
    <p:sldLayoutId id="2147484977" r:id="rId41"/>
    <p:sldLayoutId id="2147484978" r:id="rId42"/>
    <p:sldLayoutId id="2147484979" r:id="rId43"/>
    <p:sldLayoutId id="2147484980" r:id="rId44"/>
    <p:sldLayoutId id="2147484981" r:id="rId45"/>
    <p:sldLayoutId id="2147484982" r:id="rId46"/>
    <p:sldLayoutId id="2147484983" r:id="rId47"/>
    <p:sldLayoutId id="2147484984" r:id="rId48"/>
    <p:sldLayoutId id="2147484985" r:id="rId49"/>
    <p:sldLayoutId id="2147484986" r:id="rId50"/>
    <p:sldLayoutId id="2147484987" r:id="rId51"/>
    <p:sldLayoutId id="2147484988" r:id="rId52"/>
    <p:sldLayoutId id="2147484989" r:id="rId53"/>
    <p:sldLayoutId id="2147484991" r:id="rId54"/>
    <p:sldLayoutId id="2147484992" r:id="rId55"/>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998A092-0964-4F4B-ACAD-0D4CB1CC7CD3}"/>
              </a:ext>
            </a:extLst>
          </p:cNvPr>
          <p:cNvPicPr>
            <a:picLocks noChangeAspect="1"/>
          </p:cNvPicPr>
          <p:nvPr userDrawn="1"/>
        </p:nvPicPr>
        <p:blipFill>
          <a:blip r:embed="rId61">
            <a:extLst>
              <a:ext uri="{28A0092B-C50C-407E-A947-70E740481C1C}">
                <a14:useLocalDpi xmlns:a14="http://schemas.microsoft.com/office/drawing/2010/main" val="0"/>
              </a:ext>
            </a:extLst>
          </a:blip>
          <a:stretch>
            <a:fillRect/>
          </a:stretch>
        </p:blipFill>
        <p:spPr>
          <a:xfrm>
            <a:off x="30471" y="-166904"/>
            <a:ext cx="12135512" cy="1110763"/>
          </a:xfrm>
          <a:prstGeom prst="rect">
            <a:avLst/>
          </a:prstGeom>
        </p:spPr>
      </p:pic>
      <p:sp>
        <p:nvSpPr>
          <p:cNvPr id="2" name="Title Placeholder 1">
            <a:extLst>
              <a:ext uri="{FF2B5EF4-FFF2-40B4-BE49-F238E27FC236}">
                <a16:creationId xmlns:a16="http://schemas.microsoft.com/office/drawing/2014/main" id="{BC86B969-067D-461D-B8BB-5998D8A8883A}"/>
              </a:ext>
            </a:extLst>
          </p:cNvPr>
          <p:cNvSpPr>
            <a:spLocks noGrp="1"/>
          </p:cNvSpPr>
          <p:nvPr>
            <p:ph type="title"/>
          </p:nvPr>
        </p:nvSpPr>
        <p:spPr>
          <a:xfrm>
            <a:off x="968829" y="188497"/>
            <a:ext cx="9350829" cy="399960"/>
          </a:xfrm>
          <a:prstGeom prst="rect">
            <a:avLst/>
          </a:prstGeom>
        </p:spPr>
        <p:txBody>
          <a:bodyPr vert="horz" lIns="91440" tIns="45720" rIns="91440" bIns="45720" rtlCol="0" anchor="ctr">
            <a:no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E6163F-0B46-49C3-826D-99A82B9A7D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Oval 3">
            <a:extLst>
              <a:ext uri="{FF2B5EF4-FFF2-40B4-BE49-F238E27FC236}">
                <a16:creationId xmlns:a16="http://schemas.microsoft.com/office/drawing/2014/main" id="{3B8DC99E-24AA-5A66-054F-C2878653BA62}"/>
              </a:ext>
            </a:extLst>
          </p:cNvPr>
          <p:cNvSpPr/>
          <p:nvPr userDrawn="1"/>
        </p:nvSpPr>
        <p:spPr>
          <a:xfrm>
            <a:off x="384176" y="6393180"/>
            <a:ext cx="341448" cy="34144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E35FE379-2607-BB34-DE52-96852F192360}"/>
              </a:ext>
            </a:extLst>
          </p:cNvPr>
          <p:cNvSpPr txBox="1">
            <a:spLocks/>
          </p:cNvSpPr>
          <p:nvPr userDrawn="1"/>
        </p:nvSpPr>
        <p:spPr>
          <a:xfrm>
            <a:off x="351700" y="6409532"/>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a:ln>
                <a:noFill/>
              </a:ln>
              <a:solidFill>
                <a:schemeClr val="bg1"/>
              </a:solidFill>
              <a:effectLst/>
              <a:uLnTx/>
              <a:uFillTx/>
              <a:latin typeface="+mn-lt"/>
              <a:ea typeface="+mn-ea"/>
              <a:cs typeface="+mn-cs"/>
            </a:endParaRPr>
          </a:p>
        </p:txBody>
      </p:sp>
      <p:pic>
        <p:nvPicPr>
          <p:cNvPr id="6" name="Picture 5">
            <a:extLst>
              <a:ext uri="{FF2B5EF4-FFF2-40B4-BE49-F238E27FC236}">
                <a16:creationId xmlns:a16="http://schemas.microsoft.com/office/drawing/2014/main" id="{9ABB07CD-5819-3F65-D497-80EF518A8D7A}"/>
              </a:ext>
            </a:extLst>
          </p:cNvPr>
          <p:cNvPicPr>
            <a:picLocks noChangeAspect="1"/>
          </p:cNvPicPr>
          <p:nvPr userDrawn="1"/>
        </p:nvPicPr>
        <p:blipFill>
          <a:blip r:embed="rId62"/>
          <a:stretch>
            <a:fillRect/>
          </a:stretch>
        </p:blipFill>
        <p:spPr>
          <a:xfrm>
            <a:off x="750128" y="6587959"/>
            <a:ext cx="3493311" cy="249958"/>
          </a:xfrm>
          <a:prstGeom prst="rect">
            <a:avLst/>
          </a:prstGeom>
        </p:spPr>
      </p:pic>
      <p:pic>
        <p:nvPicPr>
          <p:cNvPr id="10" name="Picture 9" descr="A black and orange logo&#10;&#10;Description automatically generated">
            <a:extLst>
              <a:ext uri="{FF2B5EF4-FFF2-40B4-BE49-F238E27FC236}">
                <a16:creationId xmlns:a16="http://schemas.microsoft.com/office/drawing/2014/main" id="{F367C828-F436-1E76-B6F9-2DC64F92CE46}"/>
              </a:ext>
            </a:extLst>
          </p:cNvPr>
          <p:cNvPicPr>
            <a:picLocks noChangeAspect="1"/>
          </p:cNvPicPr>
          <p:nvPr userDrawn="1"/>
        </p:nvPicPr>
        <p:blipFill>
          <a:blip r:embed="rId63" cstate="print">
            <a:extLst>
              <a:ext uri="{28A0092B-C50C-407E-A947-70E740481C1C}">
                <a14:useLocalDpi xmlns:a14="http://schemas.microsoft.com/office/drawing/2010/main" val="0"/>
              </a:ext>
            </a:extLst>
          </a:blip>
          <a:stretch>
            <a:fillRect/>
          </a:stretch>
        </p:blipFill>
        <p:spPr>
          <a:xfrm>
            <a:off x="10661871" y="6235191"/>
            <a:ext cx="1383857" cy="553543"/>
          </a:xfrm>
          <a:prstGeom prst="rect">
            <a:avLst/>
          </a:prstGeom>
        </p:spPr>
      </p:pic>
    </p:spTree>
    <p:extLst>
      <p:ext uri="{BB962C8B-B14F-4D97-AF65-F5344CB8AC3E}">
        <p14:creationId xmlns:p14="http://schemas.microsoft.com/office/powerpoint/2010/main" val="360562221"/>
      </p:ext>
    </p:extLst>
  </p:cSld>
  <p:clrMap bg1="lt1" tx1="dk1" bg2="lt2" tx2="dk2" accent1="accent1" accent2="accent2" accent3="accent3" accent4="accent4" accent5="accent5" accent6="accent6" hlink="hlink" folHlink="folHlink"/>
  <p:sldLayoutIdLst>
    <p:sldLayoutId id="2147485016" r:id="rId1"/>
    <p:sldLayoutId id="2147485017" r:id="rId2"/>
    <p:sldLayoutId id="2147485018" r:id="rId3"/>
    <p:sldLayoutId id="2147485019" r:id="rId4"/>
    <p:sldLayoutId id="2147485020" r:id="rId5"/>
    <p:sldLayoutId id="2147485021" r:id="rId6"/>
    <p:sldLayoutId id="2147485022" r:id="rId7"/>
    <p:sldLayoutId id="2147485023" r:id="rId8"/>
    <p:sldLayoutId id="2147485024" r:id="rId9"/>
    <p:sldLayoutId id="2147485025" r:id="rId10"/>
    <p:sldLayoutId id="2147485026" r:id="rId11"/>
    <p:sldLayoutId id="2147485027" r:id="rId12"/>
    <p:sldLayoutId id="2147485028" r:id="rId13"/>
    <p:sldLayoutId id="2147485029" r:id="rId14"/>
    <p:sldLayoutId id="2147485030" r:id="rId15"/>
    <p:sldLayoutId id="2147485031" r:id="rId16"/>
    <p:sldLayoutId id="2147485032" r:id="rId17"/>
    <p:sldLayoutId id="2147485033" r:id="rId18"/>
    <p:sldLayoutId id="2147485034" r:id="rId19"/>
    <p:sldLayoutId id="2147485035" r:id="rId20"/>
    <p:sldLayoutId id="2147485036" r:id="rId21"/>
    <p:sldLayoutId id="2147485037" r:id="rId22"/>
    <p:sldLayoutId id="2147485038" r:id="rId23"/>
    <p:sldLayoutId id="2147485039" r:id="rId24"/>
    <p:sldLayoutId id="2147485040" r:id="rId25"/>
    <p:sldLayoutId id="2147485041" r:id="rId26"/>
    <p:sldLayoutId id="2147485042" r:id="rId27"/>
    <p:sldLayoutId id="2147485043" r:id="rId28"/>
    <p:sldLayoutId id="2147485044" r:id="rId29"/>
    <p:sldLayoutId id="2147485045" r:id="rId30"/>
    <p:sldLayoutId id="2147485046" r:id="rId31"/>
    <p:sldLayoutId id="2147485047" r:id="rId32"/>
    <p:sldLayoutId id="2147485048" r:id="rId33"/>
    <p:sldLayoutId id="2147485049" r:id="rId34"/>
    <p:sldLayoutId id="2147485050" r:id="rId35"/>
    <p:sldLayoutId id="2147485051" r:id="rId36"/>
    <p:sldLayoutId id="2147485052" r:id="rId37"/>
    <p:sldLayoutId id="2147485053" r:id="rId38"/>
    <p:sldLayoutId id="2147485054" r:id="rId39"/>
    <p:sldLayoutId id="2147485055" r:id="rId40"/>
    <p:sldLayoutId id="2147485056" r:id="rId41"/>
    <p:sldLayoutId id="2147485057" r:id="rId42"/>
    <p:sldLayoutId id="2147485058" r:id="rId43"/>
    <p:sldLayoutId id="2147485059" r:id="rId44"/>
    <p:sldLayoutId id="2147485060" r:id="rId45"/>
    <p:sldLayoutId id="2147485061" r:id="rId46"/>
    <p:sldLayoutId id="2147485062" r:id="rId47"/>
    <p:sldLayoutId id="2147485063" r:id="rId48"/>
    <p:sldLayoutId id="2147485064" r:id="rId49"/>
    <p:sldLayoutId id="2147485065" r:id="rId50"/>
    <p:sldLayoutId id="2147485066" r:id="rId51"/>
    <p:sldLayoutId id="2147485067" r:id="rId52"/>
    <p:sldLayoutId id="2147485068" r:id="rId53"/>
    <p:sldLayoutId id="2147485069" r:id="rId54"/>
    <p:sldLayoutId id="2147485070" r:id="rId55"/>
    <p:sldLayoutId id="2147485071" r:id="rId56"/>
    <p:sldLayoutId id="2147485072" r:id="rId57"/>
    <p:sldLayoutId id="2147485073" r:id="rId58"/>
    <p:sldLayoutId id="2147485074" r:id="rId59"/>
  </p:sldLayoutIdLst>
  <p:txStyles>
    <p:title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slide" Target="slide9.xml"/><Relationship Id="rId2" Type="http://schemas.openxmlformats.org/officeDocument/2006/relationships/notesSlide" Target="../notesSlides/notesSlide1.xml"/><Relationship Id="rId1" Type="http://schemas.openxmlformats.org/officeDocument/2006/relationships/slideLayout" Target="../slideLayouts/slideLayout74.xml"/><Relationship Id="rId6" Type="http://schemas.openxmlformats.org/officeDocument/2006/relationships/slide" Target="slide12.xml"/><Relationship Id="rId5" Type="http://schemas.openxmlformats.org/officeDocument/2006/relationships/slide" Target="slide10.xml"/><Relationship Id="rId4" Type="http://schemas.openxmlformats.org/officeDocument/2006/relationships/image" Target="../media/image21.svg"/></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30.svg"/><Relationship Id="rId2" Type="http://schemas.openxmlformats.org/officeDocument/2006/relationships/notesSlide" Target="../notesSlides/notesSlide3.xml"/><Relationship Id="rId1" Type="http://schemas.openxmlformats.org/officeDocument/2006/relationships/slideLayout" Target="../slideLayouts/slideLayout59.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notesSlide" Target="../notesSlides/notesSlide4.xml"/><Relationship Id="rId1" Type="http://schemas.openxmlformats.org/officeDocument/2006/relationships/slideLayout" Target="../slideLayouts/slideLayout59.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 Id="rId9" Type="http://schemas.openxmlformats.org/officeDocument/2006/relationships/chart" Target="../charts/chart7.xml"/></Relationships>
</file>

<file path=ppt/slides/_rels/slide5.xml.rels><?xml version="1.0" encoding="UTF-8" standalone="yes"?>
<Relationships xmlns="http://schemas.openxmlformats.org/package/2006/relationships"><Relationship Id="rId8" Type="http://schemas.openxmlformats.org/officeDocument/2006/relationships/slide" Target="slide1.xml"/><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18.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8.svg"/><Relationship Id="rId4" Type="http://schemas.openxmlformats.org/officeDocument/2006/relationships/image" Target="../media/image33.png"/><Relationship Id="rId9" Type="http://schemas.openxmlformats.org/officeDocument/2006/relationships/image" Target="../media/image37.png"/></Relationships>
</file>

<file path=ppt/slides/_rels/slide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59.xml"/></Relationships>
</file>

<file path=ppt/slides/_rels/slide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jpeg"/><Relationship Id="rId7"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59.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8.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59.xml"/></Relationships>
</file>

<file path=ppt/slides/_rels/slide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65.xml"/><Relationship Id="rId5" Type="http://schemas.openxmlformats.org/officeDocument/2006/relationships/image" Target="../media/image50.png"/><Relationship Id="rId4" Type="http://schemas.openxmlformats.org/officeDocument/2006/relationships/image" Target="../media/image49.png"/></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6.xml"/><Relationship Id="rId1" Type="http://schemas.openxmlformats.org/officeDocument/2006/relationships/slideLayout" Target="../slideLayouts/slideLayout59.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7FFD9BA8_D2816703.xml"/><Relationship Id="rId2" Type="http://schemas.openxmlformats.org/officeDocument/2006/relationships/notesSlide" Target="../notesSlides/notesSlide7.xml"/><Relationship Id="rId1" Type="http://schemas.openxmlformats.org/officeDocument/2006/relationships/slideLayout" Target="../slideLayouts/slideLayout59.xml"/></Relationships>
</file>

<file path=ppt/slides/_rels/slide1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65.xml"/></Relationships>
</file>

<file path=ppt/slides/_rels/slide13.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Layout" Target="../slideLayouts/slideLayout7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FD3BF-3FDF-E0E2-6938-C6E6676CE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03826-FD91-DA44-5C75-0A52416D4384}"/>
              </a:ext>
            </a:extLst>
          </p:cNvPr>
          <p:cNvSpPr>
            <a:spLocks noGrp="1"/>
          </p:cNvSpPr>
          <p:nvPr>
            <p:ph type="title" idx="4294967295"/>
          </p:nvPr>
        </p:nvSpPr>
        <p:spPr>
          <a:xfrm>
            <a:off x="541589" y="278305"/>
            <a:ext cx="11112500" cy="474662"/>
          </a:xfrm>
        </p:spPr>
        <p:txBody>
          <a:bodyPr vert="horz" lIns="91440" tIns="45720" rIns="91440" bIns="45720" rtlCol="0" anchor="ctr">
            <a:normAutofit/>
          </a:bodyPr>
          <a:lstStyle/>
          <a:p>
            <a:r>
              <a:rPr lang="en-US" sz="2400" dirty="0">
                <a:latin typeface="Avenir Next" panose="020B0503020202020204"/>
              </a:rPr>
              <a:t>Price Promotion Modelling Capabilities</a:t>
            </a:r>
            <a:endParaRPr lang="en-IN" sz="2400" dirty="0">
              <a:latin typeface="Avenir Next" panose="020B0503020202020204"/>
            </a:endParaRPr>
          </a:p>
        </p:txBody>
      </p:sp>
      <p:sp>
        <p:nvSpPr>
          <p:cNvPr id="3" name="TextBox 2">
            <a:extLst>
              <a:ext uri="{FF2B5EF4-FFF2-40B4-BE49-F238E27FC236}">
                <a16:creationId xmlns:a16="http://schemas.microsoft.com/office/drawing/2014/main" id="{DA3D1B2C-2436-7540-BDD3-70E4EF2A557B}"/>
              </a:ext>
            </a:extLst>
          </p:cNvPr>
          <p:cNvSpPr txBox="1"/>
          <p:nvPr/>
        </p:nvSpPr>
        <p:spPr>
          <a:xfrm>
            <a:off x="715986" y="6569278"/>
            <a:ext cx="10128250" cy="230832"/>
          </a:xfrm>
          <a:prstGeom prst="rect">
            <a:avLst/>
          </a:prstGeom>
          <a:noFill/>
        </p:spPr>
        <p:txBody>
          <a:bodyPr wrap="square" rtlCol="0">
            <a:spAutoFit/>
          </a:bodyPr>
          <a:lstStyle/>
          <a:p>
            <a:pPr algn="l"/>
            <a:r>
              <a:rPr lang="en-IN" sz="900" b="1" i="1" dirty="0">
                <a:solidFill>
                  <a:schemeClr val="tx2"/>
                </a:solidFill>
                <a:latin typeface="Arial" panose="020B0604020202020204" pitchFamily="34" charset="0"/>
                <a:cs typeface="Arial" panose="020B0604020202020204" pitchFamily="34" charset="0"/>
              </a:rPr>
              <a:t>© Proprietary &amp; Confidential. All rights reserved.</a:t>
            </a:r>
          </a:p>
        </p:txBody>
      </p:sp>
      <p:cxnSp>
        <p:nvCxnSpPr>
          <p:cNvPr id="18" name="Straight Connector 17">
            <a:extLst>
              <a:ext uri="{FF2B5EF4-FFF2-40B4-BE49-F238E27FC236}">
                <a16:creationId xmlns:a16="http://schemas.microsoft.com/office/drawing/2014/main" id="{BC5AF5E9-FDCF-ED6D-1C7B-279EEBE53974}"/>
              </a:ext>
            </a:extLst>
          </p:cNvPr>
          <p:cNvCxnSpPr/>
          <p:nvPr/>
        </p:nvCxnSpPr>
        <p:spPr>
          <a:xfrm>
            <a:off x="98262" y="4397274"/>
            <a:ext cx="11555827" cy="0"/>
          </a:xfrm>
          <a:prstGeom prst="line">
            <a:avLst/>
          </a:prstGeom>
          <a:ln>
            <a:solidFill>
              <a:schemeClr val="accent2"/>
            </a:solidFill>
            <a:prstDash val="lgDash"/>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54C1DC1-DAF2-95D7-C3DD-9BA5961460BE}"/>
              </a:ext>
            </a:extLst>
          </p:cNvPr>
          <p:cNvSpPr txBox="1"/>
          <p:nvPr/>
        </p:nvSpPr>
        <p:spPr>
          <a:xfrm>
            <a:off x="2281589" y="4866283"/>
            <a:ext cx="755087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Experience with Fortune 500 Companies</a:t>
            </a:r>
          </a:p>
        </p:txBody>
      </p:sp>
      <p:sp>
        <p:nvSpPr>
          <p:cNvPr id="49" name="TextBox 48">
            <a:extLst>
              <a:ext uri="{FF2B5EF4-FFF2-40B4-BE49-F238E27FC236}">
                <a16:creationId xmlns:a16="http://schemas.microsoft.com/office/drawing/2014/main" id="{88484BC2-31C5-B6A4-8109-F6757536E3A1}"/>
              </a:ext>
            </a:extLst>
          </p:cNvPr>
          <p:cNvSpPr txBox="1"/>
          <p:nvPr/>
        </p:nvSpPr>
        <p:spPr>
          <a:xfrm>
            <a:off x="3991560" y="918361"/>
            <a:ext cx="3863210" cy="338554"/>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1" i="0" u="none" strike="noStrike" cap="none" spc="0" normalizeH="0" baseline="0">
                <a:ln>
                  <a:noFill/>
                </a:ln>
                <a:solidFill>
                  <a:prstClr val="black"/>
                </a:solidFill>
                <a:effectLst/>
                <a:uLnTx/>
                <a:uFillTx/>
                <a:latin typeface="Calibri" panose="020F0502020204030204"/>
              </a:defRPr>
            </a:lvl1pPr>
          </a:lstStyle>
          <a:p>
            <a:r>
              <a:rPr lang="en-IN" dirty="0"/>
              <a:t>Advanced Analytics Capabilities</a:t>
            </a:r>
          </a:p>
        </p:txBody>
      </p:sp>
      <p:sp>
        <p:nvSpPr>
          <p:cNvPr id="50" name="TextBox 49">
            <a:extLst>
              <a:ext uri="{FF2B5EF4-FFF2-40B4-BE49-F238E27FC236}">
                <a16:creationId xmlns:a16="http://schemas.microsoft.com/office/drawing/2014/main" id="{9CEB072B-2B5F-1F00-B2B2-2CCC3E1A9C78}"/>
              </a:ext>
            </a:extLst>
          </p:cNvPr>
          <p:cNvSpPr txBox="1"/>
          <p:nvPr/>
        </p:nvSpPr>
        <p:spPr>
          <a:xfrm>
            <a:off x="3883961" y="1447877"/>
            <a:ext cx="5162068" cy="276999"/>
          </a:xfrm>
          <a:prstGeom prst="rect">
            <a:avLst/>
          </a:prstGeom>
          <a:noFill/>
        </p:spPr>
        <p:txBody>
          <a:bodyPr wrap="square">
            <a:spAutoFit/>
          </a:bodyPr>
          <a:lstStyle/>
          <a:p>
            <a:r>
              <a:rPr lang="en-IN" sz="1200" dirty="0"/>
              <a:t>Ability to understand Nielsen/</a:t>
            </a:r>
            <a:r>
              <a:rPr lang="en-IN" sz="1200" dirty="0" err="1"/>
              <a:t>Circana</a:t>
            </a:r>
            <a:r>
              <a:rPr lang="en-IN" sz="1200" dirty="0"/>
              <a:t> and other CPG/retail data sources</a:t>
            </a:r>
          </a:p>
        </p:txBody>
      </p:sp>
      <p:sp>
        <p:nvSpPr>
          <p:cNvPr id="52" name="TextBox 51">
            <a:extLst>
              <a:ext uri="{FF2B5EF4-FFF2-40B4-BE49-F238E27FC236}">
                <a16:creationId xmlns:a16="http://schemas.microsoft.com/office/drawing/2014/main" id="{4FB960FB-69F7-91BB-5D9A-FC24B8A0A3B0}"/>
              </a:ext>
            </a:extLst>
          </p:cNvPr>
          <p:cNvSpPr txBox="1"/>
          <p:nvPr/>
        </p:nvSpPr>
        <p:spPr>
          <a:xfrm>
            <a:off x="3881010" y="2368582"/>
            <a:ext cx="5502476" cy="276999"/>
          </a:xfrm>
          <a:prstGeom prst="rect">
            <a:avLst/>
          </a:prstGeom>
          <a:noFill/>
        </p:spPr>
        <p:txBody>
          <a:bodyPr wrap="square">
            <a:spAutoFit/>
          </a:bodyPr>
          <a:lstStyle/>
          <a:p>
            <a:r>
              <a:rPr lang="en-US" sz="1200" dirty="0"/>
              <a:t>Built strategies to target price promotions to key segments for higher conversions</a:t>
            </a:r>
            <a:endParaRPr lang="en-IN" sz="1200" dirty="0"/>
          </a:p>
        </p:txBody>
      </p:sp>
      <p:sp>
        <p:nvSpPr>
          <p:cNvPr id="53" name="TextBox 52">
            <a:extLst>
              <a:ext uri="{FF2B5EF4-FFF2-40B4-BE49-F238E27FC236}">
                <a16:creationId xmlns:a16="http://schemas.microsoft.com/office/drawing/2014/main" id="{AECBD1A1-3CE3-58AA-9285-FAE28DC63182}"/>
              </a:ext>
            </a:extLst>
          </p:cNvPr>
          <p:cNvSpPr txBox="1"/>
          <p:nvPr/>
        </p:nvSpPr>
        <p:spPr>
          <a:xfrm>
            <a:off x="3883050" y="1921166"/>
            <a:ext cx="4814636" cy="276999"/>
          </a:xfrm>
          <a:prstGeom prst="rect">
            <a:avLst/>
          </a:prstGeom>
          <a:noFill/>
        </p:spPr>
        <p:txBody>
          <a:bodyPr wrap="square">
            <a:spAutoFit/>
          </a:bodyPr>
          <a:lstStyle/>
          <a:p>
            <a:r>
              <a:rPr lang="en-US" sz="1200" dirty="0"/>
              <a:t>Implemented Trade Promotion tools to optimize strategies</a:t>
            </a:r>
          </a:p>
        </p:txBody>
      </p:sp>
      <p:sp>
        <p:nvSpPr>
          <p:cNvPr id="54" name="TextBox 53">
            <a:extLst>
              <a:ext uri="{FF2B5EF4-FFF2-40B4-BE49-F238E27FC236}">
                <a16:creationId xmlns:a16="http://schemas.microsoft.com/office/drawing/2014/main" id="{8CDE411B-9DCC-CCFE-FC48-6503ACC0FA5D}"/>
              </a:ext>
            </a:extLst>
          </p:cNvPr>
          <p:cNvSpPr txBox="1"/>
          <p:nvPr/>
        </p:nvSpPr>
        <p:spPr>
          <a:xfrm>
            <a:off x="3879725" y="3331079"/>
            <a:ext cx="3723322" cy="276999"/>
          </a:xfrm>
          <a:prstGeom prst="rect">
            <a:avLst/>
          </a:prstGeom>
          <a:noFill/>
        </p:spPr>
        <p:txBody>
          <a:bodyPr wrap="square">
            <a:spAutoFit/>
          </a:bodyPr>
          <a:lstStyle/>
          <a:p>
            <a:r>
              <a:rPr lang="en-US" sz="1200" dirty="0"/>
              <a:t>Ability to customize for Business needs</a:t>
            </a:r>
          </a:p>
        </p:txBody>
      </p:sp>
      <p:pic>
        <p:nvPicPr>
          <p:cNvPr id="55" name="Graphic 54" descr="Badge Tick1 with solid fill">
            <a:extLst>
              <a:ext uri="{FF2B5EF4-FFF2-40B4-BE49-F238E27FC236}">
                <a16:creationId xmlns:a16="http://schemas.microsoft.com/office/drawing/2014/main" id="{6A29CD52-89F7-BE67-8DBB-68101E2223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19203" y="1435925"/>
            <a:ext cx="348550" cy="348550"/>
          </a:xfrm>
          <a:prstGeom prst="rect">
            <a:avLst/>
          </a:prstGeom>
        </p:spPr>
      </p:pic>
      <p:pic>
        <p:nvPicPr>
          <p:cNvPr id="56" name="Graphic 55" descr="Badge Tick1 with solid fill">
            <a:extLst>
              <a:ext uri="{FF2B5EF4-FFF2-40B4-BE49-F238E27FC236}">
                <a16:creationId xmlns:a16="http://schemas.microsoft.com/office/drawing/2014/main" id="{DD1F5199-7398-8FD5-13CC-8ECCB7DC268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19203" y="1900788"/>
            <a:ext cx="348550" cy="348550"/>
          </a:xfrm>
          <a:prstGeom prst="rect">
            <a:avLst/>
          </a:prstGeom>
        </p:spPr>
      </p:pic>
      <p:pic>
        <p:nvPicPr>
          <p:cNvPr id="57" name="Graphic 56" descr="Badge Tick1 with solid fill">
            <a:extLst>
              <a:ext uri="{FF2B5EF4-FFF2-40B4-BE49-F238E27FC236}">
                <a16:creationId xmlns:a16="http://schemas.microsoft.com/office/drawing/2014/main" id="{2FABE39D-E516-6D4F-B4AD-FA14F2623A2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19203" y="2365651"/>
            <a:ext cx="348550" cy="348550"/>
          </a:xfrm>
          <a:prstGeom prst="rect">
            <a:avLst/>
          </a:prstGeom>
        </p:spPr>
      </p:pic>
      <p:pic>
        <p:nvPicPr>
          <p:cNvPr id="58" name="Graphic 57" descr="Badge Tick1 with solid fill">
            <a:extLst>
              <a:ext uri="{FF2B5EF4-FFF2-40B4-BE49-F238E27FC236}">
                <a16:creationId xmlns:a16="http://schemas.microsoft.com/office/drawing/2014/main" id="{2594C7DA-5398-A7F4-7C8F-1D657B263B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19203" y="2830514"/>
            <a:ext cx="348550" cy="348550"/>
          </a:xfrm>
          <a:prstGeom prst="rect">
            <a:avLst/>
          </a:prstGeom>
        </p:spPr>
      </p:pic>
      <p:pic>
        <p:nvPicPr>
          <p:cNvPr id="59" name="Graphic 58" descr="Badge Tick1 with solid fill">
            <a:extLst>
              <a:ext uri="{FF2B5EF4-FFF2-40B4-BE49-F238E27FC236}">
                <a16:creationId xmlns:a16="http://schemas.microsoft.com/office/drawing/2014/main" id="{B4339E68-8696-4E8F-8311-086B12AA8C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19203" y="3295377"/>
            <a:ext cx="348550" cy="348550"/>
          </a:xfrm>
          <a:prstGeom prst="rect">
            <a:avLst/>
          </a:prstGeom>
        </p:spPr>
      </p:pic>
      <p:sp>
        <p:nvSpPr>
          <p:cNvPr id="44" name="Freeform: Shape 43">
            <a:extLst>
              <a:ext uri="{FF2B5EF4-FFF2-40B4-BE49-F238E27FC236}">
                <a16:creationId xmlns:a16="http://schemas.microsoft.com/office/drawing/2014/main" id="{975E70BD-024C-4857-B66B-7F1A4F442DF6}"/>
              </a:ext>
            </a:extLst>
          </p:cNvPr>
          <p:cNvSpPr/>
          <p:nvPr/>
        </p:nvSpPr>
        <p:spPr>
          <a:xfrm>
            <a:off x="954846" y="5370927"/>
            <a:ext cx="2845672" cy="990790"/>
          </a:xfrm>
          <a:custGeom>
            <a:avLst/>
            <a:gdLst>
              <a:gd name="connsiteX0" fmla="*/ 0 w 1736964"/>
              <a:gd name="connsiteY0" fmla="*/ 0 h 763199"/>
              <a:gd name="connsiteX1" fmla="*/ 1736964 w 1736964"/>
              <a:gd name="connsiteY1" fmla="*/ 0 h 763199"/>
              <a:gd name="connsiteX2" fmla="*/ 1736964 w 1736964"/>
              <a:gd name="connsiteY2" fmla="*/ 763199 h 763199"/>
              <a:gd name="connsiteX3" fmla="*/ 0 w 1736964"/>
              <a:gd name="connsiteY3" fmla="*/ 763199 h 763199"/>
              <a:gd name="connsiteX4" fmla="*/ 0 w 1736964"/>
              <a:gd name="connsiteY4" fmla="*/ 0 h 763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6964" h="763199">
                <a:moveTo>
                  <a:pt x="0" y="0"/>
                </a:moveTo>
                <a:lnTo>
                  <a:pt x="1736964" y="0"/>
                </a:lnTo>
                <a:lnTo>
                  <a:pt x="1736964" y="763199"/>
                </a:lnTo>
                <a:lnTo>
                  <a:pt x="0" y="763199"/>
                </a:lnTo>
                <a:lnTo>
                  <a:pt x="0" y="0"/>
                </a:lnTo>
                <a:close/>
              </a:path>
            </a:pathLst>
          </a:custGeom>
          <a:solidFill>
            <a:srgbClr val="FFC000"/>
          </a:solidFill>
          <a:ln>
            <a:noFill/>
          </a:ln>
        </p:spPr>
        <p:style>
          <a:lnRef idx="2">
            <a:schemeClr val="dk1"/>
          </a:lnRef>
          <a:fillRef idx="1">
            <a:schemeClr val="lt1"/>
          </a:fillRef>
          <a:effectRef idx="0">
            <a:schemeClr val="dk1"/>
          </a:effectRef>
          <a:fontRef idx="minor">
            <a:schemeClr val="dk1"/>
          </a:fontRef>
        </p:style>
        <p:txBody>
          <a:bodyPr spcFirstLastPara="0" vert="horz" wrap="square" lIns="35560" tIns="35560" rIns="35560" bIns="3556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endParaRPr kumimoji="0" lang="en-IN"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TextBox 44">
            <a:extLst>
              <a:ext uri="{FF2B5EF4-FFF2-40B4-BE49-F238E27FC236}">
                <a16:creationId xmlns:a16="http://schemas.microsoft.com/office/drawing/2014/main" id="{71DDCE4C-55F6-575B-1909-16082587731D}"/>
              </a:ext>
            </a:extLst>
          </p:cNvPr>
          <p:cNvSpPr txBox="1"/>
          <p:nvPr/>
        </p:nvSpPr>
        <p:spPr>
          <a:xfrm>
            <a:off x="1046394" y="5429837"/>
            <a:ext cx="2720734" cy="938719"/>
          </a:xfrm>
          <a:prstGeom prst="rect">
            <a:avLst/>
          </a:prstGeom>
          <a:noFill/>
        </p:spPr>
        <p:txBody>
          <a:bodyPr wrap="square">
            <a:spAutoFit/>
          </a:bodyPr>
          <a:lstStyle/>
          <a:p>
            <a:r>
              <a:rPr lang="en-US" sz="1100">
                <a:solidFill>
                  <a:schemeClr val="bg1"/>
                </a:solidFill>
              </a:rPr>
              <a:t>Built a Promo Simulator to forecast future sales and uplift across promotion types and categories, helping a </a:t>
            </a:r>
            <a:r>
              <a:rPr lang="en-US" sz="1100" b="1">
                <a:solidFill>
                  <a:schemeClr val="bg1"/>
                </a:solidFill>
                <a:hlinkClick r:id="rId5" action="ppaction://hlinksldjump">
                  <a:extLst>
                    <a:ext uri="{A12FA001-AC4F-418D-AE19-62706E023703}">
                      <ahyp:hlinkClr xmlns:ahyp="http://schemas.microsoft.com/office/drawing/2018/hyperlinkcolor" val="tx"/>
                    </a:ext>
                  </a:extLst>
                </a:hlinkClick>
              </a:rPr>
              <a:t>Transnational CPG Major </a:t>
            </a:r>
            <a:r>
              <a:rPr lang="en-US" sz="1100">
                <a:solidFill>
                  <a:schemeClr val="bg1"/>
                </a:solidFill>
                <a:hlinkClick r:id="rId5" action="ppaction://hlinksldjump">
                  <a:extLst>
                    <a:ext uri="{A12FA001-AC4F-418D-AE19-62706E023703}">
                      <ahyp:hlinkClr xmlns:ahyp="http://schemas.microsoft.com/office/drawing/2018/hyperlinkcolor" val="tx"/>
                    </a:ext>
                  </a:extLst>
                </a:hlinkClick>
              </a:rPr>
              <a:t> </a:t>
            </a:r>
            <a:r>
              <a:rPr lang="en-US" sz="1100">
                <a:solidFill>
                  <a:schemeClr val="bg1"/>
                </a:solidFill>
              </a:rPr>
              <a:t>drive a </a:t>
            </a:r>
            <a:r>
              <a:rPr lang="en-US" sz="1100" b="1">
                <a:solidFill>
                  <a:schemeClr val="bg1"/>
                </a:solidFill>
              </a:rPr>
              <a:t>4% increase</a:t>
            </a:r>
            <a:r>
              <a:rPr lang="en-US" sz="1100">
                <a:solidFill>
                  <a:schemeClr val="bg1"/>
                </a:solidFill>
              </a:rPr>
              <a:t> in uplift in revenue realization</a:t>
            </a:r>
            <a:endParaRPr lang="en-IN" sz="1100">
              <a:solidFill>
                <a:schemeClr val="bg1"/>
              </a:solidFill>
            </a:endParaRPr>
          </a:p>
        </p:txBody>
      </p:sp>
      <p:sp>
        <p:nvSpPr>
          <p:cNvPr id="46" name="Freeform: Shape 45">
            <a:extLst>
              <a:ext uri="{FF2B5EF4-FFF2-40B4-BE49-F238E27FC236}">
                <a16:creationId xmlns:a16="http://schemas.microsoft.com/office/drawing/2014/main" id="{C26F12ED-6A0C-6813-191D-46C94D36733B}"/>
              </a:ext>
            </a:extLst>
          </p:cNvPr>
          <p:cNvSpPr/>
          <p:nvPr/>
        </p:nvSpPr>
        <p:spPr>
          <a:xfrm>
            <a:off x="4363481" y="5370927"/>
            <a:ext cx="2845672" cy="990790"/>
          </a:xfrm>
          <a:custGeom>
            <a:avLst/>
            <a:gdLst>
              <a:gd name="connsiteX0" fmla="*/ 0 w 1736964"/>
              <a:gd name="connsiteY0" fmla="*/ 0 h 763199"/>
              <a:gd name="connsiteX1" fmla="*/ 1736964 w 1736964"/>
              <a:gd name="connsiteY1" fmla="*/ 0 h 763199"/>
              <a:gd name="connsiteX2" fmla="*/ 1736964 w 1736964"/>
              <a:gd name="connsiteY2" fmla="*/ 763199 h 763199"/>
              <a:gd name="connsiteX3" fmla="*/ 0 w 1736964"/>
              <a:gd name="connsiteY3" fmla="*/ 763199 h 763199"/>
              <a:gd name="connsiteX4" fmla="*/ 0 w 1736964"/>
              <a:gd name="connsiteY4" fmla="*/ 0 h 763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6964" h="763199">
                <a:moveTo>
                  <a:pt x="0" y="0"/>
                </a:moveTo>
                <a:lnTo>
                  <a:pt x="1736964" y="0"/>
                </a:lnTo>
                <a:lnTo>
                  <a:pt x="1736964" y="763199"/>
                </a:lnTo>
                <a:lnTo>
                  <a:pt x="0" y="763199"/>
                </a:lnTo>
                <a:lnTo>
                  <a:pt x="0" y="0"/>
                </a:lnTo>
                <a:close/>
              </a:path>
            </a:pathLst>
          </a:custGeom>
          <a:solidFill>
            <a:srgbClr val="ED7D31"/>
          </a:solidFill>
          <a:ln>
            <a:noFill/>
          </a:ln>
        </p:spPr>
        <p:style>
          <a:lnRef idx="2">
            <a:schemeClr val="dk1"/>
          </a:lnRef>
          <a:fillRef idx="1">
            <a:schemeClr val="lt1"/>
          </a:fillRef>
          <a:effectRef idx="0">
            <a:schemeClr val="dk1"/>
          </a:effectRef>
          <a:fontRef idx="minor">
            <a:schemeClr val="dk1"/>
          </a:fontRef>
        </p:style>
        <p:txBody>
          <a:bodyPr spcFirstLastPara="0" vert="horz" wrap="square" lIns="35560" tIns="35560" rIns="35560" bIns="35560" numCol="1" spcCol="1270" anchor="ctr" anchorCtr="0">
            <a:noAutofit/>
          </a:bodyPr>
          <a:lstStyle/>
          <a:p>
            <a:endParaRPr lang="en-IN" sz="1400">
              <a:solidFill>
                <a:schemeClr val="bg1"/>
              </a:solidFill>
            </a:endParaRPr>
          </a:p>
        </p:txBody>
      </p:sp>
      <p:sp>
        <p:nvSpPr>
          <p:cNvPr id="47" name="Freeform: Shape 46">
            <a:extLst>
              <a:ext uri="{FF2B5EF4-FFF2-40B4-BE49-F238E27FC236}">
                <a16:creationId xmlns:a16="http://schemas.microsoft.com/office/drawing/2014/main" id="{8CD5EFFF-4E11-9487-5960-78C8DAAEC4A4}"/>
              </a:ext>
            </a:extLst>
          </p:cNvPr>
          <p:cNvSpPr/>
          <p:nvPr/>
        </p:nvSpPr>
        <p:spPr>
          <a:xfrm>
            <a:off x="7851610" y="5370927"/>
            <a:ext cx="2845672" cy="990790"/>
          </a:xfrm>
          <a:custGeom>
            <a:avLst/>
            <a:gdLst>
              <a:gd name="connsiteX0" fmla="*/ 0 w 1736964"/>
              <a:gd name="connsiteY0" fmla="*/ 0 h 763199"/>
              <a:gd name="connsiteX1" fmla="*/ 1736964 w 1736964"/>
              <a:gd name="connsiteY1" fmla="*/ 0 h 763199"/>
              <a:gd name="connsiteX2" fmla="*/ 1736964 w 1736964"/>
              <a:gd name="connsiteY2" fmla="*/ 763199 h 763199"/>
              <a:gd name="connsiteX3" fmla="*/ 0 w 1736964"/>
              <a:gd name="connsiteY3" fmla="*/ 763199 h 763199"/>
              <a:gd name="connsiteX4" fmla="*/ 0 w 1736964"/>
              <a:gd name="connsiteY4" fmla="*/ 0 h 763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6964" h="763199">
                <a:moveTo>
                  <a:pt x="0" y="0"/>
                </a:moveTo>
                <a:lnTo>
                  <a:pt x="1736964" y="0"/>
                </a:lnTo>
                <a:lnTo>
                  <a:pt x="1736964" y="763199"/>
                </a:lnTo>
                <a:lnTo>
                  <a:pt x="0" y="763199"/>
                </a:lnTo>
                <a:lnTo>
                  <a:pt x="0" y="0"/>
                </a:lnTo>
                <a:close/>
              </a:path>
            </a:pathLst>
          </a:custGeom>
          <a:solidFill>
            <a:srgbClr val="CF852D"/>
          </a:solidFill>
          <a:ln>
            <a:noFill/>
          </a:ln>
        </p:spPr>
        <p:style>
          <a:lnRef idx="2">
            <a:schemeClr val="dk1"/>
          </a:lnRef>
          <a:fillRef idx="1">
            <a:schemeClr val="lt1"/>
          </a:fillRef>
          <a:effectRef idx="0">
            <a:schemeClr val="dk1"/>
          </a:effectRef>
          <a:fontRef idx="minor">
            <a:schemeClr val="dk1"/>
          </a:fontRef>
        </p:style>
        <p:txBody>
          <a:bodyPr spcFirstLastPara="0" vert="horz" wrap="square" lIns="35560" tIns="35560" rIns="35560" bIns="35560" numCol="1" spcCol="1270" anchor="ctr" anchorCtr="0">
            <a:noAutofit/>
          </a:bodyPr>
          <a:lstStyle/>
          <a:p>
            <a:pPr algn="ctr" defTabSz="622300">
              <a:lnSpc>
                <a:spcPct val="90000"/>
              </a:lnSpc>
              <a:spcBef>
                <a:spcPct val="0"/>
              </a:spcBef>
              <a:spcAft>
                <a:spcPct val="35000"/>
              </a:spcAft>
            </a:pPr>
            <a:endParaRPr lang="en-IN" sz="1400">
              <a:solidFill>
                <a:prstClr val="black"/>
              </a:solidFill>
              <a:latin typeface="Calibri" panose="020F0502020204030204"/>
            </a:endParaRPr>
          </a:p>
        </p:txBody>
      </p:sp>
      <p:sp>
        <p:nvSpPr>
          <p:cNvPr id="48" name="TextBox 47">
            <a:extLst>
              <a:ext uri="{FF2B5EF4-FFF2-40B4-BE49-F238E27FC236}">
                <a16:creationId xmlns:a16="http://schemas.microsoft.com/office/drawing/2014/main" id="{BDDEF9F5-9E96-41A3-E469-95375E7346A7}"/>
              </a:ext>
            </a:extLst>
          </p:cNvPr>
          <p:cNvSpPr txBox="1"/>
          <p:nvPr/>
        </p:nvSpPr>
        <p:spPr>
          <a:xfrm>
            <a:off x="4363481" y="5429837"/>
            <a:ext cx="2845672" cy="938719"/>
          </a:xfrm>
          <a:prstGeom prst="rect">
            <a:avLst/>
          </a:prstGeom>
          <a:noFill/>
        </p:spPr>
        <p:txBody>
          <a:bodyPr wrap="square">
            <a:spAutoFit/>
          </a:bodyPr>
          <a:lstStyle/>
          <a:p>
            <a:r>
              <a:rPr lang="en-US" sz="1100">
                <a:solidFill>
                  <a:schemeClr val="bg1"/>
                </a:solidFill>
              </a:rPr>
              <a:t>Helped a </a:t>
            </a:r>
            <a:r>
              <a:rPr lang="en-US" sz="1100" b="1">
                <a:solidFill>
                  <a:schemeClr val="bg1"/>
                </a:solidFill>
                <a:hlinkClick r:id="rId6" action="ppaction://hlinksldjump">
                  <a:extLst>
                    <a:ext uri="{A12FA001-AC4F-418D-AE19-62706E023703}">
                      <ahyp:hlinkClr xmlns:ahyp="http://schemas.microsoft.com/office/drawing/2018/hyperlinkcolor" val="tx"/>
                    </a:ext>
                  </a:extLst>
                </a:hlinkClick>
              </a:rPr>
              <a:t>Global</a:t>
            </a:r>
            <a:r>
              <a:rPr lang="en-US" sz="1100">
                <a:solidFill>
                  <a:schemeClr val="bg1"/>
                </a:solidFill>
                <a:hlinkClick r:id="rId6" action="ppaction://hlinksldjump">
                  <a:extLst>
                    <a:ext uri="{A12FA001-AC4F-418D-AE19-62706E023703}">
                      <ahyp:hlinkClr xmlns:ahyp="http://schemas.microsoft.com/office/drawing/2018/hyperlinkcolor" val="tx"/>
                    </a:ext>
                  </a:extLst>
                </a:hlinkClick>
              </a:rPr>
              <a:t> </a:t>
            </a:r>
            <a:r>
              <a:rPr lang="en-US" sz="1100" b="1">
                <a:solidFill>
                  <a:schemeClr val="bg1"/>
                </a:solidFill>
                <a:hlinkClick r:id="rId6" action="ppaction://hlinksldjump">
                  <a:extLst>
                    <a:ext uri="{A12FA001-AC4F-418D-AE19-62706E023703}">
                      <ahyp:hlinkClr xmlns:ahyp="http://schemas.microsoft.com/office/drawing/2018/hyperlinkcolor" val="tx"/>
                    </a:ext>
                  </a:extLst>
                </a:hlinkClick>
              </a:rPr>
              <a:t>Cosmetic Leader</a:t>
            </a:r>
            <a:r>
              <a:rPr lang="en-US" sz="1100">
                <a:solidFill>
                  <a:schemeClr val="bg1"/>
                </a:solidFill>
                <a:hlinkClick r:id="rId6" action="ppaction://hlinksldjump">
                  <a:extLst>
                    <a:ext uri="{A12FA001-AC4F-418D-AE19-62706E023703}">
                      <ahyp:hlinkClr xmlns:ahyp="http://schemas.microsoft.com/office/drawing/2018/hyperlinkcolor" val="tx"/>
                    </a:ext>
                  </a:extLst>
                </a:hlinkClick>
              </a:rPr>
              <a:t> </a:t>
            </a:r>
            <a:r>
              <a:rPr lang="en-US" sz="1100">
                <a:solidFill>
                  <a:schemeClr val="bg1"/>
                </a:solidFill>
              </a:rPr>
              <a:t>optimize promotional investments by identifying low-ROI activities and scaling high-impact tactics, leading to a </a:t>
            </a:r>
            <a:r>
              <a:rPr lang="en-US" sz="1100" b="1">
                <a:solidFill>
                  <a:schemeClr val="bg1"/>
                </a:solidFill>
              </a:rPr>
              <a:t>6% increase</a:t>
            </a:r>
            <a:r>
              <a:rPr lang="en-US" sz="1100">
                <a:solidFill>
                  <a:schemeClr val="bg1"/>
                </a:solidFill>
              </a:rPr>
              <a:t> in uplift in revenue realization.</a:t>
            </a:r>
          </a:p>
        </p:txBody>
      </p:sp>
      <p:sp>
        <p:nvSpPr>
          <p:cNvPr id="64" name="TextBox 63">
            <a:extLst>
              <a:ext uri="{FF2B5EF4-FFF2-40B4-BE49-F238E27FC236}">
                <a16:creationId xmlns:a16="http://schemas.microsoft.com/office/drawing/2014/main" id="{FF00DB77-DC20-1EC3-F487-DA272A00E011}"/>
              </a:ext>
            </a:extLst>
          </p:cNvPr>
          <p:cNvSpPr txBox="1"/>
          <p:nvPr/>
        </p:nvSpPr>
        <p:spPr>
          <a:xfrm>
            <a:off x="7868758" y="5439597"/>
            <a:ext cx="2845672" cy="938719"/>
          </a:xfrm>
          <a:prstGeom prst="rect">
            <a:avLst/>
          </a:prstGeom>
          <a:noFill/>
        </p:spPr>
        <p:txBody>
          <a:bodyPr wrap="square">
            <a:spAutoFit/>
          </a:bodyPr>
          <a:lstStyle/>
          <a:p>
            <a:r>
              <a:rPr lang="en-US" sz="1100">
                <a:solidFill>
                  <a:schemeClr val="bg1"/>
                </a:solidFill>
              </a:rPr>
              <a:t>Enabled a </a:t>
            </a:r>
            <a:r>
              <a:rPr lang="en-US" sz="1100" b="1">
                <a:solidFill>
                  <a:schemeClr val="bg1"/>
                </a:solidFill>
                <a:hlinkClick r:id="rId7" action="ppaction://hlinksldjump">
                  <a:extLst>
                    <a:ext uri="{A12FA001-AC4F-418D-AE19-62706E023703}">
                      <ahyp:hlinkClr xmlns:ahyp="http://schemas.microsoft.com/office/drawing/2018/hyperlinkcolor" val="tx"/>
                    </a:ext>
                  </a:extLst>
                </a:hlinkClick>
              </a:rPr>
              <a:t>Global Tobacco Major </a:t>
            </a:r>
            <a:r>
              <a:rPr lang="en-US" sz="1100">
                <a:solidFill>
                  <a:schemeClr val="bg1"/>
                </a:solidFill>
              </a:rPr>
              <a:t>to forecast market volumes and simulate both own and competitor pricing moves, driving smarter portfolio strategies and delivering a </a:t>
            </a:r>
            <a:r>
              <a:rPr lang="en-US" sz="1100" b="1">
                <a:solidFill>
                  <a:schemeClr val="bg1"/>
                </a:solidFill>
              </a:rPr>
              <a:t>5% increase </a:t>
            </a:r>
            <a:r>
              <a:rPr lang="en-US" sz="1100">
                <a:solidFill>
                  <a:schemeClr val="bg1"/>
                </a:solidFill>
              </a:rPr>
              <a:t>in uplift in revenue realization</a:t>
            </a:r>
          </a:p>
        </p:txBody>
      </p:sp>
      <p:sp>
        <p:nvSpPr>
          <p:cNvPr id="66" name="TextBox 65">
            <a:extLst>
              <a:ext uri="{FF2B5EF4-FFF2-40B4-BE49-F238E27FC236}">
                <a16:creationId xmlns:a16="http://schemas.microsoft.com/office/drawing/2014/main" id="{1AFC019B-CEED-DB02-FA13-B0CD878699B8}"/>
              </a:ext>
            </a:extLst>
          </p:cNvPr>
          <p:cNvSpPr txBox="1"/>
          <p:nvPr/>
        </p:nvSpPr>
        <p:spPr>
          <a:xfrm>
            <a:off x="3871113" y="2901897"/>
            <a:ext cx="3349396" cy="276999"/>
          </a:xfrm>
          <a:prstGeom prst="rect">
            <a:avLst/>
          </a:prstGeom>
          <a:noFill/>
        </p:spPr>
        <p:txBody>
          <a:bodyPr wrap="square">
            <a:spAutoFit/>
          </a:bodyPr>
          <a:lstStyle/>
          <a:p>
            <a:r>
              <a:rPr lang="en-US" sz="1200"/>
              <a:t>Deep experience with Price Promo Impact on ROI</a:t>
            </a:r>
            <a:endParaRPr lang="en-IN" sz="1200"/>
          </a:p>
        </p:txBody>
      </p:sp>
      <p:pic>
        <p:nvPicPr>
          <p:cNvPr id="67" name="Graphic 66" descr="Badge Tick1 with solid fill">
            <a:extLst>
              <a:ext uri="{FF2B5EF4-FFF2-40B4-BE49-F238E27FC236}">
                <a16:creationId xmlns:a16="http://schemas.microsoft.com/office/drawing/2014/main" id="{771AF59D-7B11-9DF6-1075-2EA16213A9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19203" y="3760242"/>
            <a:ext cx="348550" cy="348550"/>
          </a:xfrm>
          <a:prstGeom prst="rect">
            <a:avLst/>
          </a:prstGeom>
        </p:spPr>
      </p:pic>
      <p:sp>
        <p:nvSpPr>
          <p:cNvPr id="68" name="TextBox 67">
            <a:extLst>
              <a:ext uri="{FF2B5EF4-FFF2-40B4-BE49-F238E27FC236}">
                <a16:creationId xmlns:a16="http://schemas.microsoft.com/office/drawing/2014/main" id="{49D21A66-A02F-0D1C-F32B-FCC9570B3229}"/>
              </a:ext>
            </a:extLst>
          </p:cNvPr>
          <p:cNvSpPr txBox="1"/>
          <p:nvPr/>
        </p:nvSpPr>
        <p:spPr>
          <a:xfrm>
            <a:off x="3869557" y="3804368"/>
            <a:ext cx="3723322" cy="276999"/>
          </a:xfrm>
          <a:prstGeom prst="rect">
            <a:avLst/>
          </a:prstGeom>
          <a:noFill/>
        </p:spPr>
        <p:txBody>
          <a:bodyPr wrap="square">
            <a:spAutoFit/>
          </a:bodyPr>
          <a:lstStyle/>
          <a:p>
            <a:r>
              <a:rPr lang="en-US" sz="1200"/>
              <a:t>Ability to scale quickly</a:t>
            </a:r>
          </a:p>
        </p:txBody>
      </p:sp>
      <p:sp>
        <p:nvSpPr>
          <p:cNvPr id="69" name="Oval 68">
            <a:extLst>
              <a:ext uri="{FF2B5EF4-FFF2-40B4-BE49-F238E27FC236}">
                <a16:creationId xmlns:a16="http://schemas.microsoft.com/office/drawing/2014/main" id="{8A564EA6-F3AF-D2C2-0AC6-A973EAA569E2}"/>
              </a:ext>
            </a:extLst>
          </p:cNvPr>
          <p:cNvSpPr/>
          <p:nvPr/>
        </p:nvSpPr>
        <p:spPr>
          <a:xfrm>
            <a:off x="840367" y="5247853"/>
            <a:ext cx="254594" cy="25459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t>1</a:t>
            </a:r>
          </a:p>
        </p:txBody>
      </p:sp>
      <p:sp>
        <p:nvSpPr>
          <p:cNvPr id="70" name="Oval 69">
            <a:extLst>
              <a:ext uri="{FF2B5EF4-FFF2-40B4-BE49-F238E27FC236}">
                <a16:creationId xmlns:a16="http://schemas.microsoft.com/office/drawing/2014/main" id="{0512A42F-DB3F-E443-D475-E5E7952CA797}"/>
              </a:ext>
            </a:extLst>
          </p:cNvPr>
          <p:cNvSpPr/>
          <p:nvPr/>
        </p:nvSpPr>
        <p:spPr>
          <a:xfrm>
            <a:off x="4232121" y="5247853"/>
            <a:ext cx="254594" cy="254594"/>
          </a:xfrm>
          <a:prstGeom prst="ellipse">
            <a:avLst/>
          </a:prstGeom>
          <a:solidFill>
            <a:srgbClr val="ED7D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t>2</a:t>
            </a:r>
          </a:p>
        </p:txBody>
      </p:sp>
      <p:sp>
        <p:nvSpPr>
          <p:cNvPr id="71" name="Oval 70">
            <a:extLst>
              <a:ext uri="{FF2B5EF4-FFF2-40B4-BE49-F238E27FC236}">
                <a16:creationId xmlns:a16="http://schemas.microsoft.com/office/drawing/2014/main" id="{73F3223E-DAD8-7EF2-05CB-EC25FFBEBBFA}"/>
              </a:ext>
            </a:extLst>
          </p:cNvPr>
          <p:cNvSpPr/>
          <p:nvPr/>
        </p:nvSpPr>
        <p:spPr>
          <a:xfrm>
            <a:off x="7732887" y="5247853"/>
            <a:ext cx="254594" cy="254594"/>
          </a:xfrm>
          <a:prstGeom prst="ellipse">
            <a:avLst/>
          </a:prstGeom>
          <a:solidFill>
            <a:srgbClr val="CF85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t>3</a:t>
            </a:r>
          </a:p>
        </p:txBody>
      </p:sp>
      <p:sp>
        <p:nvSpPr>
          <p:cNvPr id="73" name="TextBox 72">
            <a:extLst>
              <a:ext uri="{FF2B5EF4-FFF2-40B4-BE49-F238E27FC236}">
                <a16:creationId xmlns:a16="http://schemas.microsoft.com/office/drawing/2014/main" id="{234E52D6-9412-36D3-24C1-93311A39FBDD}"/>
              </a:ext>
            </a:extLst>
          </p:cNvPr>
          <p:cNvSpPr txBox="1"/>
          <p:nvPr/>
        </p:nvSpPr>
        <p:spPr>
          <a:xfrm>
            <a:off x="1745013" y="4427976"/>
            <a:ext cx="9462833" cy="338554"/>
          </a:xfrm>
          <a:prstGeom prst="rect">
            <a:avLst/>
          </a:prstGeom>
          <a:noFill/>
        </p:spPr>
        <p:txBody>
          <a:bodyPr wrap="square">
            <a:spAutoFit/>
          </a:bodyPr>
          <a:lstStyle/>
          <a:p>
            <a:pPr algn="ctr"/>
            <a:r>
              <a:rPr lang="en-IN" sz="1600" dirty="0"/>
              <a:t>Optimization-driven decision support | </a:t>
            </a:r>
            <a:r>
              <a:rPr lang="en-US" sz="1600" dirty="0"/>
              <a:t>Enhanced Revenue and Margin Growth | Provide End to End Solution</a:t>
            </a:r>
            <a:endParaRPr lang="en-IN" sz="1800" dirty="0"/>
          </a:p>
        </p:txBody>
      </p:sp>
    </p:spTree>
    <p:extLst>
      <p:ext uri="{BB962C8B-B14F-4D97-AF65-F5344CB8AC3E}">
        <p14:creationId xmlns:p14="http://schemas.microsoft.com/office/powerpoint/2010/main" val="2162427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635827D-36AB-4297-6949-17849FA34DA9}"/>
              </a:ext>
            </a:extLst>
          </p:cNvPr>
          <p:cNvSpPr txBox="1">
            <a:spLocks/>
          </p:cNvSpPr>
          <p:nvPr/>
        </p:nvSpPr>
        <p:spPr>
          <a:xfrm>
            <a:off x="138740" y="149269"/>
            <a:ext cx="11194857" cy="5331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r>
              <a:rPr lang="en-US" sz="2000" dirty="0">
                <a:latin typeface="Avenir Next"/>
              </a:rPr>
              <a:t>Tested Framework to Building Scalable Price &amp; Promo Solutions</a:t>
            </a:r>
            <a:endParaRPr lang="en-IN" sz="2000" dirty="0">
              <a:latin typeface="Avenir Next"/>
            </a:endParaRPr>
          </a:p>
        </p:txBody>
      </p:sp>
      <p:sp>
        <p:nvSpPr>
          <p:cNvPr id="15" name="Arrow: Pentagon 14">
            <a:extLst>
              <a:ext uri="{FF2B5EF4-FFF2-40B4-BE49-F238E27FC236}">
                <a16:creationId xmlns:a16="http://schemas.microsoft.com/office/drawing/2014/main" id="{8F9F5F79-BA88-0240-F17A-FA7EAF0FB327}"/>
              </a:ext>
            </a:extLst>
          </p:cNvPr>
          <p:cNvSpPr/>
          <p:nvPr/>
        </p:nvSpPr>
        <p:spPr>
          <a:xfrm>
            <a:off x="668279" y="1225296"/>
            <a:ext cx="2173220" cy="493776"/>
          </a:xfrm>
          <a:prstGeom prst="homePlat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Data Foundation &amp; Preparation</a:t>
            </a:r>
          </a:p>
        </p:txBody>
      </p:sp>
      <p:sp>
        <p:nvSpPr>
          <p:cNvPr id="16" name="Arrow: Chevron 15">
            <a:extLst>
              <a:ext uri="{FF2B5EF4-FFF2-40B4-BE49-F238E27FC236}">
                <a16:creationId xmlns:a16="http://schemas.microsoft.com/office/drawing/2014/main" id="{16B56516-EC1C-F878-9066-8BE4709C73AE}"/>
              </a:ext>
            </a:extLst>
          </p:cNvPr>
          <p:cNvSpPr/>
          <p:nvPr/>
        </p:nvSpPr>
        <p:spPr>
          <a:xfrm>
            <a:off x="2853293" y="1236726"/>
            <a:ext cx="2138244" cy="484632"/>
          </a:xfrm>
          <a:prstGeom prst="chevron">
            <a:avLst/>
          </a:prstGeom>
          <a:solidFill>
            <a:srgbClr val="FBA2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EDA &amp; Descriptive Analytics </a:t>
            </a:r>
          </a:p>
        </p:txBody>
      </p:sp>
      <p:sp>
        <p:nvSpPr>
          <p:cNvPr id="17" name="Arrow: Chevron 16">
            <a:extLst>
              <a:ext uri="{FF2B5EF4-FFF2-40B4-BE49-F238E27FC236}">
                <a16:creationId xmlns:a16="http://schemas.microsoft.com/office/drawing/2014/main" id="{2E0EDE25-6C94-5A1A-56B7-BFDB13D0081A}"/>
              </a:ext>
            </a:extLst>
          </p:cNvPr>
          <p:cNvSpPr/>
          <p:nvPr/>
        </p:nvSpPr>
        <p:spPr>
          <a:xfrm>
            <a:off x="5003331" y="1213866"/>
            <a:ext cx="2173220" cy="484632"/>
          </a:xfrm>
          <a:prstGeom prst="chevron">
            <a:avLst/>
          </a:prstGeom>
          <a:solidFill>
            <a:srgbClr val="F196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Modeling &amp; Insights</a:t>
            </a:r>
          </a:p>
        </p:txBody>
      </p:sp>
      <p:sp>
        <p:nvSpPr>
          <p:cNvPr id="18" name="Arrow: Chevron 17">
            <a:extLst>
              <a:ext uri="{FF2B5EF4-FFF2-40B4-BE49-F238E27FC236}">
                <a16:creationId xmlns:a16="http://schemas.microsoft.com/office/drawing/2014/main" id="{C1AFE9F6-F078-3C13-1D6F-70264DF4F77D}"/>
              </a:ext>
            </a:extLst>
          </p:cNvPr>
          <p:cNvSpPr/>
          <p:nvPr/>
        </p:nvSpPr>
        <p:spPr>
          <a:xfrm>
            <a:off x="7188345" y="1213866"/>
            <a:ext cx="2173220" cy="484632"/>
          </a:xfrm>
          <a:prstGeom prst="chevron">
            <a:avLst/>
          </a:prstGeom>
          <a:solidFill>
            <a:srgbClr val="ED7D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Trade Promo Optimization</a:t>
            </a:r>
          </a:p>
        </p:txBody>
      </p:sp>
      <p:sp>
        <p:nvSpPr>
          <p:cNvPr id="19" name="Arrow: Chevron 18">
            <a:extLst>
              <a:ext uri="{FF2B5EF4-FFF2-40B4-BE49-F238E27FC236}">
                <a16:creationId xmlns:a16="http://schemas.microsoft.com/office/drawing/2014/main" id="{7F24A13C-4F5B-43F7-FFB3-78A1BF70B74D}"/>
              </a:ext>
            </a:extLst>
          </p:cNvPr>
          <p:cNvSpPr/>
          <p:nvPr/>
        </p:nvSpPr>
        <p:spPr>
          <a:xfrm>
            <a:off x="9373361" y="1202436"/>
            <a:ext cx="2173220" cy="484632"/>
          </a:xfrm>
          <a:prstGeom prst="chevron">
            <a:avLst/>
          </a:prstGeom>
          <a:solidFill>
            <a:srgbClr val="CF85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Trade Promo Management</a:t>
            </a:r>
          </a:p>
        </p:txBody>
      </p:sp>
      <p:sp>
        <p:nvSpPr>
          <p:cNvPr id="20" name="TextBox 19">
            <a:extLst>
              <a:ext uri="{FF2B5EF4-FFF2-40B4-BE49-F238E27FC236}">
                <a16:creationId xmlns:a16="http://schemas.microsoft.com/office/drawing/2014/main" id="{F84C565D-5875-EA8C-827D-20BBF9AFACD6}"/>
              </a:ext>
            </a:extLst>
          </p:cNvPr>
          <p:cNvSpPr txBox="1"/>
          <p:nvPr/>
        </p:nvSpPr>
        <p:spPr>
          <a:xfrm>
            <a:off x="808541" y="1934744"/>
            <a:ext cx="1594929" cy="2893100"/>
          </a:xfrm>
          <a:prstGeom prst="rect">
            <a:avLst/>
          </a:prstGeom>
          <a:noFill/>
        </p:spPr>
        <p:txBody>
          <a:bodyPr wrap="square" rtlCol="0">
            <a:spAutoFit/>
          </a:bodyPr>
          <a:lstStyle/>
          <a:p>
            <a:pPr marL="285750" indent="-285750">
              <a:buFont typeface="Arial" panose="020B0604020202020204" pitchFamily="34" charset="0"/>
              <a:buChar char="•"/>
            </a:pPr>
            <a:r>
              <a:rPr lang="en-US" sz="1300"/>
              <a:t>Identify and extract relevant data (e.g.,  POS, Panel &amp; Internal Data)</a:t>
            </a:r>
          </a:p>
          <a:p>
            <a:endParaRPr lang="en-US" sz="1300"/>
          </a:p>
          <a:p>
            <a:pPr marL="285750" indent="-285750">
              <a:buFont typeface="Arial" panose="020B0604020202020204" pitchFamily="34" charset="0"/>
              <a:buChar char="•"/>
            </a:pPr>
            <a:r>
              <a:rPr lang="en-US" sz="1300"/>
              <a:t>Extract, clean, merge and standardize data</a:t>
            </a:r>
          </a:p>
          <a:p>
            <a:endParaRPr lang="en-US" sz="1300"/>
          </a:p>
          <a:p>
            <a:pPr marL="285750" indent="-285750">
              <a:buFont typeface="Arial" panose="020B0604020202020204" pitchFamily="34" charset="0"/>
              <a:buChar char="•"/>
            </a:pPr>
            <a:r>
              <a:rPr lang="en-US" sz="1300"/>
              <a:t>Build integrated, structured &amp; coherent master datasets</a:t>
            </a:r>
          </a:p>
        </p:txBody>
      </p:sp>
      <p:sp>
        <p:nvSpPr>
          <p:cNvPr id="21" name="TextBox 20">
            <a:extLst>
              <a:ext uri="{FF2B5EF4-FFF2-40B4-BE49-F238E27FC236}">
                <a16:creationId xmlns:a16="http://schemas.microsoft.com/office/drawing/2014/main" id="{FDB115F4-66EF-39B2-557C-871795F961B2}"/>
              </a:ext>
            </a:extLst>
          </p:cNvPr>
          <p:cNvSpPr txBox="1"/>
          <p:nvPr/>
        </p:nvSpPr>
        <p:spPr>
          <a:xfrm>
            <a:off x="3006906" y="1856593"/>
            <a:ext cx="1637272" cy="2292935"/>
          </a:xfrm>
          <a:prstGeom prst="rect">
            <a:avLst/>
          </a:prstGeom>
          <a:noFill/>
        </p:spPr>
        <p:txBody>
          <a:bodyPr wrap="square" rtlCol="0">
            <a:spAutoFit/>
          </a:bodyPr>
          <a:lstStyle/>
          <a:p>
            <a:pPr marL="285750" indent="-285750">
              <a:buFont typeface="Arial" panose="020B0604020202020204" pitchFamily="34" charset="0"/>
              <a:buChar char="•"/>
            </a:pPr>
            <a:r>
              <a:rPr lang="en-US" sz="1300"/>
              <a:t>Identify top brands, retailers, and PPGs driving volume and profit</a:t>
            </a:r>
          </a:p>
          <a:p>
            <a:endParaRPr lang="en-US" sz="1300"/>
          </a:p>
          <a:p>
            <a:pPr marL="285750" indent="-285750">
              <a:buFont typeface="Arial" panose="020B0604020202020204" pitchFamily="34" charset="0"/>
              <a:buChar char="•"/>
            </a:pPr>
            <a:r>
              <a:rPr lang="en-US" sz="1300"/>
              <a:t>Profile key shopper groups based on volume and strategic value</a:t>
            </a:r>
          </a:p>
        </p:txBody>
      </p:sp>
      <p:sp>
        <p:nvSpPr>
          <p:cNvPr id="22" name="TextBox 21">
            <a:extLst>
              <a:ext uri="{FF2B5EF4-FFF2-40B4-BE49-F238E27FC236}">
                <a16:creationId xmlns:a16="http://schemas.microsoft.com/office/drawing/2014/main" id="{5E9BD71E-CB34-D9C1-A6EB-4E831C7E9419}"/>
              </a:ext>
            </a:extLst>
          </p:cNvPr>
          <p:cNvSpPr txBox="1"/>
          <p:nvPr/>
        </p:nvSpPr>
        <p:spPr>
          <a:xfrm>
            <a:off x="5199296" y="1847088"/>
            <a:ext cx="1839464" cy="2893100"/>
          </a:xfrm>
          <a:prstGeom prst="rect">
            <a:avLst/>
          </a:prstGeom>
          <a:noFill/>
        </p:spPr>
        <p:txBody>
          <a:bodyPr wrap="square" rtlCol="0">
            <a:spAutoFit/>
          </a:bodyPr>
          <a:lstStyle/>
          <a:p>
            <a:pPr marL="285750" indent="-285750">
              <a:buFont typeface="Arial" panose="020B0604020202020204" pitchFamily="34" charset="0"/>
              <a:buChar char="•"/>
            </a:pPr>
            <a:r>
              <a:rPr lang="en-US" sz="1300" dirty="0"/>
              <a:t>Model POS data to estimate base price and promo price elasticity.</a:t>
            </a:r>
          </a:p>
          <a:p>
            <a:endParaRPr lang="en-US" sz="1300" dirty="0"/>
          </a:p>
          <a:p>
            <a:pPr marL="285750" indent="-285750">
              <a:buFont typeface="Arial" panose="020B0604020202020204" pitchFamily="34" charset="0"/>
              <a:buChar char="•"/>
            </a:pPr>
            <a:r>
              <a:rPr lang="en-US" sz="1300" dirty="0"/>
              <a:t>Model panel data and calibrate elasticities using POS models</a:t>
            </a:r>
          </a:p>
          <a:p>
            <a:pPr marL="285750" indent="-285750">
              <a:buFont typeface="Arial" panose="020B0604020202020204" pitchFamily="34" charset="0"/>
              <a:buChar char="•"/>
            </a:pPr>
            <a:endParaRPr lang="en-US" sz="1300" dirty="0"/>
          </a:p>
          <a:p>
            <a:pPr marL="285750" indent="-285750">
              <a:buFont typeface="Arial" panose="020B0604020202020204" pitchFamily="34" charset="0"/>
              <a:buChar char="•"/>
            </a:pPr>
            <a:r>
              <a:rPr lang="en-US" sz="1300" dirty="0"/>
              <a:t>Survey to understand shopper purchase attitudes with price changes.</a:t>
            </a:r>
          </a:p>
        </p:txBody>
      </p:sp>
      <p:sp>
        <p:nvSpPr>
          <p:cNvPr id="23" name="TextBox 22">
            <a:extLst>
              <a:ext uri="{FF2B5EF4-FFF2-40B4-BE49-F238E27FC236}">
                <a16:creationId xmlns:a16="http://schemas.microsoft.com/office/drawing/2014/main" id="{1C5391BD-90E8-909A-5CFE-793E579CF418}"/>
              </a:ext>
            </a:extLst>
          </p:cNvPr>
          <p:cNvSpPr txBox="1"/>
          <p:nvPr/>
        </p:nvSpPr>
        <p:spPr>
          <a:xfrm>
            <a:off x="7390655" y="1843840"/>
            <a:ext cx="1768600" cy="2492990"/>
          </a:xfrm>
          <a:prstGeom prst="rect">
            <a:avLst/>
          </a:prstGeom>
          <a:noFill/>
        </p:spPr>
        <p:txBody>
          <a:bodyPr wrap="square" rtlCol="0">
            <a:spAutoFit/>
          </a:bodyPr>
          <a:lstStyle/>
          <a:p>
            <a:pPr marL="285750" indent="-285750">
              <a:buFont typeface="Arial" panose="020B0604020202020204" pitchFamily="34" charset="0"/>
              <a:buChar char="•"/>
            </a:pPr>
            <a:r>
              <a:rPr lang="en-US" sz="1300"/>
              <a:t>Define specs and design a price simulation ad optimization tool</a:t>
            </a:r>
          </a:p>
          <a:p>
            <a:endParaRPr lang="en-US" sz="1300"/>
          </a:p>
          <a:p>
            <a:pPr marL="285750" indent="-285750">
              <a:buFont typeface="Arial" panose="020B0604020202020204" pitchFamily="34" charset="0"/>
              <a:buChar char="•"/>
            </a:pPr>
            <a:r>
              <a:rPr lang="en-US" sz="1300"/>
              <a:t>Develop and deploy the tool</a:t>
            </a:r>
          </a:p>
          <a:p>
            <a:pPr marL="285750" indent="-285750">
              <a:buFont typeface="Arial" panose="020B0604020202020204" pitchFamily="34" charset="0"/>
              <a:buChar char="•"/>
            </a:pPr>
            <a:endParaRPr lang="en-US" sz="1300"/>
          </a:p>
          <a:p>
            <a:pPr marL="285750" indent="-285750">
              <a:buFont typeface="Arial" panose="020B0604020202020204" pitchFamily="34" charset="0"/>
              <a:buChar char="•"/>
            </a:pPr>
            <a:r>
              <a:rPr lang="en-US" sz="1300"/>
              <a:t>Run scenarios to identify performance improvement</a:t>
            </a:r>
          </a:p>
        </p:txBody>
      </p:sp>
      <p:sp>
        <p:nvSpPr>
          <p:cNvPr id="24" name="TextBox 23">
            <a:extLst>
              <a:ext uri="{FF2B5EF4-FFF2-40B4-BE49-F238E27FC236}">
                <a16:creationId xmlns:a16="http://schemas.microsoft.com/office/drawing/2014/main" id="{7EB4E225-FB28-5821-D51B-3EC670BF224A}"/>
              </a:ext>
            </a:extLst>
          </p:cNvPr>
          <p:cNvSpPr txBox="1"/>
          <p:nvPr/>
        </p:nvSpPr>
        <p:spPr>
          <a:xfrm>
            <a:off x="9423917" y="1843840"/>
            <a:ext cx="1831099" cy="2492990"/>
          </a:xfrm>
          <a:prstGeom prst="rect">
            <a:avLst/>
          </a:prstGeom>
          <a:noFill/>
        </p:spPr>
        <p:txBody>
          <a:bodyPr wrap="square" rtlCol="0">
            <a:spAutoFit/>
          </a:bodyPr>
          <a:lstStyle/>
          <a:p>
            <a:pPr marL="285750" indent="-285750">
              <a:buFont typeface="Arial" panose="020B0604020202020204" pitchFamily="34" charset="0"/>
              <a:buChar char="•"/>
            </a:pPr>
            <a:r>
              <a:rPr lang="en-US" sz="1300"/>
              <a:t>Design and develop a planning tool to manage promo calendars by retailer &amp; week (specs TBD)</a:t>
            </a:r>
          </a:p>
          <a:p>
            <a:pPr marL="285750" indent="-285750">
              <a:buFont typeface="Arial" panose="020B0604020202020204" pitchFamily="34" charset="0"/>
              <a:buChar char="•"/>
            </a:pPr>
            <a:endParaRPr lang="en-US" sz="1300"/>
          </a:p>
          <a:p>
            <a:pPr marL="285750" indent="-285750">
              <a:buFont typeface="Arial" panose="020B0604020202020204" pitchFamily="34" charset="0"/>
              <a:buChar char="•"/>
            </a:pPr>
            <a:r>
              <a:rPr lang="en-US" sz="1300"/>
              <a:t>Deploy tool</a:t>
            </a:r>
          </a:p>
          <a:p>
            <a:pPr marL="285750" indent="-285750">
              <a:buFont typeface="Arial" panose="020B0604020202020204" pitchFamily="34" charset="0"/>
              <a:buChar char="•"/>
            </a:pPr>
            <a:endParaRPr lang="en-US" sz="1300"/>
          </a:p>
          <a:p>
            <a:pPr marL="285750" indent="-285750">
              <a:buFont typeface="Arial" panose="020B0604020202020204" pitchFamily="34" charset="0"/>
              <a:buChar char="•"/>
            </a:pPr>
            <a:r>
              <a:rPr lang="en-US" sz="1300"/>
              <a:t>Run scenarios to maximize the performance</a:t>
            </a:r>
          </a:p>
        </p:txBody>
      </p:sp>
      <p:sp>
        <p:nvSpPr>
          <p:cNvPr id="25" name="Rectangle 24">
            <a:extLst>
              <a:ext uri="{FF2B5EF4-FFF2-40B4-BE49-F238E27FC236}">
                <a16:creationId xmlns:a16="http://schemas.microsoft.com/office/drawing/2014/main" id="{1D0F1F1B-7A63-F528-4F56-2EFFC7DC2AE9}"/>
              </a:ext>
            </a:extLst>
          </p:cNvPr>
          <p:cNvSpPr/>
          <p:nvPr/>
        </p:nvSpPr>
        <p:spPr>
          <a:xfrm>
            <a:off x="660518" y="1847089"/>
            <a:ext cx="2021728" cy="3093154"/>
          </a:xfrm>
          <a:prstGeom prst="rect">
            <a:avLst/>
          </a:prstGeom>
          <a:noFill/>
          <a:ln>
            <a:solidFill>
              <a:srgbClr val="F196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6" name="Rectangle 25">
            <a:extLst>
              <a:ext uri="{FF2B5EF4-FFF2-40B4-BE49-F238E27FC236}">
                <a16:creationId xmlns:a16="http://schemas.microsoft.com/office/drawing/2014/main" id="{DDAEDD93-F6A5-A332-7A97-9F470E3DC9B5}"/>
              </a:ext>
            </a:extLst>
          </p:cNvPr>
          <p:cNvSpPr/>
          <p:nvPr/>
        </p:nvSpPr>
        <p:spPr>
          <a:xfrm>
            <a:off x="2847184" y="1847089"/>
            <a:ext cx="2021728" cy="3093154"/>
          </a:xfrm>
          <a:prstGeom prst="rect">
            <a:avLst/>
          </a:prstGeom>
          <a:noFill/>
          <a:ln>
            <a:solidFill>
              <a:srgbClr val="FBA2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7" name="Rectangle 26">
            <a:extLst>
              <a:ext uri="{FF2B5EF4-FFF2-40B4-BE49-F238E27FC236}">
                <a16:creationId xmlns:a16="http://schemas.microsoft.com/office/drawing/2014/main" id="{228A0D3A-64BA-A097-C7B8-57C248B384F5}"/>
              </a:ext>
            </a:extLst>
          </p:cNvPr>
          <p:cNvSpPr/>
          <p:nvPr/>
        </p:nvSpPr>
        <p:spPr>
          <a:xfrm>
            <a:off x="5033850" y="1847089"/>
            <a:ext cx="2021728" cy="3093154"/>
          </a:xfrm>
          <a:prstGeom prst="rect">
            <a:avLst/>
          </a:prstGeom>
          <a:noFill/>
          <a:ln>
            <a:solidFill>
              <a:srgbClr val="F196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8" name="Rectangle 27">
            <a:extLst>
              <a:ext uri="{FF2B5EF4-FFF2-40B4-BE49-F238E27FC236}">
                <a16:creationId xmlns:a16="http://schemas.microsoft.com/office/drawing/2014/main" id="{4F624D59-D8CE-1AD0-678B-48BDBF979F3A}"/>
              </a:ext>
            </a:extLst>
          </p:cNvPr>
          <p:cNvSpPr/>
          <p:nvPr/>
        </p:nvSpPr>
        <p:spPr>
          <a:xfrm>
            <a:off x="7220516" y="1847089"/>
            <a:ext cx="2021728" cy="3093154"/>
          </a:xfrm>
          <a:prstGeom prst="rect">
            <a:avLst/>
          </a:prstGeom>
          <a:no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9" name="Rectangle 28">
            <a:extLst>
              <a:ext uri="{FF2B5EF4-FFF2-40B4-BE49-F238E27FC236}">
                <a16:creationId xmlns:a16="http://schemas.microsoft.com/office/drawing/2014/main" id="{DEBD6546-8E2B-E5E8-60B4-2D6F28B86E57}"/>
              </a:ext>
            </a:extLst>
          </p:cNvPr>
          <p:cNvSpPr/>
          <p:nvPr/>
        </p:nvSpPr>
        <p:spPr>
          <a:xfrm>
            <a:off x="9407184" y="1847089"/>
            <a:ext cx="2021728" cy="3093154"/>
          </a:xfrm>
          <a:prstGeom prst="rect">
            <a:avLst/>
          </a:prstGeom>
          <a:noFill/>
          <a:ln>
            <a:solidFill>
              <a:srgbClr val="CF85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30" name="Picture 29">
            <a:extLst>
              <a:ext uri="{FF2B5EF4-FFF2-40B4-BE49-F238E27FC236}">
                <a16:creationId xmlns:a16="http://schemas.microsoft.com/office/drawing/2014/main" id="{BEEE1EA1-6891-E063-9D64-A12D96CF0CEF}"/>
              </a:ext>
            </a:extLst>
          </p:cNvPr>
          <p:cNvPicPr>
            <a:picLocks noChangeAspect="1"/>
          </p:cNvPicPr>
          <p:nvPr/>
        </p:nvPicPr>
        <p:blipFill>
          <a:blip r:embed="rId3"/>
          <a:stretch>
            <a:fillRect/>
          </a:stretch>
        </p:blipFill>
        <p:spPr>
          <a:xfrm>
            <a:off x="1457123" y="778363"/>
            <a:ext cx="297766" cy="407899"/>
          </a:xfrm>
          <a:prstGeom prst="rect">
            <a:avLst/>
          </a:prstGeom>
        </p:spPr>
      </p:pic>
      <p:pic>
        <p:nvPicPr>
          <p:cNvPr id="31" name="Picture 30">
            <a:extLst>
              <a:ext uri="{FF2B5EF4-FFF2-40B4-BE49-F238E27FC236}">
                <a16:creationId xmlns:a16="http://schemas.microsoft.com/office/drawing/2014/main" id="{F949FE6A-5139-AF4F-6B96-605F97D9590B}"/>
              </a:ext>
            </a:extLst>
          </p:cNvPr>
          <p:cNvPicPr>
            <a:picLocks noChangeAspect="1"/>
          </p:cNvPicPr>
          <p:nvPr/>
        </p:nvPicPr>
        <p:blipFill>
          <a:blip r:embed="rId4"/>
          <a:stretch>
            <a:fillRect/>
          </a:stretch>
        </p:blipFill>
        <p:spPr>
          <a:xfrm>
            <a:off x="3625724" y="739551"/>
            <a:ext cx="464647" cy="484632"/>
          </a:xfrm>
          <a:prstGeom prst="rect">
            <a:avLst/>
          </a:prstGeom>
        </p:spPr>
      </p:pic>
      <p:pic>
        <p:nvPicPr>
          <p:cNvPr id="32" name="Picture 31">
            <a:extLst>
              <a:ext uri="{FF2B5EF4-FFF2-40B4-BE49-F238E27FC236}">
                <a16:creationId xmlns:a16="http://schemas.microsoft.com/office/drawing/2014/main" id="{6EF170C5-A9D9-E77B-67A6-F95B0A8589AC}"/>
              </a:ext>
            </a:extLst>
          </p:cNvPr>
          <p:cNvPicPr>
            <a:picLocks noChangeAspect="1"/>
          </p:cNvPicPr>
          <p:nvPr/>
        </p:nvPicPr>
        <p:blipFill>
          <a:blip r:embed="rId5"/>
          <a:stretch>
            <a:fillRect/>
          </a:stretch>
        </p:blipFill>
        <p:spPr>
          <a:xfrm>
            <a:off x="5863676" y="757650"/>
            <a:ext cx="464647" cy="439666"/>
          </a:xfrm>
          <a:prstGeom prst="rect">
            <a:avLst/>
          </a:prstGeom>
        </p:spPr>
      </p:pic>
      <p:pic>
        <p:nvPicPr>
          <p:cNvPr id="33" name="Picture 32">
            <a:extLst>
              <a:ext uri="{FF2B5EF4-FFF2-40B4-BE49-F238E27FC236}">
                <a16:creationId xmlns:a16="http://schemas.microsoft.com/office/drawing/2014/main" id="{6799A714-4B1F-5132-0D2E-A7C6506CD56E}"/>
              </a:ext>
            </a:extLst>
          </p:cNvPr>
          <p:cNvPicPr>
            <a:picLocks noChangeAspect="1"/>
          </p:cNvPicPr>
          <p:nvPr/>
        </p:nvPicPr>
        <p:blipFill>
          <a:blip r:embed="rId6"/>
          <a:stretch>
            <a:fillRect/>
          </a:stretch>
        </p:blipFill>
        <p:spPr>
          <a:xfrm>
            <a:off x="10182837" y="703912"/>
            <a:ext cx="467730" cy="439666"/>
          </a:xfrm>
          <a:prstGeom prst="rect">
            <a:avLst/>
          </a:prstGeom>
        </p:spPr>
      </p:pic>
      <p:pic>
        <p:nvPicPr>
          <p:cNvPr id="34" name="Picture 33">
            <a:extLst>
              <a:ext uri="{FF2B5EF4-FFF2-40B4-BE49-F238E27FC236}">
                <a16:creationId xmlns:a16="http://schemas.microsoft.com/office/drawing/2014/main" id="{205C9BB6-BBD4-B3A4-AAE1-72581E119E5C}"/>
              </a:ext>
            </a:extLst>
          </p:cNvPr>
          <p:cNvPicPr>
            <a:picLocks noChangeAspect="1"/>
          </p:cNvPicPr>
          <p:nvPr/>
        </p:nvPicPr>
        <p:blipFill>
          <a:blip r:embed="rId7"/>
          <a:stretch>
            <a:fillRect/>
          </a:stretch>
        </p:blipFill>
        <p:spPr>
          <a:xfrm>
            <a:off x="8036575" y="664925"/>
            <a:ext cx="614360" cy="492275"/>
          </a:xfrm>
          <a:prstGeom prst="rect">
            <a:avLst/>
          </a:prstGeom>
        </p:spPr>
      </p:pic>
      <p:sp>
        <p:nvSpPr>
          <p:cNvPr id="35" name="Rectangle 34">
            <a:extLst>
              <a:ext uri="{FF2B5EF4-FFF2-40B4-BE49-F238E27FC236}">
                <a16:creationId xmlns:a16="http://schemas.microsoft.com/office/drawing/2014/main" id="{71B68C08-1D04-86F1-0654-DBEA674B546C}"/>
              </a:ext>
            </a:extLst>
          </p:cNvPr>
          <p:cNvSpPr/>
          <p:nvPr/>
        </p:nvSpPr>
        <p:spPr>
          <a:xfrm>
            <a:off x="663403" y="5068260"/>
            <a:ext cx="2021728" cy="1242099"/>
          </a:xfrm>
          <a:prstGeom prst="rect">
            <a:avLst/>
          </a:prstGeom>
          <a:noFill/>
          <a:ln>
            <a:solidFill>
              <a:srgbClr val="F196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6" name="Rectangle 35">
            <a:extLst>
              <a:ext uri="{FF2B5EF4-FFF2-40B4-BE49-F238E27FC236}">
                <a16:creationId xmlns:a16="http://schemas.microsoft.com/office/drawing/2014/main" id="{B9750973-FD0F-892C-7C9E-B326650CA2D3}"/>
              </a:ext>
            </a:extLst>
          </p:cNvPr>
          <p:cNvSpPr/>
          <p:nvPr/>
        </p:nvSpPr>
        <p:spPr>
          <a:xfrm>
            <a:off x="2814678" y="5087302"/>
            <a:ext cx="2021728" cy="1223057"/>
          </a:xfrm>
          <a:prstGeom prst="rect">
            <a:avLst/>
          </a:prstGeom>
          <a:noFill/>
          <a:ln>
            <a:solidFill>
              <a:srgbClr val="F196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7" name="Rectangle 36">
            <a:extLst>
              <a:ext uri="{FF2B5EF4-FFF2-40B4-BE49-F238E27FC236}">
                <a16:creationId xmlns:a16="http://schemas.microsoft.com/office/drawing/2014/main" id="{1E8ADDF6-80B9-09E5-B46C-3836EDE8FA80}"/>
              </a:ext>
            </a:extLst>
          </p:cNvPr>
          <p:cNvSpPr/>
          <p:nvPr/>
        </p:nvSpPr>
        <p:spPr>
          <a:xfrm>
            <a:off x="5033850" y="5068260"/>
            <a:ext cx="2021728" cy="1242099"/>
          </a:xfrm>
          <a:prstGeom prst="rect">
            <a:avLst/>
          </a:prstGeom>
          <a:noFill/>
          <a:ln>
            <a:solidFill>
              <a:srgbClr val="F196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8" name="Rectangle 37">
            <a:extLst>
              <a:ext uri="{FF2B5EF4-FFF2-40B4-BE49-F238E27FC236}">
                <a16:creationId xmlns:a16="http://schemas.microsoft.com/office/drawing/2014/main" id="{80246144-FAA1-5E76-93C4-C92289F88184}"/>
              </a:ext>
            </a:extLst>
          </p:cNvPr>
          <p:cNvSpPr/>
          <p:nvPr/>
        </p:nvSpPr>
        <p:spPr>
          <a:xfrm>
            <a:off x="7212656" y="5068260"/>
            <a:ext cx="2021728" cy="1220771"/>
          </a:xfrm>
          <a:prstGeom prst="rect">
            <a:avLst/>
          </a:prstGeom>
          <a:noFill/>
          <a:ln>
            <a:solidFill>
              <a:srgbClr val="F196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9" name="Rectangle 38">
            <a:extLst>
              <a:ext uri="{FF2B5EF4-FFF2-40B4-BE49-F238E27FC236}">
                <a16:creationId xmlns:a16="http://schemas.microsoft.com/office/drawing/2014/main" id="{EC5ACF98-DF4C-1AF6-5286-637FEAA59F5B}"/>
              </a:ext>
            </a:extLst>
          </p:cNvPr>
          <p:cNvSpPr/>
          <p:nvPr/>
        </p:nvSpPr>
        <p:spPr>
          <a:xfrm>
            <a:off x="9391462" y="5068260"/>
            <a:ext cx="2021728" cy="1233147"/>
          </a:xfrm>
          <a:prstGeom prst="rect">
            <a:avLst/>
          </a:prstGeom>
          <a:noFill/>
          <a:ln>
            <a:solidFill>
              <a:srgbClr val="F196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1" name="TextBox 40">
            <a:extLst>
              <a:ext uri="{FF2B5EF4-FFF2-40B4-BE49-F238E27FC236}">
                <a16:creationId xmlns:a16="http://schemas.microsoft.com/office/drawing/2014/main" id="{BD2DC4F7-D534-F850-B50F-BEF7873D71CE}"/>
              </a:ext>
            </a:extLst>
          </p:cNvPr>
          <p:cNvSpPr txBox="1"/>
          <p:nvPr/>
        </p:nvSpPr>
        <p:spPr>
          <a:xfrm>
            <a:off x="2882575" y="5053655"/>
            <a:ext cx="1840968" cy="692497"/>
          </a:xfrm>
          <a:prstGeom prst="rect">
            <a:avLst/>
          </a:prstGeom>
          <a:noFill/>
        </p:spPr>
        <p:txBody>
          <a:bodyPr wrap="square">
            <a:spAutoFit/>
          </a:bodyPr>
          <a:lstStyle/>
          <a:p>
            <a:pPr marL="285750" indent="-285750">
              <a:buFont typeface="Arial" panose="020B0604020202020204" pitchFamily="34" charset="0"/>
              <a:buChar char="•"/>
            </a:pPr>
            <a:r>
              <a:rPr lang="en-US" sz="1300"/>
              <a:t>Understand key drivers of historical performance</a:t>
            </a:r>
          </a:p>
        </p:txBody>
      </p:sp>
      <p:sp>
        <p:nvSpPr>
          <p:cNvPr id="42" name="TextBox 41">
            <a:extLst>
              <a:ext uri="{FF2B5EF4-FFF2-40B4-BE49-F238E27FC236}">
                <a16:creationId xmlns:a16="http://schemas.microsoft.com/office/drawing/2014/main" id="{2AB57EA0-DB22-4EC5-D1CF-63298AA05594}"/>
              </a:ext>
            </a:extLst>
          </p:cNvPr>
          <p:cNvSpPr txBox="1"/>
          <p:nvPr/>
        </p:nvSpPr>
        <p:spPr>
          <a:xfrm>
            <a:off x="778810" y="5134216"/>
            <a:ext cx="1683890" cy="692497"/>
          </a:xfrm>
          <a:prstGeom prst="rect">
            <a:avLst/>
          </a:prstGeom>
          <a:noFill/>
        </p:spPr>
        <p:txBody>
          <a:bodyPr wrap="square">
            <a:spAutoFit/>
          </a:bodyPr>
          <a:lstStyle/>
          <a:p>
            <a:pPr marL="285750" indent="-285750">
              <a:buFont typeface="Arial" panose="020B0604020202020204" pitchFamily="34" charset="0"/>
              <a:buChar char="•"/>
            </a:pPr>
            <a:r>
              <a:rPr lang="en-US" sz="1300"/>
              <a:t>Create data sets ready for EDA &amp; modeling</a:t>
            </a:r>
          </a:p>
        </p:txBody>
      </p:sp>
      <p:sp>
        <p:nvSpPr>
          <p:cNvPr id="43" name="TextBox 42">
            <a:extLst>
              <a:ext uri="{FF2B5EF4-FFF2-40B4-BE49-F238E27FC236}">
                <a16:creationId xmlns:a16="http://schemas.microsoft.com/office/drawing/2014/main" id="{39ED5C8D-5820-A16B-1EE7-50FB84095B99}"/>
              </a:ext>
            </a:extLst>
          </p:cNvPr>
          <p:cNvSpPr txBox="1"/>
          <p:nvPr/>
        </p:nvSpPr>
        <p:spPr>
          <a:xfrm>
            <a:off x="5124230" y="5134216"/>
            <a:ext cx="1840968" cy="892552"/>
          </a:xfrm>
          <a:prstGeom prst="rect">
            <a:avLst/>
          </a:prstGeom>
          <a:noFill/>
        </p:spPr>
        <p:txBody>
          <a:bodyPr wrap="square">
            <a:spAutoFit/>
          </a:bodyPr>
          <a:lstStyle/>
          <a:p>
            <a:pPr marL="285750" indent="-285750">
              <a:buFont typeface="Arial" panose="020B0604020202020204" pitchFamily="34" charset="0"/>
              <a:buChar char="•"/>
            </a:pPr>
            <a:r>
              <a:rPr lang="en-US" sz="1300"/>
              <a:t>Price Elasticities</a:t>
            </a:r>
          </a:p>
          <a:p>
            <a:pPr marL="285750" indent="-285750">
              <a:buFont typeface="Arial" panose="020B0604020202020204" pitchFamily="34" charset="0"/>
              <a:buChar char="•"/>
            </a:pPr>
            <a:endParaRPr lang="en-US" sz="1300"/>
          </a:p>
          <a:p>
            <a:pPr marL="285750" indent="-285750">
              <a:buFont typeface="Arial" panose="020B0604020202020204" pitchFamily="34" charset="0"/>
              <a:buChar char="•"/>
            </a:pPr>
            <a:r>
              <a:rPr lang="en-US" sz="1300"/>
              <a:t>Key insights from modeling phase</a:t>
            </a:r>
          </a:p>
        </p:txBody>
      </p:sp>
      <p:sp>
        <p:nvSpPr>
          <p:cNvPr id="44" name="TextBox 43">
            <a:extLst>
              <a:ext uri="{FF2B5EF4-FFF2-40B4-BE49-F238E27FC236}">
                <a16:creationId xmlns:a16="http://schemas.microsoft.com/office/drawing/2014/main" id="{32A79741-9369-5B69-10D2-E773F5748673}"/>
              </a:ext>
            </a:extLst>
          </p:cNvPr>
          <p:cNvSpPr txBox="1"/>
          <p:nvPr/>
        </p:nvSpPr>
        <p:spPr>
          <a:xfrm>
            <a:off x="7261157" y="5087302"/>
            <a:ext cx="1840968" cy="1092607"/>
          </a:xfrm>
          <a:prstGeom prst="rect">
            <a:avLst/>
          </a:prstGeom>
          <a:noFill/>
        </p:spPr>
        <p:txBody>
          <a:bodyPr wrap="square">
            <a:spAutoFit/>
          </a:bodyPr>
          <a:lstStyle/>
          <a:p>
            <a:pPr marL="285750" indent="-285750">
              <a:buFont typeface="Arial" panose="020B0604020202020204" pitchFamily="34" charset="0"/>
              <a:buChar char="•"/>
            </a:pPr>
            <a:r>
              <a:rPr lang="en-US" sz="1300"/>
              <a:t>Tool for simulation and optimization</a:t>
            </a:r>
          </a:p>
          <a:p>
            <a:pPr marL="285750" indent="-285750">
              <a:buFont typeface="Arial" panose="020B0604020202020204" pitchFamily="34" charset="0"/>
              <a:buChar char="•"/>
            </a:pPr>
            <a:endParaRPr lang="en-US" sz="1300"/>
          </a:p>
          <a:p>
            <a:pPr marL="285750" indent="-285750">
              <a:buFont typeface="Arial" panose="020B0604020202020204" pitchFamily="34" charset="0"/>
              <a:buChar char="•"/>
            </a:pPr>
            <a:r>
              <a:rPr lang="en-US" sz="1300"/>
              <a:t>Recommendations for price &amp; promos</a:t>
            </a:r>
          </a:p>
        </p:txBody>
      </p:sp>
      <p:sp>
        <p:nvSpPr>
          <p:cNvPr id="45" name="TextBox 44">
            <a:extLst>
              <a:ext uri="{FF2B5EF4-FFF2-40B4-BE49-F238E27FC236}">
                <a16:creationId xmlns:a16="http://schemas.microsoft.com/office/drawing/2014/main" id="{A2A5F7A4-7381-7134-5C91-D11513E7CCD8}"/>
              </a:ext>
            </a:extLst>
          </p:cNvPr>
          <p:cNvSpPr txBox="1"/>
          <p:nvPr/>
        </p:nvSpPr>
        <p:spPr>
          <a:xfrm>
            <a:off x="9468423" y="5134216"/>
            <a:ext cx="1840968" cy="892552"/>
          </a:xfrm>
          <a:prstGeom prst="rect">
            <a:avLst/>
          </a:prstGeom>
          <a:noFill/>
        </p:spPr>
        <p:txBody>
          <a:bodyPr wrap="square">
            <a:spAutoFit/>
          </a:bodyPr>
          <a:lstStyle/>
          <a:p>
            <a:pPr marL="285750" indent="-285750">
              <a:buFont typeface="Arial" panose="020B0604020202020204" pitchFamily="34" charset="0"/>
              <a:buChar char="•"/>
            </a:pPr>
            <a:r>
              <a:rPr lang="en-US" sz="1300"/>
              <a:t>Price and Promotion calendar for selected retailers and brands</a:t>
            </a:r>
          </a:p>
        </p:txBody>
      </p:sp>
    </p:spTree>
    <p:extLst>
      <p:ext uri="{BB962C8B-B14F-4D97-AF65-F5344CB8AC3E}">
        <p14:creationId xmlns:p14="http://schemas.microsoft.com/office/powerpoint/2010/main" val="2827738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5048F-3630-3015-E521-DC1C7F1D8924}"/>
            </a:ext>
          </a:extLst>
        </p:cNvPr>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14309FA3-F9DB-7F04-2F03-26BB8B8DE9F7}"/>
              </a:ext>
            </a:extLst>
          </p:cNvPr>
          <p:cNvCxnSpPr>
            <a:cxnSpLocks/>
          </p:cNvCxnSpPr>
          <p:nvPr/>
        </p:nvCxnSpPr>
        <p:spPr>
          <a:xfrm>
            <a:off x="2968715" y="5101250"/>
            <a:ext cx="1244404" cy="326959"/>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4CE8F2A-3649-B479-279D-1EF059E6E129}"/>
              </a:ext>
            </a:extLst>
          </p:cNvPr>
          <p:cNvSpPr txBox="1">
            <a:spLocks/>
          </p:cNvSpPr>
          <p:nvPr/>
        </p:nvSpPr>
        <p:spPr>
          <a:xfrm>
            <a:off x="337500" y="170519"/>
            <a:ext cx="11194857" cy="5331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r>
              <a:rPr lang="en-US" sz="2000">
                <a:latin typeface="Avenir Next"/>
              </a:rPr>
              <a:t>From Data to Decisions: Structuring the Foundation for Price &amp; Promo Modeling</a:t>
            </a:r>
            <a:endParaRPr lang="en-IN" sz="2000">
              <a:latin typeface="Avenir Next"/>
            </a:endParaRPr>
          </a:p>
        </p:txBody>
      </p:sp>
      <p:sp>
        <p:nvSpPr>
          <p:cNvPr id="13" name="TextBox 12">
            <a:extLst>
              <a:ext uri="{FF2B5EF4-FFF2-40B4-BE49-F238E27FC236}">
                <a16:creationId xmlns:a16="http://schemas.microsoft.com/office/drawing/2014/main" id="{F75AADDC-5414-999C-B95B-8678135C1260}"/>
              </a:ext>
            </a:extLst>
          </p:cNvPr>
          <p:cNvSpPr txBox="1"/>
          <p:nvPr/>
        </p:nvSpPr>
        <p:spPr>
          <a:xfrm>
            <a:off x="6161241" y="5292136"/>
            <a:ext cx="334981" cy="276999"/>
          </a:xfrm>
          <a:prstGeom prst="rect">
            <a:avLst/>
          </a:prstGeom>
          <a:noFill/>
        </p:spPr>
        <p:txBody>
          <a:bodyPr wrap="square" rtlCol="0" anchor="b" anchorCtr="0">
            <a:spAutoFit/>
          </a:bodyPr>
          <a:lstStyle/>
          <a:p>
            <a:pPr algn="ctr"/>
            <a:r>
              <a:rPr lang="en-US" sz="1200" b="1">
                <a:solidFill>
                  <a:schemeClr val="bg1"/>
                </a:solidFill>
                <a:ea typeface="League Spartan" charset="0"/>
                <a:cs typeface="Poppins" pitchFamily="2" charset="77"/>
              </a:rPr>
              <a:t>SE</a:t>
            </a:r>
          </a:p>
        </p:txBody>
      </p:sp>
      <p:sp>
        <p:nvSpPr>
          <p:cNvPr id="14" name="TextBox 13">
            <a:extLst>
              <a:ext uri="{FF2B5EF4-FFF2-40B4-BE49-F238E27FC236}">
                <a16:creationId xmlns:a16="http://schemas.microsoft.com/office/drawing/2014/main" id="{FC4631AF-F6B5-58AC-CECE-8A994BBFF818}"/>
              </a:ext>
            </a:extLst>
          </p:cNvPr>
          <p:cNvSpPr txBox="1"/>
          <p:nvPr/>
        </p:nvSpPr>
        <p:spPr>
          <a:xfrm>
            <a:off x="9676979" y="5292136"/>
            <a:ext cx="334981" cy="276999"/>
          </a:xfrm>
          <a:prstGeom prst="rect">
            <a:avLst/>
          </a:prstGeom>
          <a:noFill/>
        </p:spPr>
        <p:txBody>
          <a:bodyPr wrap="square" rtlCol="0" anchor="b" anchorCtr="0">
            <a:spAutoFit/>
          </a:bodyPr>
          <a:lstStyle/>
          <a:p>
            <a:pPr algn="ctr"/>
            <a:r>
              <a:rPr lang="en-US" sz="1200" b="1">
                <a:solidFill>
                  <a:schemeClr val="bg1"/>
                </a:solidFill>
                <a:ea typeface="League Spartan" charset="0"/>
                <a:cs typeface="Poppins" pitchFamily="2" charset="77"/>
              </a:rPr>
              <a:t>E</a:t>
            </a:r>
          </a:p>
        </p:txBody>
      </p:sp>
      <p:grpSp>
        <p:nvGrpSpPr>
          <p:cNvPr id="56" name="Group 55">
            <a:extLst>
              <a:ext uri="{FF2B5EF4-FFF2-40B4-BE49-F238E27FC236}">
                <a16:creationId xmlns:a16="http://schemas.microsoft.com/office/drawing/2014/main" id="{7A0C0E9F-D4C9-2E3E-8D89-1C5CE45742B6}"/>
              </a:ext>
            </a:extLst>
          </p:cNvPr>
          <p:cNvGrpSpPr/>
          <p:nvPr/>
        </p:nvGrpSpPr>
        <p:grpSpPr>
          <a:xfrm>
            <a:off x="2482242" y="4668773"/>
            <a:ext cx="596984" cy="530722"/>
            <a:chOff x="2607972" y="4668773"/>
            <a:chExt cx="596984" cy="530722"/>
          </a:xfrm>
        </p:grpSpPr>
        <p:sp>
          <p:nvSpPr>
            <p:cNvPr id="7" name="Oval 6">
              <a:extLst>
                <a:ext uri="{FF2B5EF4-FFF2-40B4-BE49-F238E27FC236}">
                  <a16:creationId xmlns:a16="http://schemas.microsoft.com/office/drawing/2014/main" id="{118DA026-C2AA-B1B5-42F4-F11C53313AB5}"/>
                </a:ext>
              </a:extLst>
            </p:cNvPr>
            <p:cNvSpPr/>
            <p:nvPr/>
          </p:nvSpPr>
          <p:spPr>
            <a:xfrm>
              <a:off x="2607972" y="4668773"/>
              <a:ext cx="596984" cy="530722"/>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5" name="TextBox 14">
              <a:extLst>
                <a:ext uri="{FF2B5EF4-FFF2-40B4-BE49-F238E27FC236}">
                  <a16:creationId xmlns:a16="http://schemas.microsoft.com/office/drawing/2014/main" id="{5B6AE028-5705-D82A-17A3-B96A525F9EFA}"/>
                </a:ext>
              </a:extLst>
            </p:cNvPr>
            <p:cNvSpPr txBox="1"/>
            <p:nvPr/>
          </p:nvSpPr>
          <p:spPr>
            <a:xfrm>
              <a:off x="2809982" y="4734079"/>
              <a:ext cx="187719" cy="400110"/>
            </a:xfrm>
            <a:prstGeom prst="rect">
              <a:avLst/>
            </a:prstGeom>
            <a:noFill/>
          </p:spPr>
          <p:txBody>
            <a:bodyPr wrap="square" rtlCol="0" anchor="ctr">
              <a:spAutoFit/>
            </a:bodyPr>
            <a:lstStyle/>
            <a:p>
              <a:pPr algn="ctr"/>
              <a:r>
                <a:rPr lang="en-US" sz="2000" b="1">
                  <a:solidFill>
                    <a:schemeClr val="bg1"/>
                  </a:solidFill>
                  <a:cs typeface="Poppins" pitchFamily="2" charset="77"/>
                </a:rPr>
                <a:t>1</a:t>
              </a:r>
            </a:p>
          </p:txBody>
        </p:sp>
      </p:grpSp>
      <p:sp>
        <p:nvSpPr>
          <p:cNvPr id="20" name="TextBox 19">
            <a:extLst>
              <a:ext uri="{FF2B5EF4-FFF2-40B4-BE49-F238E27FC236}">
                <a16:creationId xmlns:a16="http://schemas.microsoft.com/office/drawing/2014/main" id="{7C01B904-7C1E-F36B-58DB-1A53529B9992}"/>
              </a:ext>
            </a:extLst>
          </p:cNvPr>
          <p:cNvSpPr txBox="1"/>
          <p:nvPr/>
        </p:nvSpPr>
        <p:spPr>
          <a:xfrm>
            <a:off x="11651205" y="5388395"/>
            <a:ext cx="187719" cy="553998"/>
          </a:xfrm>
          <a:prstGeom prst="rect">
            <a:avLst/>
          </a:prstGeom>
          <a:noFill/>
        </p:spPr>
        <p:txBody>
          <a:bodyPr wrap="square" rtlCol="0" anchor="ctr">
            <a:spAutoFit/>
          </a:bodyPr>
          <a:lstStyle/>
          <a:p>
            <a:pPr algn="ctr"/>
            <a:r>
              <a:rPr lang="en-US" sz="3000" b="1">
                <a:solidFill>
                  <a:schemeClr val="bg1"/>
                </a:solidFill>
                <a:cs typeface="Poppins" pitchFamily="2" charset="77"/>
              </a:rPr>
              <a:t>6</a:t>
            </a:r>
          </a:p>
        </p:txBody>
      </p:sp>
      <p:cxnSp>
        <p:nvCxnSpPr>
          <p:cNvPr id="22" name="Straight Connector 21">
            <a:extLst>
              <a:ext uri="{FF2B5EF4-FFF2-40B4-BE49-F238E27FC236}">
                <a16:creationId xmlns:a16="http://schemas.microsoft.com/office/drawing/2014/main" id="{FEA05F73-B95B-8332-4C2E-377AD257FA90}"/>
              </a:ext>
            </a:extLst>
          </p:cNvPr>
          <p:cNvCxnSpPr>
            <a:cxnSpLocks/>
          </p:cNvCxnSpPr>
          <p:nvPr/>
        </p:nvCxnSpPr>
        <p:spPr>
          <a:xfrm>
            <a:off x="6484453" y="5101250"/>
            <a:ext cx="1244404" cy="326959"/>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842BA14-0F28-3368-5F7C-C274C0440941}"/>
              </a:ext>
            </a:extLst>
          </p:cNvPr>
          <p:cNvCxnSpPr>
            <a:cxnSpLocks/>
          </p:cNvCxnSpPr>
          <p:nvPr/>
        </p:nvCxnSpPr>
        <p:spPr>
          <a:xfrm flipV="1">
            <a:off x="4746715" y="5101250"/>
            <a:ext cx="1204142" cy="326959"/>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6C342D3-C593-8A9C-E239-3E1D0EDDD978}"/>
              </a:ext>
            </a:extLst>
          </p:cNvPr>
          <p:cNvCxnSpPr>
            <a:cxnSpLocks/>
          </p:cNvCxnSpPr>
          <p:nvPr/>
        </p:nvCxnSpPr>
        <p:spPr>
          <a:xfrm flipV="1">
            <a:off x="8262453" y="4978668"/>
            <a:ext cx="1133893" cy="449541"/>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535A43E-7CE9-7260-D2AE-141C13AB025F}"/>
              </a:ext>
            </a:extLst>
          </p:cNvPr>
          <p:cNvSpPr txBox="1"/>
          <p:nvPr/>
        </p:nvSpPr>
        <p:spPr>
          <a:xfrm>
            <a:off x="9929942" y="4449800"/>
            <a:ext cx="2195341" cy="1831271"/>
          </a:xfrm>
          <a:prstGeom prst="rect">
            <a:avLst/>
          </a:prstGeom>
          <a:noFill/>
        </p:spPr>
        <p:txBody>
          <a:bodyPr wrap="square" lIns="91440" tIns="45720" rIns="91440" bIns="45720" rtlCol="0" anchor="b" anchorCtr="0">
            <a:spAutoFit/>
          </a:bodyPr>
          <a:lstStyle/>
          <a:p>
            <a:pPr algn="ctr"/>
            <a:r>
              <a:rPr lang="en-US" sz="1200" b="1">
                <a:solidFill>
                  <a:schemeClr val="tx2"/>
                </a:solidFill>
                <a:ea typeface="League Spartan" charset="0"/>
                <a:cs typeface="Poppins"/>
              </a:rPr>
              <a:t>DATA STORAGE &amp; </a:t>
            </a:r>
            <a:r>
              <a:rPr lang="en-US" sz="1200" b="1">
                <a:solidFill>
                  <a:schemeClr val="tx2"/>
                </a:solidFill>
                <a:ea typeface="Calibri"/>
                <a:cs typeface="Calibri"/>
              </a:rPr>
              <a:t>ACCESSIBILITY</a:t>
            </a:r>
            <a:br>
              <a:rPr lang="en-US" sz="1200" b="1">
                <a:solidFill>
                  <a:schemeClr val="tx2"/>
                </a:solidFill>
                <a:ea typeface="Calibri"/>
                <a:cs typeface="Calibri"/>
              </a:rPr>
            </a:br>
            <a:endParaRPr lang="en-US" sz="1200" b="1">
              <a:solidFill>
                <a:schemeClr val="tx2"/>
              </a:solidFill>
              <a:ea typeface="League Spartan" charset="0"/>
              <a:cs typeface="Poppins" pitchFamily="2" charset="77"/>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a:ln>
                  <a:noFill/>
                </a:ln>
                <a:solidFill>
                  <a:schemeClr val="tx1"/>
                </a:solidFill>
                <a:effectLst/>
              </a:rPr>
              <a:t>Store in a structured format (data lake, warehouse, or modeling layer)</a:t>
            </a:r>
          </a:p>
          <a:p>
            <a:pPr marR="0" lvl="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a:ln>
                <a:noFill/>
              </a:ln>
              <a:solidFill>
                <a:schemeClr val="tx1"/>
              </a:solidFill>
              <a:effectLst/>
            </a:endParaRPr>
          </a:p>
          <a:p>
            <a:pPr marL="171450" indent="-171450">
              <a:spcBef>
                <a:spcPct val="0"/>
              </a:spcBef>
              <a:spcAft>
                <a:spcPct val="0"/>
              </a:spcAft>
              <a:buFont typeface="Arial" panose="020B0604020202020204" pitchFamily="34" charset="0"/>
              <a:buChar char="•"/>
            </a:pPr>
            <a:r>
              <a:rPr lang="en-US" sz="1100">
                <a:ea typeface="Calibri"/>
                <a:cs typeface="Calibri"/>
              </a:rPr>
              <a:t>Ensure accessibility for downstream tools (TPO, simulation engines, dashboards)</a:t>
            </a:r>
          </a:p>
        </p:txBody>
      </p:sp>
      <p:sp>
        <p:nvSpPr>
          <p:cNvPr id="26" name="TextBox 25">
            <a:extLst>
              <a:ext uri="{FF2B5EF4-FFF2-40B4-BE49-F238E27FC236}">
                <a16:creationId xmlns:a16="http://schemas.microsoft.com/office/drawing/2014/main" id="{CDAAA9E2-2BB6-D540-A0A6-80105B92C81F}"/>
              </a:ext>
            </a:extLst>
          </p:cNvPr>
          <p:cNvSpPr txBox="1"/>
          <p:nvPr/>
        </p:nvSpPr>
        <p:spPr>
          <a:xfrm>
            <a:off x="5028298" y="5196690"/>
            <a:ext cx="2330113" cy="1461939"/>
          </a:xfrm>
          <a:prstGeom prst="rect">
            <a:avLst/>
          </a:prstGeom>
          <a:noFill/>
        </p:spPr>
        <p:txBody>
          <a:bodyPr wrap="square" rtlCol="0" anchor="b" anchorCtr="0">
            <a:spAutoFit/>
          </a:bodyPr>
          <a:lstStyle/>
          <a:p>
            <a:pPr algn="ctr"/>
            <a:r>
              <a:rPr lang="en-US" sz="1200" b="1">
                <a:solidFill>
                  <a:schemeClr val="tx2"/>
                </a:solidFill>
                <a:ea typeface="League Spartan" charset="0"/>
                <a:cs typeface="Poppins" pitchFamily="2" charset="77"/>
              </a:rPr>
              <a:t>DATA VALIDATION</a:t>
            </a:r>
            <a:br>
              <a:rPr lang="en-US" sz="1200" b="1">
                <a:solidFill>
                  <a:schemeClr val="tx2"/>
                </a:solidFill>
                <a:ea typeface="League Spartan" charset="0"/>
                <a:cs typeface="Poppins" pitchFamily="2" charset="77"/>
              </a:rPr>
            </a:br>
            <a:endParaRPr lang="en-US" sz="1100" b="1">
              <a:solidFill>
                <a:schemeClr val="tx2"/>
              </a:solidFill>
              <a:ea typeface="League Spartan" charset="0"/>
              <a:cs typeface="Poppins" pitchFamily="2" charset="77"/>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a:ln>
                  <a:noFill/>
                </a:ln>
                <a:solidFill>
                  <a:schemeClr val="tx1"/>
                </a:solidFill>
                <a:effectLst/>
              </a:rPr>
              <a:t>Benchmark key fields (price, volume, promo) against business baselines</a:t>
            </a:r>
            <a:br>
              <a:rPr kumimoji="0" lang="en-US" altLang="en-US" sz="1100" b="0" i="0" u="none" strike="noStrike" cap="none" normalizeH="0" baseline="0">
                <a:ln>
                  <a:noFill/>
                </a:ln>
                <a:solidFill>
                  <a:schemeClr val="tx1"/>
                </a:solidFill>
                <a:effectLst/>
              </a:rPr>
            </a:br>
            <a:endParaRPr kumimoji="0" lang="en-US" altLang="en-US" sz="1100" b="0" i="0" u="none" strike="noStrike" cap="none" normalizeH="0" baseline="0">
              <a:ln>
                <a:noFill/>
              </a:ln>
              <a:solidFill>
                <a:schemeClr val="tx1"/>
              </a:solidFill>
              <a:effectLst/>
            </a:endParaRPr>
          </a:p>
          <a:p>
            <a:pPr marL="171450" indent="-171450" eaLnBrk="0" fontAlgn="base" hangingPunct="0">
              <a:spcBef>
                <a:spcPct val="0"/>
              </a:spcBef>
              <a:spcAft>
                <a:spcPct val="0"/>
              </a:spcAft>
              <a:buFont typeface="Arial" panose="020B0604020202020204" pitchFamily="34" charset="0"/>
              <a:buChar char="•"/>
            </a:pPr>
            <a:r>
              <a:rPr kumimoji="0" lang="en-US" altLang="en-US" sz="1100" b="0" i="0" u="none" strike="noStrike" cap="none" normalizeH="0" baseline="0">
                <a:ln>
                  <a:noFill/>
                </a:ln>
                <a:solidFill>
                  <a:schemeClr val="tx1"/>
                </a:solidFill>
                <a:effectLst/>
              </a:rPr>
              <a:t>Flag  anomalies that may impact model integrity</a:t>
            </a:r>
            <a:endParaRPr lang="en-US" sz="1100" b="1">
              <a:solidFill>
                <a:schemeClr val="tx2"/>
              </a:solidFill>
              <a:ea typeface="League Spartan" charset="0"/>
              <a:cs typeface="Poppins" pitchFamily="2" charset="77"/>
            </a:endParaRPr>
          </a:p>
        </p:txBody>
      </p:sp>
      <p:sp>
        <p:nvSpPr>
          <p:cNvPr id="27" name="TextBox 26">
            <a:extLst>
              <a:ext uri="{FF2B5EF4-FFF2-40B4-BE49-F238E27FC236}">
                <a16:creationId xmlns:a16="http://schemas.microsoft.com/office/drawing/2014/main" id="{6344483C-45A7-67DC-1145-75315AD65C8D}"/>
              </a:ext>
            </a:extLst>
          </p:cNvPr>
          <p:cNvSpPr txBox="1"/>
          <p:nvPr/>
        </p:nvSpPr>
        <p:spPr>
          <a:xfrm>
            <a:off x="226737" y="4441053"/>
            <a:ext cx="2325907" cy="1477328"/>
          </a:xfrm>
          <a:prstGeom prst="rect">
            <a:avLst/>
          </a:prstGeom>
          <a:noFill/>
        </p:spPr>
        <p:txBody>
          <a:bodyPr wrap="square" rtlCol="0" anchor="b" anchorCtr="0">
            <a:spAutoFit/>
          </a:bodyPr>
          <a:lstStyle/>
          <a:p>
            <a:pPr algn="ctr"/>
            <a:r>
              <a:rPr lang="en-US" sz="1200" b="1">
                <a:solidFill>
                  <a:schemeClr val="tx2"/>
                </a:solidFill>
                <a:ea typeface="League Spartan" charset="0"/>
                <a:cs typeface="Poppins" pitchFamily="2" charset="77"/>
              </a:rPr>
              <a:t>DATA INTEGRATION</a:t>
            </a:r>
            <a:br>
              <a:rPr lang="en-US" sz="1200" b="1">
                <a:solidFill>
                  <a:schemeClr val="tx2"/>
                </a:solidFill>
                <a:ea typeface="League Spartan" charset="0"/>
                <a:cs typeface="Poppins" pitchFamily="2" charset="77"/>
              </a:rPr>
            </a:br>
            <a:endParaRPr lang="en-US" sz="1200" b="1">
              <a:solidFill>
                <a:schemeClr val="tx2"/>
              </a:solidFill>
              <a:ea typeface="League Spartan" charset="0"/>
              <a:cs typeface="Poppins" pitchFamily="2" charset="77"/>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a:ln>
                  <a:noFill/>
                </a:ln>
                <a:solidFill>
                  <a:schemeClr val="tx1"/>
                </a:solidFill>
                <a:effectLst/>
              </a:rPr>
              <a:t>Collect data from POS, Panel, and Internal systems (e.g., TPM, Finance)</a:t>
            </a:r>
          </a:p>
          <a:p>
            <a:pPr marR="0" lvl="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a:ln>
                  <a:noFill/>
                </a:ln>
                <a:solidFill>
                  <a:schemeClr val="tx1"/>
                </a:solidFill>
                <a:effectLst/>
              </a:rPr>
              <a:t>Consolidate across brands, retailers, markets, and timeframes</a:t>
            </a:r>
          </a:p>
        </p:txBody>
      </p:sp>
      <p:sp>
        <p:nvSpPr>
          <p:cNvPr id="28" name="TextBox 27">
            <a:extLst>
              <a:ext uri="{FF2B5EF4-FFF2-40B4-BE49-F238E27FC236}">
                <a16:creationId xmlns:a16="http://schemas.microsoft.com/office/drawing/2014/main" id="{71DCE520-F59C-8F75-9BFA-25CACF5AB752}"/>
              </a:ext>
            </a:extLst>
          </p:cNvPr>
          <p:cNvSpPr txBox="1"/>
          <p:nvPr/>
        </p:nvSpPr>
        <p:spPr>
          <a:xfrm>
            <a:off x="6716750" y="3841981"/>
            <a:ext cx="2451650" cy="1292662"/>
          </a:xfrm>
          <a:prstGeom prst="rect">
            <a:avLst/>
          </a:prstGeom>
          <a:noFill/>
        </p:spPr>
        <p:txBody>
          <a:bodyPr wrap="square" rtlCol="0" anchor="b" anchorCtr="0">
            <a:spAutoFit/>
          </a:bodyPr>
          <a:lstStyle/>
          <a:p>
            <a:pPr algn="ctr"/>
            <a:r>
              <a:rPr lang="en-US" sz="1200" b="1">
                <a:solidFill>
                  <a:schemeClr val="tx2"/>
                </a:solidFill>
                <a:ea typeface="League Spartan" charset="0"/>
                <a:cs typeface="Poppins" pitchFamily="2" charset="77"/>
              </a:rPr>
              <a:t>DATASET STRUCTURING</a:t>
            </a:r>
            <a:br>
              <a:rPr lang="en-US" sz="1200" b="1">
                <a:solidFill>
                  <a:schemeClr val="tx2"/>
                </a:solidFill>
                <a:ea typeface="League Spartan" charset="0"/>
                <a:cs typeface="Poppins" pitchFamily="2" charset="77"/>
              </a:rPr>
            </a:br>
            <a:endParaRPr lang="en-US" sz="1100" b="1">
              <a:solidFill>
                <a:schemeClr val="tx2"/>
              </a:solidFill>
              <a:ea typeface="League Spartan" charset="0"/>
              <a:cs typeface="Poppins" pitchFamily="2" charset="77"/>
            </a:endParaRPr>
          </a:p>
          <a:p>
            <a:pPr marL="171450" indent="-171450" eaLnBrk="0" fontAlgn="base" hangingPunct="0">
              <a:spcBef>
                <a:spcPct val="0"/>
              </a:spcBef>
              <a:spcAft>
                <a:spcPct val="0"/>
              </a:spcAft>
              <a:buFont typeface="Arial" panose="020B0604020202020204" pitchFamily="34" charset="0"/>
              <a:buChar char="•"/>
            </a:pPr>
            <a:r>
              <a:rPr lang="en-US" altLang="en-US" sz="1100"/>
              <a:t>Finalize schema for brand × week × channel x region level</a:t>
            </a:r>
            <a:br>
              <a:rPr lang="en-US" altLang="en-US" sz="1100"/>
            </a:br>
            <a:endParaRPr lang="en-US" altLang="en-US" sz="1100" b="1"/>
          </a:p>
          <a:p>
            <a:pPr marL="171450" indent="-171450" eaLnBrk="0" fontAlgn="base" hangingPunct="0">
              <a:spcBef>
                <a:spcPct val="0"/>
              </a:spcBef>
              <a:spcAft>
                <a:spcPct val="0"/>
              </a:spcAft>
              <a:buFont typeface="Arial" panose="020B0604020202020204" pitchFamily="34" charset="0"/>
              <a:buChar char="•"/>
            </a:pPr>
            <a:r>
              <a:rPr lang="en-US" altLang="en-US" sz="1100"/>
              <a:t>Ensure model-critical fields: base price, promo price, segment tags</a:t>
            </a:r>
          </a:p>
        </p:txBody>
      </p:sp>
      <p:sp>
        <p:nvSpPr>
          <p:cNvPr id="29" name="TextBox 28">
            <a:extLst>
              <a:ext uri="{FF2B5EF4-FFF2-40B4-BE49-F238E27FC236}">
                <a16:creationId xmlns:a16="http://schemas.microsoft.com/office/drawing/2014/main" id="{A9F5F117-16DD-D3F9-420F-79C4786D8FAE}"/>
              </a:ext>
            </a:extLst>
          </p:cNvPr>
          <p:cNvSpPr txBox="1"/>
          <p:nvPr/>
        </p:nvSpPr>
        <p:spPr>
          <a:xfrm>
            <a:off x="3393498" y="3818848"/>
            <a:ext cx="2525189" cy="1308050"/>
          </a:xfrm>
          <a:prstGeom prst="rect">
            <a:avLst/>
          </a:prstGeom>
          <a:noFill/>
        </p:spPr>
        <p:txBody>
          <a:bodyPr wrap="square" rtlCol="0" anchor="b" anchorCtr="0">
            <a:spAutoFit/>
          </a:bodyPr>
          <a:lstStyle/>
          <a:p>
            <a:pPr algn="ctr"/>
            <a:r>
              <a:rPr lang="en-US" sz="1200" b="1">
                <a:solidFill>
                  <a:schemeClr val="tx2"/>
                </a:solidFill>
                <a:ea typeface="League Spartan" charset="0"/>
                <a:cs typeface="Poppins" pitchFamily="2" charset="77"/>
              </a:rPr>
              <a:t>DATA CLEANING &amp; ENRICHMENT</a:t>
            </a:r>
            <a:br>
              <a:rPr lang="en-US" sz="1200" b="1">
                <a:solidFill>
                  <a:schemeClr val="tx2"/>
                </a:solidFill>
                <a:ea typeface="League Spartan" charset="0"/>
                <a:cs typeface="Poppins" pitchFamily="2" charset="77"/>
              </a:rPr>
            </a:br>
            <a:endParaRPr lang="en-US" sz="1200" b="1">
              <a:solidFill>
                <a:schemeClr val="tx2"/>
              </a:solidFill>
              <a:ea typeface="League Spartan" charset="0"/>
              <a:cs typeface="Poppins" pitchFamily="2" charset="77"/>
            </a:endParaRPr>
          </a:p>
          <a:p>
            <a:pPr marL="171450" indent="-171450" eaLnBrk="0" fontAlgn="base" hangingPunct="0">
              <a:spcBef>
                <a:spcPct val="0"/>
              </a:spcBef>
              <a:spcAft>
                <a:spcPct val="0"/>
              </a:spcAft>
              <a:buFont typeface="Arial" panose="020B0604020202020204" pitchFamily="34" charset="0"/>
              <a:buChar char="•"/>
            </a:pPr>
            <a:r>
              <a:rPr kumimoji="0" lang="en-US" altLang="en-US" sz="1100" b="0" i="0" u="none" strike="noStrike" cap="none" normalizeH="0" baseline="0">
                <a:ln>
                  <a:noFill/>
                </a:ln>
                <a:solidFill>
                  <a:schemeClr val="tx1"/>
                </a:solidFill>
                <a:effectLst/>
              </a:rPr>
              <a:t>Clean up the data collected from </a:t>
            </a:r>
            <a:r>
              <a:rPr lang="en-US" altLang="en-US" sz="1100"/>
              <a:t>internal and external sources</a:t>
            </a:r>
            <a:br>
              <a:rPr lang="en-US" altLang="en-US" sz="1100"/>
            </a:br>
            <a:endParaRPr lang="en-US" altLang="en-US" sz="1100"/>
          </a:p>
          <a:p>
            <a:pPr marL="171450" indent="-171450" eaLnBrk="0" fontAlgn="base" hangingPunct="0">
              <a:spcBef>
                <a:spcPct val="0"/>
              </a:spcBef>
              <a:spcAft>
                <a:spcPct val="0"/>
              </a:spcAft>
              <a:buFont typeface="Arial" panose="020B0604020202020204" pitchFamily="34" charset="0"/>
              <a:buChar char="•"/>
            </a:pPr>
            <a:r>
              <a:rPr lang="en-US" altLang="en-US" sz="1100"/>
              <a:t>Harmonize hierarchies: Brand, SKU, Pack Size, Retailer, and Region</a:t>
            </a:r>
            <a:endParaRPr lang="en-US" sz="1400" b="1">
              <a:solidFill>
                <a:schemeClr val="tx2"/>
              </a:solidFill>
              <a:ea typeface="League Spartan" charset="0"/>
              <a:cs typeface="Poppins" pitchFamily="2" charset="77"/>
            </a:endParaRPr>
          </a:p>
        </p:txBody>
      </p:sp>
      <p:cxnSp>
        <p:nvCxnSpPr>
          <p:cNvPr id="30" name="Straight Connector 29">
            <a:extLst>
              <a:ext uri="{FF2B5EF4-FFF2-40B4-BE49-F238E27FC236}">
                <a16:creationId xmlns:a16="http://schemas.microsoft.com/office/drawing/2014/main" id="{8D4C94AC-C77A-2D24-58BF-56444B3D7481}"/>
              </a:ext>
            </a:extLst>
          </p:cNvPr>
          <p:cNvCxnSpPr/>
          <p:nvPr/>
        </p:nvCxnSpPr>
        <p:spPr>
          <a:xfrm>
            <a:off x="180898" y="3532977"/>
            <a:ext cx="11889550" cy="0"/>
          </a:xfrm>
          <a:prstGeom prst="line">
            <a:avLst/>
          </a:prstGeom>
          <a:ln w="19050">
            <a:solidFill>
              <a:schemeClr val="accent2"/>
            </a:solidFill>
            <a:prstDash val="sysDash"/>
          </a:ln>
        </p:spPr>
        <p:style>
          <a:lnRef idx="1">
            <a:schemeClr val="dk1"/>
          </a:lnRef>
          <a:fillRef idx="0">
            <a:schemeClr val="dk1"/>
          </a:fillRef>
          <a:effectRef idx="0">
            <a:schemeClr val="dk1"/>
          </a:effectRef>
          <a:fontRef idx="minor">
            <a:schemeClr val="tx1"/>
          </a:fontRef>
        </p:style>
      </p:cxnSp>
      <p:sp>
        <p:nvSpPr>
          <p:cNvPr id="31" name="Rectangle: Rounded Corners 30">
            <a:extLst>
              <a:ext uri="{FF2B5EF4-FFF2-40B4-BE49-F238E27FC236}">
                <a16:creationId xmlns:a16="http://schemas.microsoft.com/office/drawing/2014/main" id="{81EBB2AD-9181-DA0D-8471-B8475EF3DEA1}"/>
              </a:ext>
            </a:extLst>
          </p:cNvPr>
          <p:cNvSpPr/>
          <p:nvPr/>
        </p:nvSpPr>
        <p:spPr>
          <a:xfrm>
            <a:off x="233307" y="3782810"/>
            <a:ext cx="2525188" cy="353040"/>
          </a:xfrm>
          <a:prstGeom prst="roundRect">
            <a:avLst/>
          </a:prstGeom>
          <a:solidFill>
            <a:srgbClr val="CF852D"/>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Data Preparation Process</a:t>
            </a:r>
          </a:p>
        </p:txBody>
      </p:sp>
      <p:cxnSp>
        <p:nvCxnSpPr>
          <p:cNvPr id="32" name="Straight Connector 31">
            <a:extLst>
              <a:ext uri="{FF2B5EF4-FFF2-40B4-BE49-F238E27FC236}">
                <a16:creationId xmlns:a16="http://schemas.microsoft.com/office/drawing/2014/main" id="{DC65D760-E9A0-96E5-3F94-65325CE141BC}"/>
              </a:ext>
            </a:extLst>
          </p:cNvPr>
          <p:cNvCxnSpPr>
            <a:cxnSpLocks/>
          </p:cNvCxnSpPr>
          <p:nvPr/>
        </p:nvCxnSpPr>
        <p:spPr>
          <a:xfrm>
            <a:off x="7052680" y="693173"/>
            <a:ext cx="0" cy="2816944"/>
          </a:xfrm>
          <a:prstGeom prst="line">
            <a:avLst/>
          </a:prstGeom>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0D697445-8900-5928-E9F2-0F27A427276C}"/>
              </a:ext>
            </a:extLst>
          </p:cNvPr>
          <p:cNvGrpSpPr/>
          <p:nvPr/>
        </p:nvGrpSpPr>
        <p:grpSpPr>
          <a:xfrm>
            <a:off x="346732" y="1345493"/>
            <a:ext cx="1608787" cy="533193"/>
            <a:chOff x="496197" y="1366598"/>
            <a:chExt cx="1608787" cy="624196"/>
          </a:xfrm>
          <a:solidFill>
            <a:srgbClr val="FFC000"/>
          </a:solidFill>
        </p:grpSpPr>
        <p:sp>
          <p:nvSpPr>
            <p:cNvPr id="33" name="Chevron 3">
              <a:extLst>
                <a:ext uri="{FF2B5EF4-FFF2-40B4-BE49-F238E27FC236}">
                  <a16:creationId xmlns:a16="http://schemas.microsoft.com/office/drawing/2014/main" id="{7E19D4CA-02E5-86EF-ED86-8AA1B6D18BD4}"/>
                </a:ext>
              </a:extLst>
            </p:cNvPr>
            <p:cNvSpPr/>
            <p:nvPr/>
          </p:nvSpPr>
          <p:spPr>
            <a:xfrm>
              <a:off x="496197" y="1366598"/>
              <a:ext cx="1608787" cy="62419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7" name="TextBox 36">
              <a:extLst>
                <a:ext uri="{FF2B5EF4-FFF2-40B4-BE49-F238E27FC236}">
                  <a16:creationId xmlns:a16="http://schemas.microsoft.com/office/drawing/2014/main" id="{60D75C4C-C342-2120-0EBB-9D4128F05A0F}"/>
                </a:ext>
              </a:extLst>
            </p:cNvPr>
            <p:cNvSpPr txBox="1"/>
            <p:nvPr/>
          </p:nvSpPr>
          <p:spPr>
            <a:xfrm>
              <a:off x="531877" y="1417892"/>
              <a:ext cx="1537600" cy="540460"/>
            </a:xfrm>
            <a:prstGeom prst="rect">
              <a:avLst/>
            </a:prstGeom>
            <a:grpFill/>
          </p:spPr>
          <p:txBody>
            <a:bodyPr wrap="square" rtlCol="0">
              <a:spAutoFit/>
            </a:bodyPr>
            <a:lstStyle/>
            <a:p>
              <a:pPr algn="ctr"/>
              <a:r>
                <a:rPr lang="en-US" sz="1200" b="1">
                  <a:solidFill>
                    <a:schemeClr val="bg1"/>
                  </a:solidFill>
                </a:rPr>
                <a:t>Internal</a:t>
              </a:r>
            </a:p>
            <a:p>
              <a:pPr algn="ctr"/>
              <a:r>
                <a:rPr lang="en-US" sz="1200" b="1">
                  <a:solidFill>
                    <a:schemeClr val="bg1"/>
                  </a:solidFill>
                </a:rPr>
                <a:t>Mondelez Sources</a:t>
              </a:r>
              <a:endParaRPr lang="en-IN" sz="1200" b="1">
                <a:solidFill>
                  <a:schemeClr val="bg1"/>
                </a:solidFill>
              </a:endParaRPr>
            </a:p>
          </p:txBody>
        </p:sp>
      </p:grpSp>
      <p:grpSp>
        <p:nvGrpSpPr>
          <p:cNvPr id="72" name="Group 71">
            <a:extLst>
              <a:ext uri="{FF2B5EF4-FFF2-40B4-BE49-F238E27FC236}">
                <a16:creationId xmlns:a16="http://schemas.microsoft.com/office/drawing/2014/main" id="{1FB2CB40-78BC-4502-5C7A-59690536ABB6}"/>
              </a:ext>
            </a:extLst>
          </p:cNvPr>
          <p:cNvGrpSpPr/>
          <p:nvPr/>
        </p:nvGrpSpPr>
        <p:grpSpPr>
          <a:xfrm>
            <a:off x="1975379" y="1347548"/>
            <a:ext cx="1605801" cy="531137"/>
            <a:chOff x="1975379" y="1347548"/>
            <a:chExt cx="1608786" cy="617157"/>
          </a:xfrm>
          <a:solidFill>
            <a:srgbClr val="FFC000"/>
          </a:solidFill>
        </p:grpSpPr>
        <p:sp>
          <p:nvSpPr>
            <p:cNvPr id="34" name="Chevron 3">
              <a:extLst>
                <a:ext uri="{FF2B5EF4-FFF2-40B4-BE49-F238E27FC236}">
                  <a16:creationId xmlns:a16="http://schemas.microsoft.com/office/drawing/2014/main" id="{A92BFBFB-1FD0-12FC-3156-8C14F98DFE89}"/>
                </a:ext>
              </a:extLst>
            </p:cNvPr>
            <p:cNvSpPr/>
            <p:nvPr/>
          </p:nvSpPr>
          <p:spPr>
            <a:xfrm>
              <a:off x="1975379" y="1347548"/>
              <a:ext cx="1608786" cy="61715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8" name="TextBox 37">
              <a:extLst>
                <a:ext uri="{FF2B5EF4-FFF2-40B4-BE49-F238E27FC236}">
                  <a16:creationId xmlns:a16="http://schemas.microsoft.com/office/drawing/2014/main" id="{EB3D3F0D-70CD-EEF7-085C-8A3D2646AAE2}"/>
                </a:ext>
              </a:extLst>
            </p:cNvPr>
            <p:cNvSpPr txBox="1"/>
            <p:nvPr/>
          </p:nvSpPr>
          <p:spPr>
            <a:xfrm>
              <a:off x="2080957" y="1531136"/>
              <a:ext cx="1327790" cy="276999"/>
            </a:xfrm>
            <a:prstGeom prst="rect">
              <a:avLst/>
            </a:prstGeom>
            <a:grpFill/>
          </p:spPr>
          <p:txBody>
            <a:bodyPr wrap="square" rtlCol="0">
              <a:spAutoFit/>
            </a:bodyPr>
            <a:lstStyle/>
            <a:p>
              <a:r>
                <a:rPr lang="en-US" sz="1200" b="1">
                  <a:solidFill>
                    <a:schemeClr val="bg1"/>
                  </a:solidFill>
                </a:rPr>
                <a:t>Nielsen POS Data</a:t>
              </a:r>
            </a:p>
          </p:txBody>
        </p:sp>
      </p:grpSp>
      <p:grpSp>
        <p:nvGrpSpPr>
          <p:cNvPr id="73" name="Group 72">
            <a:extLst>
              <a:ext uri="{FF2B5EF4-FFF2-40B4-BE49-F238E27FC236}">
                <a16:creationId xmlns:a16="http://schemas.microsoft.com/office/drawing/2014/main" id="{239977C7-9158-A58A-9111-214C768AEB29}"/>
              </a:ext>
            </a:extLst>
          </p:cNvPr>
          <p:cNvGrpSpPr/>
          <p:nvPr/>
        </p:nvGrpSpPr>
        <p:grpSpPr>
          <a:xfrm>
            <a:off x="3602891" y="1346225"/>
            <a:ext cx="1605800" cy="531137"/>
            <a:chOff x="3534517" y="1381340"/>
            <a:chExt cx="1608786" cy="624196"/>
          </a:xfrm>
          <a:solidFill>
            <a:srgbClr val="FFC000"/>
          </a:solidFill>
        </p:grpSpPr>
        <p:sp>
          <p:nvSpPr>
            <p:cNvPr id="35" name="Chevron 3">
              <a:extLst>
                <a:ext uri="{FF2B5EF4-FFF2-40B4-BE49-F238E27FC236}">
                  <a16:creationId xmlns:a16="http://schemas.microsoft.com/office/drawing/2014/main" id="{40C2827A-9C47-37F6-DCAF-FCC69FC16B85}"/>
                </a:ext>
              </a:extLst>
            </p:cNvPr>
            <p:cNvSpPr/>
            <p:nvPr/>
          </p:nvSpPr>
          <p:spPr>
            <a:xfrm>
              <a:off x="3534517" y="1381340"/>
              <a:ext cx="1608786" cy="62419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TextBox 38">
              <a:extLst>
                <a:ext uri="{FF2B5EF4-FFF2-40B4-BE49-F238E27FC236}">
                  <a16:creationId xmlns:a16="http://schemas.microsoft.com/office/drawing/2014/main" id="{7517A179-38D0-AC50-F830-B69BB3C8F342}"/>
                </a:ext>
              </a:extLst>
            </p:cNvPr>
            <p:cNvSpPr txBox="1"/>
            <p:nvPr/>
          </p:nvSpPr>
          <p:spPr>
            <a:xfrm>
              <a:off x="3568199" y="1572096"/>
              <a:ext cx="1514670" cy="276999"/>
            </a:xfrm>
            <a:prstGeom prst="rect">
              <a:avLst/>
            </a:prstGeom>
            <a:grpFill/>
          </p:spPr>
          <p:txBody>
            <a:bodyPr wrap="square" rtlCol="0">
              <a:spAutoFit/>
            </a:bodyPr>
            <a:lstStyle/>
            <a:p>
              <a:pPr algn="ctr"/>
              <a:r>
                <a:rPr lang="en-US" sz="1200" b="1">
                  <a:solidFill>
                    <a:schemeClr val="bg1"/>
                  </a:solidFill>
                </a:rPr>
                <a:t>Nielsen Panel Data</a:t>
              </a:r>
            </a:p>
          </p:txBody>
        </p:sp>
      </p:grpSp>
      <p:grpSp>
        <p:nvGrpSpPr>
          <p:cNvPr id="74" name="Group 73">
            <a:extLst>
              <a:ext uri="{FF2B5EF4-FFF2-40B4-BE49-F238E27FC236}">
                <a16:creationId xmlns:a16="http://schemas.microsoft.com/office/drawing/2014/main" id="{20B8DC6F-DD5F-B760-91EC-7B8595B81706}"/>
              </a:ext>
            </a:extLst>
          </p:cNvPr>
          <p:cNvGrpSpPr/>
          <p:nvPr/>
        </p:nvGrpSpPr>
        <p:grpSpPr>
          <a:xfrm>
            <a:off x="5251573" y="1345494"/>
            <a:ext cx="1604490" cy="536017"/>
            <a:chOff x="5044280" y="1345493"/>
            <a:chExt cx="1735475" cy="610027"/>
          </a:xfrm>
          <a:solidFill>
            <a:srgbClr val="FFC000"/>
          </a:solidFill>
        </p:grpSpPr>
        <p:sp>
          <p:nvSpPr>
            <p:cNvPr id="36" name="Chevron 3">
              <a:extLst>
                <a:ext uri="{FF2B5EF4-FFF2-40B4-BE49-F238E27FC236}">
                  <a16:creationId xmlns:a16="http://schemas.microsoft.com/office/drawing/2014/main" id="{056CADBA-82D7-172E-E7FA-6147F2D0B62A}"/>
                </a:ext>
              </a:extLst>
            </p:cNvPr>
            <p:cNvSpPr/>
            <p:nvPr/>
          </p:nvSpPr>
          <p:spPr>
            <a:xfrm>
              <a:off x="5044280" y="1345493"/>
              <a:ext cx="1735475" cy="6044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0" name="TextBox 39">
              <a:extLst>
                <a:ext uri="{FF2B5EF4-FFF2-40B4-BE49-F238E27FC236}">
                  <a16:creationId xmlns:a16="http://schemas.microsoft.com/office/drawing/2014/main" id="{4FBD37DC-E65F-21B6-779C-DFB87D31F0BA}"/>
                </a:ext>
              </a:extLst>
            </p:cNvPr>
            <p:cNvSpPr txBox="1"/>
            <p:nvPr/>
          </p:nvSpPr>
          <p:spPr>
            <a:xfrm>
              <a:off x="5205676" y="1430111"/>
              <a:ext cx="1432318" cy="525409"/>
            </a:xfrm>
            <a:prstGeom prst="rect">
              <a:avLst/>
            </a:prstGeom>
            <a:grpFill/>
          </p:spPr>
          <p:txBody>
            <a:bodyPr wrap="square" rtlCol="0">
              <a:spAutoFit/>
            </a:bodyPr>
            <a:lstStyle/>
            <a:p>
              <a:pPr algn="ctr"/>
              <a:r>
                <a:rPr lang="en-US" sz="1200" b="1">
                  <a:solidFill>
                    <a:schemeClr val="bg1"/>
                  </a:solidFill>
                </a:rPr>
                <a:t>External Data Sources</a:t>
              </a:r>
            </a:p>
          </p:txBody>
        </p:sp>
      </p:grpSp>
      <p:sp>
        <p:nvSpPr>
          <p:cNvPr id="41" name="Rectangle: Rounded Corners 40">
            <a:extLst>
              <a:ext uri="{FF2B5EF4-FFF2-40B4-BE49-F238E27FC236}">
                <a16:creationId xmlns:a16="http://schemas.microsoft.com/office/drawing/2014/main" id="{5D672B5C-D864-F9FA-A337-682E61CF5C2D}"/>
              </a:ext>
            </a:extLst>
          </p:cNvPr>
          <p:cNvSpPr/>
          <p:nvPr/>
        </p:nvSpPr>
        <p:spPr>
          <a:xfrm>
            <a:off x="233307" y="846912"/>
            <a:ext cx="1819468" cy="339571"/>
          </a:xfrm>
          <a:prstGeom prst="roundRect">
            <a:avLst/>
          </a:prstGeom>
          <a:solidFill>
            <a:srgbClr val="CF852D"/>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Data Sources</a:t>
            </a:r>
          </a:p>
        </p:txBody>
      </p:sp>
      <p:sp>
        <p:nvSpPr>
          <p:cNvPr id="42" name="TextBox 41">
            <a:extLst>
              <a:ext uri="{FF2B5EF4-FFF2-40B4-BE49-F238E27FC236}">
                <a16:creationId xmlns:a16="http://schemas.microsoft.com/office/drawing/2014/main" id="{F80D1976-772B-A810-4C25-06FF2BFDCBCA}"/>
              </a:ext>
            </a:extLst>
          </p:cNvPr>
          <p:cNvSpPr txBox="1"/>
          <p:nvPr/>
        </p:nvSpPr>
        <p:spPr>
          <a:xfrm>
            <a:off x="346732" y="1915676"/>
            <a:ext cx="1605804" cy="1323439"/>
          </a:xfrm>
          <a:prstGeom prst="rect">
            <a:avLst/>
          </a:prstGeom>
          <a:noFill/>
        </p:spPr>
        <p:txBody>
          <a:bodyPr wrap="square" rtlCol="0">
            <a:spAutoFit/>
          </a:bodyPr>
          <a:lstStyle/>
          <a:p>
            <a:pPr marL="171450" indent="-171450">
              <a:buFont typeface="Arial" panose="020B0604020202020204" pitchFamily="34" charset="0"/>
              <a:buChar char="•"/>
            </a:pPr>
            <a:r>
              <a:rPr lang="en-IN" sz="1100"/>
              <a:t>ERP/Finance Systems (e.g., trade spend, list price, claims)</a:t>
            </a:r>
          </a:p>
          <a:p>
            <a:endParaRPr lang="en-IN" sz="1100"/>
          </a:p>
          <a:p>
            <a:pPr marL="171450" indent="-171450">
              <a:buFont typeface="Arial" panose="020B0604020202020204" pitchFamily="34" charset="0"/>
              <a:buChar char="•"/>
            </a:pPr>
            <a:r>
              <a:rPr lang="en-IN" sz="1100"/>
              <a:t>TPM or TPO tools (promo calendars)</a:t>
            </a:r>
          </a:p>
          <a:p>
            <a:endParaRPr lang="en-US" sz="1400"/>
          </a:p>
        </p:txBody>
      </p:sp>
      <p:sp>
        <p:nvSpPr>
          <p:cNvPr id="43" name="TextBox 42">
            <a:extLst>
              <a:ext uri="{FF2B5EF4-FFF2-40B4-BE49-F238E27FC236}">
                <a16:creationId xmlns:a16="http://schemas.microsoft.com/office/drawing/2014/main" id="{1733B1B5-E60A-2398-866C-4BB14572F8E0}"/>
              </a:ext>
            </a:extLst>
          </p:cNvPr>
          <p:cNvSpPr txBox="1"/>
          <p:nvPr/>
        </p:nvSpPr>
        <p:spPr>
          <a:xfrm>
            <a:off x="1986967" y="1901109"/>
            <a:ext cx="1605803" cy="1277273"/>
          </a:xfrm>
          <a:prstGeom prst="rect">
            <a:avLst/>
          </a:prstGeom>
          <a:noFill/>
        </p:spPr>
        <p:txBody>
          <a:bodyPr wrap="square" rtlCol="0">
            <a:spAutoFit/>
          </a:bodyPr>
          <a:lstStyle/>
          <a:p>
            <a:pPr marL="171450" indent="-171450">
              <a:buFont typeface="Arial" panose="020B0604020202020204" pitchFamily="34" charset="0"/>
              <a:buChar char="•"/>
            </a:pPr>
            <a:r>
              <a:rPr lang="en-IN" sz="1100"/>
              <a:t>Weekly brand-level sales, pricing, promo depth, promo mechanics</a:t>
            </a:r>
          </a:p>
          <a:p>
            <a:endParaRPr lang="en-IN" sz="1100"/>
          </a:p>
          <a:p>
            <a:pPr marL="171450" indent="-171450">
              <a:buFont typeface="Arial" panose="020B0604020202020204" pitchFamily="34" charset="0"/>
              <a:buChar char="•"/>
            </a:pPr>
            <a:r>
              <a:rPr lang="en-IN" sz="1100"/>
              <a:t>Retailer, region, channel breakdown</a:t>
            </a:r>
            <a:endParaRPr lang="en-US" sz="1100"/>
          </a:p>
        </p:txBody>
      </p:sp>
      <p:sp>
        <p:nvSpPr>
          <p:cNvPr id="44" name="TextBox 43">
            <a:extLst>
              <a:ext uri="{FF2B5EF4-FFF2-40B4-BE49-F238E27FC236}">
                <a16:creationId xmlns:a16="http://schemas.microsoft.com/office/drawing/2014/main" id="{482D369E-2337-2509-795D-259881F44507}"/>
              </a:ext>
            </a:extLst>
          </p:cNvPr>
          <p:cNvSpPr txBox="1"/>
          <p:nvPr/>
        </p:nvSpPr>
        <p:spPr>
          <a:xfrm>
            <a:off x="3599907" y="1937000"/>
            <a:ext cx="1605800" cy="769441"/>
          </a:xfrm>
          <a:prstGeom prst="rect">
            <a:avLst/>
          </a:prstGeom>
          <a:noFill/>
        </p:spPr>
        <p:txBody>
          <a:bodyPr wrap="square" rtlCol="0">
            <a:spAutoFit/>
          </a:bodyPr>
          <a:lstStyle/>
          <a:p>
            <a:pPr marL="171450" indent="-171450">
              <a:buFont typeface="Arial" panose="020B0604020202020204" pitchFamily="34" charset="0"/>
              <a:buChar char="•"/>
            </a:pPr>
            <a:r>
              <a:rPr lang="en-IN" sz="1100"/>
              <a:t>Household-level demographics, trips, units, channel/shopper info</a:t>
            </a:r>
          </a:p>
        </p:txBody>
      </p:sp>
      <p:sp>
        <p:nvSpPr>
          <p:cNvPr id="45" name="TextBox 44">
            <a:extLst>
              <a:ext uri="{FF2B5EF4-FFF2-40B4-BE49-F238E27FC236}">
                <a16:creationId xmlns:a16="http://schemas.microsoft.com/office/drawing/2014/main" id="{743D5956-6995-7AE4-1498-897F28DB00B6}"/>
              </a:ext>
            </a:extLst>
          </p:cNvPr>
          <p:cNvSpPr txBox="1"/>
          <p:nvPr/>
        </p:nvSpPr>
        <p:spPr>
          <a:xfrm>
            <a:off x="5248587" y="1946829"/>
            <a:ext cx="1737705" cy="1077218"/>
          </a:xfrm>
          <a:prstGeom prst="rect">
            <a:avLst/>
          </a:prstGeom>
          <a:noFill/>
        </p:spPr>
        <p:txBody>
          <a:bodyPr wrap="square" rtlCol="0">
            <a:spAutoFit/>
          </a:bodyPr>
          <a:lstStyle/>
          <a:p>
            <a:pPr marL="171450" indent="-171450">
              <a:buFont typeface="Arial" panose="020B0604020202020204" pitchFamily="34" charset="0"/>
              <a:buChar char="•"/>
            </a:pPr>
            <a:r>
              <a:rPr lang="en-IN" sz="1100"/>
              <a:t>Competitor pricing &amp; promotion benchmarks</a:t>
            </a:r>
          </a:p>
          <a:p>
            <a:endParaRPr lang="en-IN" sz="1100"/>
          </a:p>
          <a:p>
            <a:pPr marL="171450" indent="-171450">
              <a:buFont typeface="Arial" panose="020B0604020202020204" pitchFamily="34" charset="0"/>
              <a:buChar char="•"/>
            </a:pPr>
            <a:r>
              <a:rPr lang="en-IN" sz="1100"/>
              <a:t>Weather, seasonality, macro trends</a:t>
            </a:r>
          </a:p>
          <a:p>
            <a:pPr marL="171450" indent="-171450">
              <a:buFont typeface="Arial" panose="020B0604020202020204" pitchFamily="34" charset="0"/>
              <a:buChar char="•"/>
            </a:pPr>
            <a:endParaRPr lang="en-IN" sz="900"/>
          </a:p>
        </p:txBody>
      </p:sp>
      <p:sp>
        <p:nvSpPr>
          <p:cNvPr id="48" name="Rectangle: Rounded Corners 47">
            <a:extLst>
              <a:ext uri="{FF2B5EF4-FFF2-40B4-BE49-F238E27FC236}">
                <a16:creationId xmlns:a16="http://schemas.microsoft.com/office/drawing/2014/main" id="{C8B26DEF-00E1-A3CF-F397-6419FC35CE1B}"/>
              </a:ext>
            </a:extLst>
          </p:cNvPr>
          <p:cNvSpPr/>
          <p:nvPr/>
        </p:nvSpPr>
        <p:spPr>
          <a:xfrm>
            <a:off x="7232385" y="855473"/>
            <a:ext cx="3344619" cy="345984"/>
          </a:xfrm>
          <a:prstGeom prst="roundRect">
            <a:avLst/>
          </a:prstGeom>
          <a:solidFill>
            <a:srgbClr val="CF852D"/>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Output Layer (Model Ready Dataset)</a:t>
            </a:r>
          </a:p>
        </p:txBody>
      </p:sp>
      <p:sp>
        <p:nvSpPr>
          <p:cNvPr id="51" name="Rectangle 7">
            <a:extLst>
              <a:ext uri="{FF2B5EF4-FFF2-40B4-BE49-F238E27FC236}">
                <a16:creationId xmlns:a16="http://schemas.microsoft.com/office/drawing/2014/main" id="{764D2581-8559-115D-A807-5774861A0963}"/>
              </a:ext>
            </a:extLst>
          </p:cNvPr>
          <p:cNvSpPr>
            <a:spLocks noChangeArrowheads="1"/>
          </p:cNvSpPr>
          <p:nvPr/>
        </p:nvSpPr>
        <p:spPr bwMode="auto">
          <a:xfrm rot="10800000" flipV="1">
            <a:off x="7223564" y="1238133"/>
            <a:ext cx="475501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a:ln>
                  <a:noFill/>
                </a:ln>
                <a:solidFill>
                  <a:schemeClr val="tx1"/>
                </a:solidFill>
                <a:effectLst/>
              </a:rPr>
              <a:t>Structured dataset with:</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a:ln>
                  <a:noFill/>
                </a:ln>
                <a:solidFill>
                  <a:schemeClr val="tx1"/>
                </a:solidFill>
                <a:effectLst/>
              </a:rPr>
              <a:t>Brand × Week × Region × Channel </a:t>
            </a:r>
            <a:r>
              <a:rPr kumimoji="0" lang="en-US" altLang="en-US" sz="1200" b="0" i="0" u="none" strike="noStrike" cap="none" normalizeH="0" baseline="0">
                <a:ln>
                  <a:noFill/>
                </a:ln>
                <a:solidFill>
                  <a:schemeClr val="tx1"/>
                </a:solidFill>
                <a:effectLst/>
              </a:rPr>
              <a:t>level view</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a:ln>
                  <a:noFill/>
                </a:ln>
                <a:solidFill>
                  <a:schemeClr val="tx1"/>
                </a:solidFill>
                <a:effectLst/>
              </a:rPr>
              <a:t>Clean fields for  </a:t>
            </a:r>
            <a:r>
              <a:rPr kumimoji="0" lang="en-US" altLang="en-US" sz="1200" b="1" i="0" u="none" strike="noStrike" cap="none" normalizeH="0" baseline="0">
                <a:ln>
                  <a:noFill/>
                </a:ln>
                <a:solidFill>
                  <a:schemeClr val="tx1"/>
                </a:solidFill>
                <a:effectLst/>
              </a:rPr>
              <a:t>base price, promo price, promo type (TPR, Display, Feature), promo flags &amp; duration</a:t>
            </a:r>
            <a:endParaRPr kumimoji="0" lang="en-US" altLang="en-US"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a:ln>
                  <a:noFill/>
                </a:ln>
                <a:solidFill>
                  <a:schemeClr val="tx1"/>
                </a:solidFill>
                <a:effectLst/>
              </a:rPr>
              <a:t>The Dataset is now ready for:</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a:ln>
                  <a:noFill/>
                </a:ln>
                <a:solidFill>
                  <a:schemeClr val="tx1"/>
                </a:solidFill>
                <a:effectLst/>
              </a:rPr>
              <a:t>Elasticity modeling</a:t>
            </a:r>
            <a:endParaRPr kumimoji="0" lang="en-US" altLang="en-US" sz="1200" b="0" i="0" u="none" strike="noStrike" cap="none" normalizeH="0" baseline="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a:ln>
                  <a:noFill/>
                </a:ln>
                <a:solidFill>
                  <a:schemeClr val="tx1"/>
                </a:solidFill>
                <a:effectLst/>
              </a:rPr>
              <a:t>Promo simulation</a:t>
            </a:r>
            <a:endParaRPr kumimoji="0" lang="en-US" altLang="en-US" sz="1200" b="0" i="0" u="none" strike="noStrike" cap="none" normalizeH="0" baseline="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a:ln>
                  <a:noFill/>
                </a:ln>
                <a:solidFill>
                  <a:schemeClr val="tx1"/>
                </a:solidFill>
                <a:effectLst/>
              </a:rPr>
              <a:t>TPO recommendations</a:t>
            </a:r>
            <a:endParaRPr kumimoji="0" lang="en-US" altLang="en-US" sz="1200" b="0" i="0" u="none" strike="noStrike" cap="none" normalizeH="0" baseline="0">
              <a:ln>
                <a:noFill/>
              </a:ln>
              <a:solidFill>
                <a:schemeClr val="tx1"/>
              </a:solidFill>
              <a:effectLst/>
              <a:latin typeface="Arial" panose="020B0604020202020204" pitchFamily="34" charset="0"/>
            </a:endParaRPr>
          </a:p>
        </p:txBody>
      </p:sp>
      <p:cxnSp>
        <p:nvCxnSpPr>
          <p:cNvPr id="54" name="Straight Connector 53">
            <a:extLst>
              <a:ext uri="{FF2B5EF4-FFF2-40B4-BE49-F238E27FC236}">
                <a16:creationId xmlns:a16="http://schemas.microsoft.com/office/drawing/2014/main" id="{AEAD6A89-EA94-A6FD-AFE0-19CEA27FD382}"/>
              </a:ext>
            </a:extLst>
          </p:cNvPr>
          <p:cNvCxnSpPr/>
          <p:nvPr/>
        </p:nvCxnSpPr>
        <p:spPr>
          <a:xfrm>
            <a:off x="100888" y="682850"/>
            <a:ext cx="11889550" cy="0"/>
          </a:xfrm>
          <a:prstGeom prst="line">
            <a:avLst/>
          </a:prstGeom>
          <a:ln w="19050">
            <a:solidFill>
              <a:schemeClr val="accent2"/>
            </a:solidFill>
            <a:prstDash val="sysDash"/>
          </a:ln>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95FDD3D5-9259-C5B8-6CB8-AEDD80207A51}"/>
              </a:ext>
            </a:extLst>
          </p:cNvPr>
          <p:cNvSpPr/>
          <p:nvPr/>
        </p:nvSpPr>
        <p:spPr>
          <a:xfrm rot="5400000">
            <a:off x="3461204" y="3336645"/>
            <a:ext cx="540864" cy="400693"/>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7" name="Group 56">
            <a:extLst>
              <a:ext uri="{FF2B5EF4-FFF2-40B4-BE49-F238E27FC236}">
                <a16:creationId xmlns:a16="http://schemas.microsoft.com/office/drawing/2014/main" id="{8DA76810-DD59-F363-8334-F380CE9B0E24}"/>
              </a:ext>
            </a:extLst>
          </p:cNvPr>
          <p:cNvGrpSpPr/>
          <p:nvPr/>
        </p:nvGrpSpPr>
        <p:grpSpPr>
          <a:xfrm>
            <a:off x="4188011" y="5199495"/>
            <a:ext cx="596984" cy="530722"/>
            <a:chOff x="2607972" y="4668773"/>
            <a:chExt cx="596984" cy="530722"/>
          </a:xfrm>
          <a:solidFill>
            <a:srgbClr val="FBA239"/>
          </a:solidFill>
        </p:grpSpPr>
        <p:sp>
          <p:nvSpPr>
            <p:cNvPr id="58" name="Oval 57">
              <a:extLst>
                <a:ext uri="{FF2B5EF4-FFF2-40B4-BE49-F238E27FC236}">
                  <a16:creationId xmlns:a16="http://schemas.microsoft.com/office/drawing/2014/main" id="{E0AD1880-C824-DF52-EE6C-162A8EC66AA2}"/>
                </a:ext>
              </a:extLst>
            </p:cNvPr>
            <p:cNvSpPr/>
            <p:nvPr/>
          </p:nvSpPr>
          <p:spPr>
            <a:xfrm>
              <a:off x="2607972" y="4668773"/>
              <a:ext cx="596984" cy="5307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9" name="TextBox 58">
              <a:extLst>
                <a:ext uri="{FF2B5EF4-FFF2-40B4-BE49-F238E27FC236}">
                  <a16:creationId xmlns:a16="http://schemas.microsoft.com/office/drawing/2014/main" id="{BF7EACF3-F25D-0EC6-7DB8-ABA589BFB857}"/>
                </a:ext>
              </a:extLst>
            </p:cNvPr>
            <p:cNvSpPr txBox="1"/>
            <p:nvPr/>
          </p:nvSpPr>
          <p:spPr>
            <a:xfrm>
              <a:off x="2809982" y="4734079"/>
              <a:ext cx="187719" cy="400110"/>
            </a:xfrm>
            <a:prstGeom prst="rect">
              <a:avLst/>
            </a:prstGeom>
            <a:grpFill/>
          </p:spPr>
          <p:txBody>
            <a:bodyPr wrap="square" rtlCol="0" anchor="ctr">
              <a:spAutoFit/>
            </a:bodyPr>
            <a:lstStyle/>
            <a:p>
              <a:pPr algn="ctr"/>
              <a:r>
                <a:rPr lang="en-US" sz="2000" b="1">
                  <a:solidFill>
                    <a:schemeClr val="bg1"/>
                  </a:solidFill>
                  <a:cs typeface="Poppins" pitchFamily="2" charset="77"/>
                </a:rPr>
                <a:t>2</a:t>
              </a:r>
            </a:p>
          </p:txBody>
        </p:sp>
      </p:grpSp>
      <p:grpSp>
        <p:nvGrpSpPr>
          <p:cNvPr id="60" name="Group 59">
            <a:extLst>
              <a:ext uri="{FF2B5EF4-FFF2-40B4-BE49-F238E27FC236}">
                <a16:creationId xmlns:a16="http://schemas.microsoft.com/office/drawing/2014/main" id="{9CBD4D58-2006-3581-64D8-5F792FBDAC90}"/>
              </a:ext>
            </a:extLst>
          </p:cNvPr>
          <p:cNvGrpSpPr/>
          <p:nvPr/>
        </p:nvGrpSpPr>
        <p:grpSpPr>
          <a:xfrm>
            <a:off x="5889458" y="4741504"/>
            <a:ext cx="596984" cy="530722"/>
            <a:chOff x="2607972" y="4668773"/>
            <a:chExt cx="596984" cy="530722"/>
          </a:xfrm>
          <a:solidFill>
            <a:srgbClr val="F19658"/>
          </a:solidFill>
        </p:grpSpPr>
        <p:sp>
          <p:nvSpPr>
            <p:cNvPr id="61" name="Oval 60">
              <a:extLst>
                <a:ext uri="{FF2B5EF4-FFF2-40B4-BE49-F238E27FC236}">
                  <a16:creationId xmlns:a16="http://schemas.microsoft.com/office/drawing/2014/main" id="{01B5A1B1-FE37-C3A9-205D-317AE93C9257}"/>
                </a:ext>
              </a:extLst>
            </p:cNvPr>
            <p:cNvSpPr/>
            <p:nvPr/>
          </p:nvSpPr>
          <p:spPr>
            <a:xfrm>
              <a:off x="2607972" y="4668773"/>
              <a:ext cx="596984" cy="5307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3" name="TextBox 62">
              <a:extLst>
                <a:ext uri="{FF2B5EF4-FFF2-40B4-BE49-F238E27FC236}">
                  <a16:creationId xmlns:a16="http://schemas.microsoft.com/office/drawing/2014/main" id="{8B39D1DA-DCF7-326E-F0B7-1B853978CE2B}"/>
                </a:ext>
              </a:extLst>
            </p:cNvPr>
            <p:cNvSpPr txBox="1"/>
            <p:nvPr/>
          </p:nvSpPr>
          <p:spPr>
            <a:xfrm>
              <a:off x="2809982" y="4734079"/>
              <a:ext cx="187719" cy="400110"/>
            </a:xfrm>
            <a:prstGeom prst="rect">
              <a:avLst/>
            </a:prstGeom>
            <a:grpFill/>
          </p:spPr>
          <p:txBody>
            <a:bodyPr wrap="square" rtlCol="0" anchor="ctr">
              <a:spAutoFit/>
            </a:bodyPr>
            <a:lstStyle/>
            <a:p>
              <a:pPr algn="ctr"/>
              <a:r>
                <a:rPr lang="en-US" sz="2000" b="1">
                  <a:solidFill>
                    <a:schemeClr val="bg1"/>
                  </a:solidFill>
                  <a:cs typeface="Poppins" pitchFamily="2" charset="77"/>
                </a:rPr>
                <a:t>3</a:t>
              </a:r>
            </a:p>
          </p:txBody>
        </p:sp>
      </p:grpSp>
      <p:grpSp>
        <p:nvGrpSpPr>
          <p:cNvPr id="64" name="Group 63">
            <a:extLst>
              <a:ext uri="{FF2B5EF4-FFF2-40B4-BE49-F238E27FC236}">
                <a16:creationId xmlns:a16="http://schemas.microsoft.com/office/drawing/2014/main" id="{42153B7D-96C0-24E9-1178-59F8345D9D0D}"/>
              </a:ext>
            </a:extLst>
          </p:cNvPr>
          <p:cNvGrpSpPr/>
          <p:nvPr/>
        </p:nvGrpSpPr>
        <p:grpSpPr>
          <a:xfrm>
            <a:off x="7680996" y="5199495"/>
            <a:ext cx="596984" cy="530722"/>
            <a:chOff x="2607972" y="4668773"/>
            <a:chExt cx="596984" cy="530722"/>
          </a:xfrm>
          <a:solidFill>
            <a:srgbClr val="ED7D31"/>
          </a:solidFill>
        </p:grpSpPr>
        <p:sp>
          <p:nvSpPr>
            <p:cNvPr id="65" name="Oval 64">
              <a:extLst>
                <a:ext uri="{FF2B5EF4-FFF2-40B4-BE49-F238E27FC236}">
                  <a16:creationId xmlns:a16="http://schemas.microsoft.com/office/drawing/2014/main" id="{0A763728-D96B-3181-B74A-C92053C99C87}"/>
                </a:ext>
              </a:extLst>
            </p:cNvPr>
            <p:cNvSpPr/>
            <p:nvPr/>
          </p:nvSpPr>
          <p:spPr>
            <a:xfrm>
              <a:off x="2607972" y="4668773"/>
              <a:ext cx="596984" cy="5307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6" name="TextBox 65">
              <a:extLst>
                <a:ext uri="{FF2B5EF4-FFF2-40B4-BE49-F238E27FC236}">
                  <a16:creationId xmlns:a16="http://schemas.microsoft.com/office/drawing/2014/main" id="{5D2F6B81-3A77-6806-6264-FD751943E8A8}"/>
                </a:ext>
              </a:extLst>
            </p:cNvPr>
            <p:cNvSpPr txBox="1"/>
            <p:nvPr/>
          </p:nvSpPr>
          <p:spPr>
            <a:xfrm>
              <a:off x="2809982" y="4734079"/>
              <a:ext cx="187719" cy="400110"/>
            </a:xfrm>
            <a:prstGeom prst="rect">
              <a:avLst/>
            </a:prstGeom>
            <a:grpFill/>
          </p:spPr>
          <p:txBody>
            <a:bodyPr wrap="square" rtlCol="0" anchor="ctr">
              <a:spAutoFit/>
            </a:bodyPr>
            <a:lstStyle/>
            <a:p>
              <a:pPr algn="ctr"/>
              <a:r>
                <a:rPr lang="en-US" sz="2000" b="1">
                  <a:solidFill>
                    <a:schemeClr val="bg1"/>
                  </a:solidFill>
                  <a:cs typeface="Poppins" pitchFamily="2" charset="77"/>
                </a:rPr>
                <a:t>4</a:t>
              </a:r>
            </a:p>
          </p:txBody>
        </p:sp>
      </p:grpSp>
      <p:grpSp>
        <p:nvGrpSpPr>
          <p:cNvPr id="67" name="Group 66">
            <a:extLst>
              <a:ext uri="{FF2B5EF4-FFF2-40B4-BE49-F238E27FC236}">
                <a16:creationId xmlns:a16="http://schemas.microsoft.com/office/drawing/2014/main" id="{3100DD57-4CE7-E703-4C72-F10F7A4CE91F}"/>
              </a:ext>
            </a:extLst>
          </p:cNvPr>
          <p:cNvGrpSpPr/>
          <p:nvPr/>
        </p:nvGrpSpPr>
        <p:grpSpPr>
          <a:xfrm>
            <a:off x="9284356" y="4674903"/>
            <a:ext cx="596984" cy="530722"/>
            <a:chOff x="2607972" y="4668773"/>
            <a:chExt cx="596984" cy="530722"/>
          </a:xfrm>
          <a:solidFill>
            <a:srgbClr val="CF852D"/>
          </a:solidFill>
        </p:grpSpPr>
        <p:sp>
          <p:nvSpPr>
            <p:cNvPr id="68" name="Oval 67">
              <a:extLst>
                <a:ext uri="{FF2B5EF4-FFF2-40B4-BE49-F238E27FC236}">
                  <a16:creationId xmlns:a16="http://schemas.microsoft.com/office/drawing/2014/main" id="{A7563BD6-68A0-3693-71ED-A69E3F4BFED1}"/>
                </a:ext>
              </a:extLst>
            </p:cNvPr>
            <p:cNvSpPr/>
            <p:nvPr/>
          </p:nvSpPr>
          <p:spPr>
            <a:xfrm>
              <a:off x="2607972" y="4668773"/>
              <a:ext cx="596984" cy="5307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9" name="TextBox 68">
              <a:extLst>
                <a:ext uri="{FF2B5EF4-FFF2-40B4-BE49-F238E27FC236}">
                  <a16:creationId xmlns:a16="http://schemas.microsoft.com/office/drawing/2014/main" id="{6FD422CE-D6EC-E04B-DC62-550852420A6F}"/>
                </a:ext>
              </a:extLst>
            </p:cNvPr>
            <p:cNvSpPr txBox="1"/>
            <p:nvPr/>
          </p:nvSpPr>
          <p:spPr>
            <a:xfrm>
              <a:off x="2809982" y="4734079"/>
              <a:ext cx="187719" cy="400110"/>
            </a:xfrm>
            <a:prstGeom prst="rect">
              <a:avLst/>
            </a:prstGeom>
            <a:grpFill/>
          </p:spPr>
          <p:txBody>
            <a:bodyPr wrap="square" rtlCol="0" anchor="ctr">
              <a:spAutoFit/>
            </a:bodyPr>
            <a:lstStyle/>
            <a:p>
              <a:pPr algn="ctr"/>
              <a:r>
                <a:rPr lang="en-US" sz="2000" b="1">
                  <a:solidFill>
                    <a:schemeClr val="bg1"/>
                  </a:solidFill>
                  <a:cs typeface="Poppins" pitchFamily="2" charset="77"/>
                </a:rPr>
                <a:t>5</a:t>
              </a:r>
            </a:p>
          </p:txBody>
        </p:sp>
      </p:grpSp>
      <p:sp>
        <p:nvSpPr>
          <p:cNvPr id="70" name="Arrow: Right 69">
            <a:extLst>
              <a:ext uri="{FF2B5EF4-FFF2-40B4-BE49-F238E27FC236}">
                <a16:creationId xmlns:a16="http://schemas.microsoft.com/office/drawing/2014/main" id="{AA64BB74-439B-2EAC-BD00-7FB6BBD36983}"/>
              </a:ext>
            </a:extLst>
          </p:cNvPr>
          <p:cNvSpPr/>
          <p:nvPr/>
        </p:nvSpPr>
        <p:spPr>
          <a:xfrm rot="16200000">
            <a:off x="9411277" y="3330874"/>
            <a:ext cx="540864" cy="400693"/>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Rectangle 74">
            <a:extLst>
              <a:ext uri="{FF2B5EF4-FFF2-40B4-BE49-F238E27FC236}">
                <a16:creationId xmlns:a16="http://schemas.microsoft.com/office/drawing/2014/main" id="{966B9FC4-8966-BBEF-F52F-85387801060B}"/>
              </a:ext>
            </a:extLst>
          </p:cNvPr>
          <p:cNvSpPr/>
          <p:nvPr/>
        </p:nvSpPr>
        <p:spPr>
          <a:xfrm>
            <a:off x="-1" y="124384"/>
            <a:ext cx="2115051" cy="19699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1. Data Prep</a:t>
            </a:r>
          </a:p>
        </p:txBody>
      </p:sp>
      <p:pic>
        <p:nvPicPr>
          <p:cNvPr id="5" name="Picture 4">
            <a:extLst>
              <a:ext uri="{FF2B5EF4-FFF2-40B4-BE49-F238E27FC236}">
                <a16:creationId xmlns:a16="http://schemas.microsoft.com/office/drawing/2014/main" id="{482246CC-0676-2703-F983-9E7568FFAD10}"/>
              </a:ext>
            </a:extLst>
          </p:cNvPr>
          <p:cNvPicPr>
            <a:picLocks noChangeAspect="1"/>
          </p:cNvPicPr>
          <p:nvPr/>
        </p:nvPicPr>
        <p:blipFill>
          <a:blip r:embed="rId3"/>
          <a:stretch>
            <a:fillRect/>
          </a:stretch>
        </p:blipFill>
        <p:spPr>
          <a:xfrm>
            <a:off x="2213110" y="802262"/>
            <a:ext cx="297766" cy="407899"/>
          </a:xfrm>
          <a:prstGeom prst="rect">
            <a:avLst/>
          </a:prstGeom>
        </p:spPr>
      </p:pic>
      <p:pic>
        <p:nvPicPr>
          <p:cNvPr id="8" name="Graphic 7" descr="Table outline">
            <a:extLst>
              <a:ext uri="{FF2B5EF4-FFF2-40B4-BE49-F238E27FC236}">
                <a16:creationId xmlns:a16="http://schemas.microsoft.com/office/drawing/2014/main" id="{E34F76C7-712B-FCCA-9974-8291FB0DE79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53743" y="708096"/>
            <a:ext cx="596984" cy="641758"/>
          </a:xfrm>
          <a:prstGeom prst="rect">
            <a:avLst/>
          </a:prstGeom>
        </p:spPr>
      </p:pic>
      <p:pic>
        <p:nvPicPr>
          <p:cNvPr id="10" name="Graphic 9" descr="Workflow with solid fill">
            <a:extLst>
              <a:ext uri="{FF2B5EF4-FFF2-40B4-BE49-F238E27FC236}">
                <a16:creationId xmlns:a16="http://schemas.microsoft.com/office/drawing/2014/main" id="{6640BA34-ADAA-13A6-8243-B555A4DFDD1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78279" y="3716512"/>
            <a:ext cx="457200" cy="457200"/>
          </a:xfrm>
          <a:prstGeom prst="rect">
            <a:avLst/>
          </a:prstGeom>
        </p:spPr>
      </p:pic>
    </p:spTree>
    <p:extLst>
      <p:ext uri="{BB962C8B-B14F-4D97-AF65-F5344CB8AC3E}">
        <p14:creationId xmlns:p14="http://schemas.microsoft.com/office/powerpoint/2010/main" val="810674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F870E-4F50-55F3-9F52-F70F5C2B7A4F}"/>
            </a:ext>
          </a:extLst>
        </p:cNvPr>
        <p:cNvGrpSpPr/>
        <p:nvPr/>
      </p:nvGrpSpPr>
      <p:grpSpPr>
        <a:xfrm>
          <a:off x="0" y="0"/>
          <a:ext cx="0" cy="0"/>
          <a:chOff x="0" y="0"/>
          <a:chExt cx="0" cy="0"/>
        </a:xfrm>
      </p:grpSpPr>
      <p:sp>
        <p:nvSpPr>
          <p:cNvPr id="99" name="Rectangle 98">
            <a:extLst>
              <a:ext uri="{FF2B5EF4-FFF2-40B4-BE49-F238E27FC236}">
                <a16:creationId xmlns:a16="http://schemas.microsoft.com/office/drawing/2014/main" id="{D92CD950-9E9B-4135-C5C7-88636B83C915}"/>
              </a:ext>
            </a:extLst>
          </p:cNvPr>
          <p:cNvSpPr/>
          <p:nvPr/>
        </p:nvSpPr>
        <p:spPr>
          <a:xfrm>
            <a:off x="356465" y="1472968"/>
            <a:ext cx="3898054" cy="243389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itle 1">
            <a:extLst>
              <a:ext uri="{FF2B5EF4-FFF2-40B4-BE49-F238E27FC236}">
                <a16:creationId xmlns:a16="http://schemas.microsoft.com/office/drawing/2014/main" id="{A9D28DF8-87BD-DC47-1524-5216E1FFB1BF}"/>
              </a:ext>
            </a:extLst>
          </p:cNvPr>
          <p:cNvSpPr txBox="1">
            <a:spLocks/>
          </p:cNvSpPr>
          <p:nvPr/>
        </p:nvSpPr>
        <p:spPr>
          <a:xfrm>
            <a:off x="278759" y="211582"/>
            <a:ext cx="10007323" cy="5331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r>
              <a:rPr lang="en-US" sz="2000">
                <a:latin typeface="Avenir Next"/>
              </a:rPr>
              <a:t>Panel - Identifying and Targeting the Right Shopper Cohorts</a:t>
            </a:r>
            <a:endParaRPr lang="en-IN" sz="2000">
              <a:latin typeface="Avenir Next"/>
            </a:endParaRPr>
          </a:p>
        </p:txBody>
      </p:sp>
      <p:sp>
        <p:nvSpPr>
          <p:cNvPr id="10" name="Rectangle 1">
            <a:extLst>
              <a:ext uri="{FF2B5EF4-FFF2-40B4-BE49-F238E27FC236}">
                <a16:creationId xmlns:a16="http://schemas.microsoft.com/office/drawing/2014/main" id="{B5765E7B-C578-7366-9020-06F9A41C383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18" name="Group 17">
            <a:extLst>
              <a:ext uri="{FF2B5EF4-FFF2-40B4-BE49-F238E27FC236}">
                <a16:creationId xmlns:a16="http://schemas.microsoft.com/office/drawing/2014/main" id="{B86DA372-3EEE-B83C-8F85-A754BCB08EC0}"/>
              </a:ext>
            </a:extLst>
          </p:cNvPr>
          <p:cNvGrpSpPr/>
          <p:nvPr/>
        </p:nvGrpSpPr>
        <p:grpSpPr>
          <a:xfrm>
            <a:off x="9943850" y="2336340"/>
            <a:ext cx="1924203" cy="2199880"/>
            <a:chOff x="4723058" y="2062754"/>
            <a:chExt cx="2722942" cy="991970"/>
          </a:xfrm>
        </p:grpSpPr>
        <p:grpSp>
          <p:nvGrpSpPr>
            <p:cNvPr id="19" name="Group 18">
              <a:extLst>
                <a:ext uri="{FF2B5EF4-FFF2-40B4-BE49-F238E27FC236}">
                  <a16:creationId xmlns:a16="http://schemas.microsoft.com/office/drawing/2014/main" id="{D9EA176F-EC43-C362-2570-BDE0EFFFB6D7}"/>
                </a:ext>
              </a:extLst>
            </p:cNvPr>
            <p:cNvGrpSpPr/>
            <p:nvPr/>
          </p:nvGrpSpPr>
          <p:grpSpPr>
            <a:xfrm>
              <a:off x="4745090" y="2062754"/>
              <a:ext cx="2700910" cy="991970"/>
              <a:chOff x="9147449" y="1480454"/>
              <a:chExt cx="2700910" cy="880094"/>
            </a:xfrm>
          </p:grpSpPr>
          <p:sp>
            <p:nvSpPr>
              <p:cNvPr id="21" name="Rectangle 20">
                <a:extLst>
                  <a:ext uri="{FF2B5EF4-FFF2-40B4-BE49-F238E27FC236}">
                    <a16:creationId xmlns:a16="http://schemas.microsoft.com/office/drawing/2014/main" id="{E58C78C9-BB99-12ED-B7D5-DCB1D7FF893E}"/>
                  </a:ext>
                </a:extLst>
              </p:cNvPr>
              <p:cNvSpPr/>
              <p:nvPr/>
            </p:nvSpPr>
            <p:spPr>
              <a:xfrm>
                <a:off x="9148357" y="1480454"/>
                <a:ext cx="2700002" cy="880094"/>
              </a:xfrm>
              <a:prstGeom prst="rect">
                <a:avLst/>
              </a:prstGeom>
              <a:noFill/>
              <a:ln>
                <a:solidFill>
                  <a:schemeClr val="accent2">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TextBox 37">
                <a:extLst>
                  <a:ext uri="{FF2B5EF4-FFF2-40B4-BE49-F238E27FC236}">
                    <a16:creationId xmlns:a16="http://schemas.microsoft.com/office/drawing/2014/main" id="{2B3F4660-6DEB-D584-6C8C-8B291A350752}"/>
                  </a:ext>
                </a:extLst>
              </p:cNvPr>
              <p:cNvSpPr txBox="1"/>
              <p:nvPr/>
            </p:nvSpPr>
            <p:spPr>
              <a:xfrm>
                <a:off x="9147449" y="1480454"/>
                <a:ext cx="2700002" cy="110818"/>
              </a:xfrm>
              <a:prstGeom prst="rect">
                <a:avLst/>
              </a:prstGeom>
              <a:ln/>
            </p:spPr>
            <p:style>
              <a:lnRef idx="1">
                <a:schemeClr val="accent3"/>
              </a:lnRef>
              <a:fillRef idx="3">
                <a:schemeClr val="accent3"/>
              </a:fillRef>
              <a:effectRef idx="2">
                <a:schemeClr val="accent3"/>
              </a:effectRef>
              <a:fontRef idx="minor">
                <a:schemeClr val="lt1"/>
              </a:fontRef>
            </p:style>
            <p:txBody>
              <a:bodyPr wrap="square" rtlCol="0" anchor="ctr">
                <a:spAutoFit/>
              </a:bodyPr>
              <a:lstStyle/>
              <a:p>
                <a:pPr algn="ctr"/>
                <a:r>
                  <a:rPr lang="en-US" sz="1200" b="1"/>
                  <a:t>Business Outcome</a:t>
                </a:r>
                <a:endParaRPr lang="en-IN" sz="1200" b="1"/>
              </a:p>
            </p:txBody>
          </p:sp>
        </p:grpSp>
        <p:sp>
          <p:nvSpPr>
            <p:cNvPr id="20" name="TextBox 19">
              <a:extLst>
                <a:ext uri="{FF2B5EF4-FFF2-40B4-BE49-F238E27FC236}">
                  <a16:creationId xmlns:a16="http://schemas.microsoft.com/office/drawing/2014/main" id="{C4E26D54-E5AA-3152-0B1C-005B469FB90C}"/>
                </a:ext>
              </a:extLst>
            </p:cNvPr>
            <p:cNvSpPr txBox="1"/>
            <p:nvPr/>
          </p:nvSpPr>
          <p:spPr>
            <a:xfrm>
              <a:off x="4723058" y="2267430"/>
              <a:ext cx="2722942" cy="770244"/>
            </a:xfrm>
            <a:prstGeom prst="rect">
              <a:avLst/>
            </a:prstGeom>
            <a:noFill/>
          </p:spPr>
          <p:txBody>
            <a:bodyPr wrap="square">
              <a:spAutoFit/>
            </a:bodyPr>
            <a:lstStyle/>
            <a:p>
              <a:pPr marL="285750" indent="-285750">
                <a:buFont typeface="Arial" panose="020B0604020202020204" pitchFamily="34" charset="0"/>
                <a:buChar char="•"/>
              </a:pPr>
              <a:r>
                <a:rPr lang="en-US" sz="1050"/>
                <a:t>Identify high-potential consumer segments</a:t>
              </a:r>
              <a:br>
                <a:rPr lang="en-US" sz="1050"/>
              </a:br>
              <a:endParaRPr lang="en-US" sz="1050"/>
            </a:p>
            <a:p>
              <a:pPr marL="285750" indent="-285750">
                <a:buFont typeface="Arial" panose="020B0604020202020204" pitchFamily="34" charset="0"/>
                <a:buChar char="•"/>
              </a:pPr>
              <a:r>
                <a:rPr lang="en-US" sz="1050"/>
                <a:t>Identify of white space opportunities within shopper segments</a:t>
              </a:r>
            </a:p>
            <a:p>
              <a:pPr marL="285750" indent="-285750">
                <a:buFont typeface="Arial" panose="020B0604020202020204" pitchFamily="34" charset="0"/>
                <a:buChar char="•"/>
              </a:pPr>
              <a:endParaRPr lang="en-US" sz="1050"/>
            </a:p>
            <a:p>
              <a:pPr marL="285750" indent="-285750">
                <a:buFont typeface="Arial" panose="020B0604020202020204" pitchFamily="34" charset="0"/>
                <a:buChar char="•"/>
              </a:pPr>
              <a:r>
                <a:rPr lang="en-US" sz="1050"/>
                <a:t>Understand the key levers of own brands vs competition</a:t>
              </a:r>
            </a:p>
          </p:txBody>
        </p:sp>
      </p:grpSp>
      <p:sp>
        <p:nvSpPr>
          <p:cNvPr id="3" name="TextBox 2">
            <a:extLst>
              <a:ext uri="{FF2B5EF4-FFF2-40B4-BE49-F238E27FC236}">
                <a16:creationId xmlns:a16="http://schemas.microsoft.com/office/drawing/2014/main" id="{C4A9BEE8-11A5-84EC-5E1A-76F7A6053AC9}"/>
              </a:ext>
            </a:extLst>
          </p:cNvPr>
          <p:cNvSpPr txBox="1"/>
          <p:nvPr/>
        </p:nvSpPr>
        <p:spPr>
          <a:xfrm>
            <a:off x="356465" y="876676"/>
            <a:ext cx="11187835" cy="461665"/>
          </a:xfrm>
          <a:prstGeom prst="rect">
            <a:avLst/>
          </a:prstGeom>
          <a:noFill/>
          <a:ln>
            <a:solidFill>
              <a:schemeClr val="accent2">
                <a:lumMod val="75000"/>
              </a:schemeClr>
            </a:solidFill>
          </a:ln>
        </p:spPr>
        <p:txBody>
          <a:bodyPr wrap="square">
            <a:spAutoFit/>
          </a:bodyPr>
          <a:lstStyle/>
          <a:p>
            <a:r>
              <a:rPr lang="en-US" sz="1200"/>
              <a:t>Decode </a:t>
            </a:r>
            <a:r>
              <a:rPr lang="en-US" sz="1200" b="1"/>
              <a:t>shopper segment behaviors </a:t>
            </a:r>
            <a:r>
              <a:rPr lang="en-US" sz="1200"/>
              <a:t>(by age, income, household size) using panel KPIs — such as </a:t>
            </a:r>
            <a:r>
              <a:rPr lang="en-US" sz="1200" i="1"/>
              <a:t>penetration, frequency, and spend per tri</a:t>
            </a:r>
            <a:r>
              <a:rPr lang="en-US" sz="1200"/>
              <a:t>p — to uncover whitespace &amp; growth opportunities.</a:t>
            </a:r>
            <a:endParaRPr lang="en-IN" sz="1200"/>
          </a:p>
        </p:txBody>
      </p:sp>
      <p:sp>
        <p:nvSpPr>
          <p:cNvPr id="17" name="TextBox 16">
            <a:extLst>
              <a:ext uri="{FF2B5EF4-FFF2-40B4-BE49-F238E27FC236}">
                <a16:creationId xmlns:a16="http://schemas.microsoft.com/office/drawing/2014/main" id="{8A613D8B-F907-09A2-324F-5A77CAFCA9E2}"/>
              </a:ext>
            </a:extLst>
          </p:cNvPr>
          <p:cNvSpPr txBox="1"/>
          <p:nvPr/>
        </p:nvSpPr>
        <p:spPr>
          <a:xfrm>
            <a:off x="9065491" y="6626951"/>
            <a:ext cx="3187469" cy="21544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lang="en-US" sz="800" i="1"/>
              <a:t>*All figures shown are indicative and intended solely for representation</a:t>
            </a:r>
            <a:endParaRPr lang="en-US" altLang="en-US" sz="800" i="1"/>
          </a:p>
        </p:txBody>
      </p:sp>
      <p:sp>
        <p:nvSpPr>
          <p:cNvPr id="76" name="Right Brace 75">
            <a:extLst>
              <a:ext uri="{FF2B5EF4-FFF2-40B4-BE49-F238E27FC236}">
                <a16:creationId xmlns:a16="http://schemas.microsoft.com/office/drawing/2014/main" id="{D3E1CB7C-DFE1-86E2-B5AE-679915446645}"/>
              </a:ext>
            </a:extLst>
          </p:cNvPr>
          <p:cNvSpPr/>
          <p:nvPr/>
        </p:nvSpPr>
        <p:spPr>
          <a:xfrm>
            <a:off x="9497071" y="1472967"/>
            <a:ext cx="414269" cy="4759817"/>
          </a:xfrm>
          <a:prstGeom prst="rightBrace">
            <a:avLst>
              <a:gd name="adj1" fmla="val 59603"/>
              <a:gd name="adj2" fmla="val 52882"/>
            </a:avLst>
          </a:prstGeom>
          <a:ln w="12700">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0" name="Rectangle 39">
            <a:extLst>
              <a:ext uri="{FF2B5EF4-FFF2-40B4-BE49-F238E27FC236}">
                <a16:creationId xmlns:a16="http://schemas.microsoft.com/office/drawing/2014/main" id="{C5E58041-94A0-07A4-8144-ADFDDAB200A3}"/>
              </a:ext>
            </a:extLst>
          </p:cNvPr>
          <p:cNvSpPr/>
          <p:nvPr/>
        </p:nvSpPr>
        <p:spPr>
          <a:xfrm>
            <a:off x="0" y="112015"/>
            <a:ext cx="1801368" cy="2077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2.Descriptive Analysis</a:t>
            </a:r>
          </a:p>
        </p:txBody>
      </p:sp>
      <p:sp>
        <p:nvSpPr>
          <p:cNvPr id="56" name="Rectangle 55">
            <a:extLst>
              <a:ext uri="{FF2B5EF4-FFF2-40B4-BE49-F238E27FC236}">
                <a16:creationId xmlns:a16="http://schemas.microsoft.com/office/drawing/2014/main" id="{AB463108-0224-4836-4591-1243A4B59B8F}"/>
              </a:ext>
            </a:extLst>
          </p:cNvPr>
          <p:cNvSpPr/>
          <p:nvPr/>
        </p:nvSpPr>
        <p:spPr>
          <a:xfrm>
            <a:off x="9991301" y="1593368"/>
            <a:ext cx="1801368" cy="278280"/>
          </a:xfrm>
          <a:prstGeom prst="rect">
            <a:avLst/>
          </a:prstGeom>
          <a:solidFill>
            <a:srgbClr val="F196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Panel - Illustrative</a:t>
            </a:r>
          </a:p>
        </p:txBody>
      </p:sp>
      <p:grpSp>
        <p:nvGrpSpPr>
          <p:cNvPr id="91" name="Group 90">
            <a:extLst>
              <a:ext uri="{FF2B5EF4-FFF2-40B4-BE49-F238E27FC236}">
                <a16:creationId xmlns:a16="http://schemas.microsoft.com/office/drawing/2014/main" id="{91E5DBEF-CCFF-5C25-192B-840D0CC49B66}"/>
              </a:ext>
            </a:extLst>
          </p:cNvPr>
          <p:cNvGrpSpPr/>
          <p:nvPr/>
        </p:nvGrpSpPr>
        <p:grpSpPr>
          <a:xfrm>
            <a:off x="5896164" y="4072222"/>
            <a:ext cx="3527896" cy="2331080"/>
            <a:chOff x="159354" y="3484666"/>
            <a:chExt cx="3527896" cy="2476049"/>
          </a:xfrm>
        </p:grpSpPr>
        <p:grpSp>
          <p:nvGrpSpPr>
            <p:cNvPr id="50" name="Group 49">
              <a:extLst>
                <a:ext uri="{FF2B5EF4-FFF2-40B4-BE49-F238E27FC236}">
                  <a16:creationId xmlns:a16="http://schemas.microsoft.com/office/drawing/2014/main" id="{2CBA57B9-AF72-C3B0-ECF0-7FC9D95A1398}"/>
                </a:ext>
              </a:extLst>
            </p:cNvPr>
            <p:cNvGrpSpPr/>
            <p:nvPr/>
          </p:nvGrpSpPr>
          <p:grpSpPr>
            <a:xfrm>
              <a:off x="388964" y="3724703"/>
              <a:ext cx="3298286" cy="2236012"/>
              <a:chOff x="6533106" y="1876925"/>
              <a:chExt cx="3298286" cy="2236012"/>
            </a:xfrm>
          </p:grpSpPr>
          <p:grpSp>
            <p:nvGrpSpPr>
              <p:cNvPr id="24" name="Group 23">
                <a:extLst>
                  <a:ext uri="{FF2B5EF4-FFF2-40B4-BE49-F238E27FC236}">
                    <a16:creationId xmlns:a16="http://schemas.microsoft.com/office/drawing/2014/main" id="{534ED547-D39C-5A81-4429-CAFDB1BF476C}"/>
                  </a:ext>
                </a:extLst>
              </p:cNvPr>
              <p:cNvGrpSpPr/>
              <p:nvPr/>
            </p:nvGrpSpPr>
            <p:grpSpPr>
              <a:xfrm>
                <a:off x="6533106" y="1876925"/>
                <a:ext cx="3298286" cy="2236012"/>
                <a:chOff x="322070" y="3628122"/>
                <a:chExt cx="4480552" cy="3011707"/>
              </a:xfrm>
            </p:grpSpPr>
            <p:sp>
              <p:nvSpPr>
                <p:cNvPr id="26" name="Rectangle: Rounded Corners 25">
                  <a:extLst>
                    <a:ext uri="{FF2B5EF4-FFF2-40B4-BE49-F238E27FC236}">
                      <a16:creationId xmlns:a16="http://schemas.microsoft.com/office/drawing/2014/main" id="{F3683622-4F0A-D371-BD44-95DDE4903408}"/>
                    </a:ext>
                  </a:extLst>
                </p:cNvPr>
                <p:cNvSpPr/>
                <p:nvPr/>
              </p:nvSpPr>
              <p:spPr>
                <a:xfrm>
                  <a:off x="2817046" y="3680871"/>
                  <a:ext cx="1849526" cy="1154016"/>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EB738A71-D738-4F28-B573-5F92C26771E6}"/>
                    </a:ext>
                  </a:extLst>
                </p:cNvPr>
                <p:cNvSpPr/>
                <p:nvPr/>
              </p:nvSpPr>
              <p:spPr>
                <a:xfrm>
                  <a:off x="2817046" y="5017927"/>
                  <a:ext cx="1849526" cy="1154016"/>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74948543-DA0B-4D32-3B82-BD5BB630BBBF}"/>
                    </a:ext>
                  </a:extLst>
                </p:cNvPr>
                <p:cNvSpPr/>
                <p:nvPr/>
              </p:nvSpPr>
              <p:spPr>
                <a:xfrm>
                  <a:off x="724598" y="5017927"/>
                  <a:ext cx="1849526" cy="1154016"/>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Rounded Corners 29">
                  <a:extLst>
                    <a:ext uri="{FF2B5EF4-FFF2-40B4-BE49-F238E27FC236}">
                      <a16:creationId xmlns:a16="http://schemas.microsoft.com/office/drawing/2014/main" id="{1B62FAE8-CE3D-83E2-17AB-ED803128DD88}"/>
                    </a:ext>
                  </a:extLst>
                </p:cNvPr>
                <p:cNvSpPr/>
                <p:nvPr/>
              </p:nvSpPr>
              <p:spPr>
                <a:xfrm>
                  <a:off x="724598" y="3680871"/>
                  <a:ext cx="1849526" cy="1154016"/>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5" name="Group 34">
                  <a:extLst>
                    <a:ext uri="{FF2B5EF4-FFF2-40B4-BE49-F238E27FC236}">
                      <a16:creationId xmlns:a16="http://schemas.microsoft.com/office/drawing/2014/main" id="{E0E894AF-4773-CCCC-6376-5EDDE7713F74}"/>
                    </a:ext>
                  </a:extLst>
                </p:cNvPr>
                <p:cNvGrpSpPr/>
                <p:nvPr/>
              </p:nvGrpSpPr>
              <p:grpSpPr>
                <a:xfrm>
                  <a:off x="577623" y="3628122"/>
                  <a:ext cx="4224999" cy="2711051"/>
                  <a:chOff x="6261257" y="3669030"/>
                  <a:chExt cx="4224999" cy="2947900"/>
                </a:xfrm>
              </p:grpSpPr>
              <p:cxnSp>
                <p:nvCxnSpPr>
                  <p:cNvPr id="57" name="Straight Arrow Connector 56">
                    <a:extLst>
                      <a:ext uri="{FF2B5EF4-FFF2-40B4-BE49-F238E27FC236}">
                        <a16:creationId xmlns:a16="http://schemas.microsoft.com/office/drawing/2014/main" id="{0D1880A4-A706-2C8A-F217-7BFB93943F36}"/>
                      </a:ext>
                    </a:extLst>
                  </p:cNvPr>
                  <p:cNvCxnSpPr>
                    <a:cxnSpLocks/>
                  </p:cNvCxnSpPr>
                  <p:nvPr/>
                </p:nvCxnSpPr>
                <p:spPr>
                  <a:xfrm>
                    <a:off x="8360383" y="3669030"/>
                    <a:ext cx="0" cy="2947900"/>
                  </a:xfrm>
                  <a:prstGeom prst="straightConnector1">
                    <a:avLst/>
                  </a:prstGeom>
                  <a:ln>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DD2A02D8-6B20-5790-230A-CC34E9768258}"/>
                      </a:ext>
                    </a:extLst>
                  </p:cNvPr>
                  <p:cNvCxnSpPr>
                    <a:cxnSpLocks/>
                  </p:cNvCxnSpPr>
                  <p:nvPr/>
                </p:nvCxnSpPr>
                <p:spPr>
                  <a:xfrm>
                    <a:off x="6261257" y="5052058"/>
                    <a:ext cx="4224999" cy="0"/>
                  </a:xfrm>
                  <a:prstGeom prst="straightConnector1">
                    <a:avLst/>
                  </a:prstGeom>
                  <a:ln>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6" name="TextBox 35">
                  <a:extLst>
                    <a:ext uri="{FF2B5EF4-FFF2-40B4-BE49-F238E27FC236}">
                      <a16:creationId xmlns:a16="http://schemas.microsoft.com/office/drawing/2014/main" id="{F4FD261F-7991-4DC9-9526-252E26CB41FD}"/>
                    </a:ext>
                  </a:extLst>
                </p:cNvPr>
                <p:cNvSpPr txBox="1"/>
                <p:nvPr/>
              </p:nvSpPr>
              <p:spPr>
                <a:xfrm rot="16200000">
                  <a:off x="-673590" y="4750326"/>
                  <a:ext cx="2325800" cy="334479"/>
                </a:xfrm>
                <a:prstGeom prst="rect">
                  <a:avLst/>
                </a:prstGeom>
                <a:noFill/>
              </p:spPr>
              <p:txBody>
                <a:bodyPr wrap="square" rtlCol="0">
                  <a:spAutoFit/>
                </a:bodyPr>
                <a:lstStyle/>
                <a:p>
                  <a:r>
                    <a:rPr lang="en-IN" sz="1000">
                      <a:solidFill>
                        <a:srgbClr val="CF852D"/>
                      </a:solidFill>
                    </a:rPr>
                    <a:t>Overall Market Growth  (YoY)</a:t>
                  </a:r>
                </a:p>
              </p:txBody>
            </p:sp>
            <p:sp>
              <p:nvSpPr>
                <p:cNvPr id="37" name="TextBox 36">
                  <a:extLst>
                    <a:ext uri="{FF2B5EF4-FFF2-40B4-BE49-F238E27FC236}">
                      <a16:creationId xmlns:a16="http://schemas.microsoft.com/office/drawing/2014/main" id="{8DB24B92-388A-DC04-3DEF-98DACF1151DC}"/>
                    </a:ext>
                  </a:extLst>
                </p:cNvPr>
                <p:cNvSpPr txBox="1"/>
                <p:nvPr/>
              </p:nvSpPr>
              <p:spPr>
                <a:xfrm>
                  <a:off x="1592905" y="6308192"/>
                  <a:ext cx="2588275" cy="331637"/>
                </a:xfrm>
                <a:prstGeom prst="rect">
                  <a:avLst/>
                </a:prstGeom>
                <a:noFill/>
              </p:spPr>
              <p:txBody>
                <a:bodyPr wrap="square" rtlCol="0">
                  <a:spAutoFit/>
                </a:bodyPr>
                <a:lstStyle>
                  <a:defPPr>
                    <a:defRPr lang="en-US"/>
                  </a:defPPr>
                  <a:lvl1pPr>
                    <a:defRPr sz="1200"/>
                  </a:lvl1pPr>
                </a:lstStyle>
                <a:p>
                  <a:r>
                    <a:rPr lang="en-IN" sz="1000">
                      <a:solidFill>
                        <a:srgbClr val="CF852D"/>
                      </a:solidFill>
                    </a:rPr>
                    <a:t>Own Penetration Growth (YoY)</a:t>
                  </a:r>
                </a:p>
              </p:txBody>
            </p:sp>
          </p:grpSp>
          <p:grpSp>
            <p:nvGrpSpPr>
              <p:cNvPr id="64" name="Group 63">
                <a:extLst>
                  <a:ext uri="{FF2B5EF4-FFF2-40B4-BE49-F238E27FC236}">
                    <a16:creationId xmlns:a16="http://schemas.microsoft.com/office/drawing/2014/main" id="{8EE83A0C-FC0F-E341-B55C-EC739E3369E8}"/>
                  </a:ext>
                </a:extLst>
              </p:cNvPr>
              <p:cNvGrpSpPr/>
              <p:nvPr/>
            </p:nvGrpSpPr>
            <p:grpSpPr>
              <a:xfrm>
                <a:off x="6980857" y="1996839"/>
                <a:ext cx="680957" cy="666703"/>
                <a:chOff x="1680210" y="2888773"/>
                <a:chExt cx="690330" cy="675879"/>
              </a:xfrm>
            </p:grpSpPr>
            <p:sp>
              <p:nvSpPr>
                <p:cNvPr id="65" name="Oval 64">
                  <a:extLst>
                    <a:ext uri="{FF2B5EF4-FFF2-40B4-BE49-F238E27FC236}">
                      <a16:creationId xmlns:a16="http://schemas.microsoft.com/office/drawing/2014/main" id="{95445E6F-8A75-2E17-D457-EB11AD86086C}"/>
                    </a:ext>
                  </a:extLst>
                </p:cNvPr>
                <p:cNvSpPr/>
                <p:nvPr/>
              </p:nvSpPr>
              <p:spPr>
                <a:xfrm>
                  <a:off x="1680210" y="2888773"/>
                  <a:ext cx="675879" cy="675879"/>
                </a:xfrm>
                <a:prstGeom prst="ellipse">
                  <a:avLst/>
                </a:prstGeom>
                <a:solidFill>
                  <a:srgbClr val="DE8F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TextBox 65">
                  <a:extLst>
                    <a:ext uri="{FF2B5EF4-FFF2-40B4-BE49-F238E27FC236}">
                      <a16:creationId xmlns:a16="http://schemas.microsoft.com/office/drawing/2014/main" id="{91EB7C3B-59A6-FEC3-BB0B-FFAD9B0FBCED}"/>
                    </a:ext>
                  </a:extLst>
                </p:cNvPr>
                <p:cNvSpPr txBox="1"/>
                <p:nvPr/>
              </p:nvSpPr>
              <p:spPr>
                <a:xfrm>
                  <a:off x="1680210" y="2999771"/>
                  <a:ext cx="690330" cy="468019"/>
                </a:xfrm>
                <a:prstGeom prst="rect">
                  <a:avLst/>
                </a:prstGeom>
                <a:noFill/>
              </p:spPr>
              <p:txBody>
                <a:bodyPr wrap="square" rtlCol="0">
                  <a:spAutoFit/>
                </a:bodyPr>
                <a:lstStyle/>
                <a:p>
                  <a:pPr algn="ctr"/>
                  <a:r>
                    <a:rPr lang="en-IN" sz="800">
                      <a:solidFill>
                        <a:schemeClr val="bg1"/>
                      </a:solidFill>
                    </a:rPr>
                    <a:t>Medium Income Group</a:t>
                  </a:r>
                </a:p>
              </p:txBody>
            </p:sp>
          </p:grpSp>
          <p:grpSp>
            <p:nvGrpSpPr>
              <p:cNvPr id="67" name="Group 66">
                <a:extLst>
                  <a:ext uri="{FF2B5EF4-FFF2-40B4-BE49-F238E27FC236}">
                    <a16:creationId xmlns:a16="http://schemas.microsoft.com/office/drawing/2014/main" id="{C1FF7B42-2E29-8C47-98A2-85F6A5892077}"/>
                  </a:ext>
                </a:extLst>
              </p:cNvPr>
              <p:cNvGrpSpPr/>
              <p:nvPr/>
            </p:nvGrpSpPr>
            <p:grpSpPr>
              <a:xfrm>
                <a:off x="7584161" y="2218643"/>
                <a:ext cx="551086" cy="517171"/>
                <a:chOff x="1680210" y="2888773"/>
                <a:chExt cx="720205" cy="675879"/>
              </a:xfrm>
            </p:grpSpPr>
            <p:sp>
              <p:nvSpPr>
                <p:cNvPr id="68" name="Oval 67">
                  <a:extLst>
                    <a:ext uri="{FF2B5EF4-FFF2-40B4-BE49-F238E27FC236}">
                      <a16:creationId xmlns:a16="http://schemas.microsoft.com/office/drawing/2014/main" id="{19825968-14D5-2808-C38E-CA852D9D0CC7}"/>
                    </a:ext>
                  </a:extLst>
                </p:cNvPr>
                <p:cNvSpPr/>
                <p:nvPr/>
              </p:nvSpPr>
              <p:spPr>
                <a:xfrm>
                  <a:off x="1680210" y="2888773"/>
                  <a:ext cx="675879" cy="675879"/>
                </a:xfrm>
                <a:prstGeom prst="ellipse">
                  <a:avLst/>
                </a:prstGeom>
                <a:solidFill>
                  <a:srgbClr val="FBA2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9" name="TextBox 68">
                  <a:extLst>
                    <a:ext uri="{FF2B5EF4-FFF2-40B4-BE49-F238E27FC236}">
                      <a16:creationId xmlns:a16="http://schemas.microsoft.com/office/drawing/2014/main" id="{735DF149-7095-B5A6-9902-B02F4B39DEAB}"/>
                    </a:ext>
                  </a:extLst>
                </p:cNvPr>
                <p:cNvSpPr txBox="1"/>
                <p:nvPr/>
              </p:nvSpPr>
              <p:spPr>
                <a:xfrm>
                  <a:off x="1710085" y="2924328"/>
                  <a:ext cx="690330" cy="603339"/>
                </a:xfrm>
                <a:prstGeom prst="rect">
                  <a:avLst/>
                </a:prstGeom>
                <a:noFill/>
              </p:spPr>
              <p:txBody>
                <a:bodyPr wrap="square" rtlCol="0">
                  <a:spAutoFit/>
                </a:bodyPr>
                <a:lstStyle/>
                <a:p>
                  <a:r>
                    <a:rPr lang="en-IN" sz="800">
                      <a:solidFill>
                        <a:schemeClr val="bg1"/>
                      </a:solidFill>
                    </a:rPr>
                    <a:t>High Income group</a:t>
                  </a:r>
                </a:p>
              </p:txBody>
            </p:sp>
          </p:grpSp>
          <p:grpSp>
            <p:nvGrpSpPr>
              <p:cNvPr id="9" name="Group 8">
                <a:extLst>
                  <a:ext uri="{FF2B5EF4-FFF2-40B4-BE49-F238E27FC236}">
                    <a16:creationId xmlns:a16="http://schemas.microsoft.com/office/drawing/2014/main" id="{919F7D6F-2889-6FAB-860B-EE3164A4CD2A}"/>
                  </a:ext>
                </a:extLst>
              </p:cNvPr>
              <p:cNvGrpSpPr/>
              <p:nvPr/>
            </p:nvGrpSpPr>
            <p:grpSpPr>
              <a:xfrm>
                <a:off x="8706001" y="3029836"/>
                <a:ext cx="531611" cy="517170"/>
                <a:chOff x="1661338" y="2888773"/>
                <a:chExt cx="694751" cy="675879"/>
              </a:xfrm>
            </p:grpSpPr>
            <p:sp>
              <p:nvSpPr>
                <p:cNvPr id="12" name="Oval 11">
                  <a:extLst>
                    <a:ext uri="{FF2B5EF4-FFF2-40B4-BE49-F238E27FC236}">
                      <a16:creationId xmlns:a16="http://schemas.microsoft.com/office/drawing/2014/main" id="{FDDDAE56-ED17-0820-B110-CD4CBC09BCF9}"/>
                    </a:ext>
                  </a:extLst>
                </p:cNvPr>
                <p:cNvSpPr/>
                <p:nvPr/>
              </p:nvSpPr>
              <p:spPr>
                <a:xfrm>
                  <a:off x="1680210" y="2888773"/>
                  <a:ext cx="675879" cy="675879"/>
                </a:xfrm>
                <a:prstGeom prst="ellipse">
                  <a:avLst/>
                </a:prstGeom>
                <a:solidFill>
                  <a:srgbClr val="E27D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0767AA84-6B6D-04A6-A48C-AE9900AA915B}"/>
                    </a:ext>
                  </a:extLst>
                </p:cNvPr>
                <p:cNvSpPr txBox="1"/>
                <p:nvPr/>
              </p:nvSpPr>
              <p:spPr>
                <a:xfrm>
                  <a:off x="1661338" y="2925042"/>
                  <a:ext cx="675448" cy="603341"/>
                </a:xfrm>
                <a:prstGeom prst="rect">
                  <a:avLst/>
                </a:prstGeom>
                <a:noFill/>
              </p:spPr>
              <p:txBody>
                <a:bodyPr wrap="square" rtlCol="0">
                  <a:spAutoFit/>
                </a:bodyPr>
                <a:lstStyle/>
                <a:p>
                  <a:r>
                    <a:rPr lang="en-IN" sz="800">
                      <a:solidFill>
                        <a:schemeClr val="bg1"/>
                      </a:solidFill>
                    </a:rPr>
                    <a:t>Low Income Group</a:t>
                  </a:r>
                </a:p>
              </p:txBody>
            </p:sp>
          </p:grpSp>
        </p:grpSp>
        <p:sp>
          <p:nvSpPr>
            <p:cNvPr id="60" name="TextBox 59">
              <a:extLst>
                <a:ext uri="{FF2B5EF4-FFF2-40B4-BE49-F238E27FC236}">
                  <a16:creationId xmlns:a16="http://schemas.microsoft.com/office/drawing/2014/main" id="{FF11080C-D5FC-DA74-F1BB-EA4FA2DABFCB}"/>
                </a:ext>
              </a:extLst>
            </p:cNvPr>
            <p:cNvSpPr txBox="1"/>
            <p:nvPr/>
          </p:nvSpPr>
          <p:spPr>
            <a:xfrm>
              <a:off x="159354" y="3484666"/>
              <a:ext cx="2353412" cy="230832"/>
            </a:xfrm>
            <a:prstGeom prst="rect">
              <a:avLst/>
            </a:prstGeom>
            <a:noFill/>
          </p:spPr>
          <p:txBody>
            <a:bodyPr wrap="square">
              <a:spAutoFit/>
            </a:bodyPr>
            <a:lstStyle/>
            <a:p>
              <a:pPr algn="ctr"/>
              <a:r>
                <a:rPr lang="en-US" sz="900" b="1">
                  <a:solidFill>
                    <a:srgbClr val="E27D05"/>
                  </a:solidFill>
                </a:rPr>
                <a:t>Which cohorts need to be looked at?</a:t>
              </a:r>
              <a:endParaRPr lang="en-IN" sz="900" b="1">
                <a:solidFill>
                  <a:srgbClr val="E27D05"/>
                </a:solidFill>
              </a:endParaRPr>
            </a:p>
          </p:txBody>
        </p:sp>
      </p:grpSp>
      <p:grpSp>
        <p:nvGrpSpPr>
          <p:cNvPr id="83" name="Group 82">
            <a:extLst>
              <a:ext uri="{FF2B5EF4-FFF2-40B4-BE49-F238E27FC236}">
                <a16:creationId xmlns:a16="http://schemas.microsoft.com/office/drawing/2014/main" id="{22EC77E6-C4A3-8DA4-80C2-81D984050AF1}"/>
              </a:ext>
            </a:extLst>
          </p:cNvPr>
          <p:cNvGrpSpPr/>
          <p:nvPr/>
        </p:nvGrpSpPr>
        <p:grpSpPr>
          <a:xfrm>
            <a:off x="4260474" y="1467654"/>
            <a:ext cx="5112722" cy="2595899"/>
            <a:chOff x="4550299" y="3605918"/>
            <a:chExt cx="5112722" cy="2595899"/>
          </a:xfrm>
        </p:grpSpPr>
        <p:sp>
          <p:nvSpPr>
            <p:cNvPr id="53" name="Rectangle 52">
              <a:extLst>
                <a:ext uri="{FF2B5EF4-FFF2-40B4-BE49-F238E27FC236}">
                  <a16:creationId xmlns:a16="http://schemas.microsoft.com/office/drawing/2014/main" id="{48FD07A6-77B2-9F38-382E-E863CA471943}"/>
                </a:ext>
              </a:extLst>
            </p:cNvPr>
            <p:cNvSpPr/>
            <p:nvPr/>
          </p:nvSpPr>
          <p:spPr>
            <a:xfrm>
              <a:off x="4684109" y="3881506"/>
              <a:ext cx="4978912" cy="217007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44" name="Chart 43">
              <a:extLst>
                <a:ext uri="{FF2B5EF4-FFF2-40B4-BE49-F238E27FC236}">
                  <a16:creationId xmlns:a16="http://schemas.microsoft.com/office/drawing/2014/main" id="{AFA0C56E-95A7-5794-7EA3-5BBF0EF24E05}"/>
                </a:ext>
              </a:extLst>
            </p:cNvPr>
            <p:cNvGraphicFramePr/>
            <p:nvPr>
              <p:extLst>
                <p:ext uri="{D42A27DB-BD31-4B8C-83A1-F6EECF244321}">
                  <p14:modId xmlns:p14="http://schemas.microsoft.com/office/powerpoint/2010/main" val="2497727301"/>
                </p:ext>
              </p:extLst>
            </p:nvPr>
          </p:nvGraphicFramePr>
          <p:xfrm>
            <a:off x="4888980" y="3943040"/>
            <a:ext cx="4294611" cy="2258777"/>
          </p:xfrm>
          <a:graphic>
            <a:graphicData uri="http://schemas.openxmlformats.org/drawingml/2006/chart">
              <c:chart xmlns:c="http://schemas.openxmlformats.org/drawingml/2006/chart" xmlns:r="http://schemas.openxmlformats.org/officeDocument/2006/relationships" r:id="rId3"/>
            </a:graphicData>
          </a:graphic>
        </p:graphicFrame>
        <p:sp>
          <p:nvSpPr>
            <p:cNvPr id="52" name="TextBox 51">
              <a:extLst>
                <a:ext uri="{FF2B5EF4-FFF2-40B4-BE49-F238E27FC236}">
                  <a16:creationId xmlns:a16="http://schemas.microsoft.com/office/drawing/2014/main" id="{2D0A0892-8787-F298-1CDE-3B38A8F5001C}"/>
                </a:ext>
              </a:extLst>
            </p:cNvPr>
            <p:cNvSpPr txBox="1"/>
            <p:nvPr/>
          </p:nvSpPr>
          <p:spPr>
            <a:xfrm>
              <a:off x="4550299" y="3605918"/>
              <a:ext cx="3379816" cy="246221"/>
            </a:xfrm>
            <a:prstGeom prst="rect">
              <a:avLst/>
            </a:prstGeom>
            <a:noFill/>
          </p:spPr>
          <p:txBody>
            <a:bodyPr wrap="square">
              <a:spAutoFit/>
            </a:bodyPr>
            <a:lstStyle/>
            <a:p>
              <a:pPr algn="ctr"/>
              <a:r>
                <a:rPr lang="en-US" sz="1000" b="1">
                  <a:solidFill>
                    <a:srgbClr val="E27D05"/>
                  </a:solidFill>
                </a:rPr>
                <a:t>YoY Growth for Penetration, Purchase Size &amp; Frequency</a:t>
              </a:r>
              <a:endParaRPr lang="en-IN" sz="1000" b="1">
                <a:solidFill>
                  <a:srgbClr val="E27D05"/>
                </a:solidFill>
              </a:endParaRPr>
            </a:p>
          </p:txBody>
        </p:sp>
      </p:grpSp>
      <p:grpSp>
        <p:nvGrpSpPr>
          <p:cNvPr id="92" name="Group 91">
            <a:extLst>
              <a:ext uri="{FF2B5EF4-FFF2-40B4-BE49-F238E27FC236}">
                <a16:creationId xmlns:a16="http://schemas.microsoft.com/office/drawing/2014/main" id="{7471B448-E7B8-6977-5B4A-3BD68F28DBA5}"/>
              </a:ext>
            </a:extLst>
          </p:cNvPr>
          <p:cNvGrpSpPr/>
          <p:nvPr/>
        </p:nvGrpSpPr>
        <p:grpSpPr>
          <a:xfrm>
            <a:off x="528833" y="1618089"/>
            <a:ext cx="3514198" cy="2141177"/>
            <a:chOff x="214754" y="775499"/>
            <a:chExt cx="2949982" cy="2638777"/>
          </a:xfrm>
        </p:grpSpPr>
        <p:graphicFrame>
          <p:nvGraphicFramePr>
            <p:cNvPr id="86" name="Chart 85">
              <a:extLst>
                <a:ext uri="{FF2B5EF4-FFF2-40B4-BE49-F238E27FC236}">
                  <a16:creationId xmlns:a16="http://schemas.microsoft.com/office/drawing/2014/main" id="{AFD4F487-7B70-79F2-9FB1-A4520A1C5485}"/>
                </a:ext>
              </a:extLst>
            </p:cNvPr>
            <p:cNvGraphicFramePr/>
            <p:nvPr>
              <p:extLst>
                <p:ext uri="{D42A27DB-BD31-4B8C-83A1-F6EECF244321}">
                  <p14:modId xmlns:p14="http://schemas.microsoft.com/office/powerpoint/2010/main" val="4115309271"/>
                </p:ext>
              </p:extLst>
            </p:nvPr>
          </p:nvGraphicFramePr>
          <p:xfrm>
            <a:off x="214755" y="775499"/>
            <a:ext cx="2949981" cy="144989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0" name="Chart 89">
              <a:extLst>
                <a:ext uri="{FF2B5EF4-FFF2-40B4-BE49-F238E27FC236}">
                  <a16:creationId xmlns:a16="http://schemas.microsoft.com/office/drawing/2014/main" id="{8DBF5A9A-FDAD-E125-1EEE-D80D656F83B8}"/>
                </a:ext>
              </a:extLst>
            </p:cNvPr>
            <p:cNvGraphicFramePr/>
            <p:nvPr>
              <p:extLst>
                <p:ext uri="{D42A27DB-BD31-4B8C-83A1-F6EECF244321}">
                  <p14:modId xmlns:p14="http://schemas.microsoft.com/office/powerpoint/2010/main" val="1281152509"/>
                </p:ext>
              </p:extLst>
            </p:nvPr>
          </p:nvGraphicFramePr>
          <p:xfrm>
            <a:off x="214754" y="1964386"/>
            <a:ext cx="2949981" cy="1449890"/>
          </p:xfrm>
          <a:graphic>
            <a:graphicData uri="http://schemas.openxmlformats.org/drawingml/2006/chart">
              <c:chart xmlns:c="http://schemas.openxmlformats.org/drawingml/2006/chart" xmlns:r="http://schemas.openxmlformats.org/officeDocument/2006/relationships" r:id="rId5"/>
            </a:graphicData>
          </a:graphic>
        </p:graphicFrame>
      </p:grpSp>
      <p:grpSp>
        <p:nvGrpSpPr>
          <p:cNvPr id="98" name="Group 97">
            <a:extLst>
              <a:ext uri="{FF2B5EF4-FFF2-40B4-BE49-F238E27FC236}">
                <a16:creationId xmlns:a16="http://schemas.microsoft.com/office/drawing/2014/main" id="{9DCBD84F-DDC0-8D50-E2FD-E0679A0E5464}"/>
              </a:ext>
            </a:extLst>
          </p:cNvPr>
          <p:cNvGrpSpPr/>
          <p:nvPr/>
        </p:nvGrpSpPr>
        <p:grpSpPr>
          <a:xfrm>
            <a:off x="120982" y="4059424"/>
            <a:ext cx="5981392" cy="2097340"/>
            <a:chOff x="3750426" y="1545524"/>
            <a:chExt cx="5981392" cy="2097340"/>
          </a:xfrm>
        </p:grpSpPr>
        <p:sp>
          <p:nvSpPr>
            <p:cNvPr id="96" name="Rectangle 95">
              <a:extLst>
                <a:ext uri="{FF2B5EF4-FFF2-40B4-BE49-F238E27FC236}">
                  <a16:creationId xmlns:a16="http://schemas.microsoft.com/office/drawing/2014/main" id="{BB646C96-35D8-0DCD-98A8-7B4F7CFE177C}"/>
                </a:ext>
              </a:extLst>
            </p:cNvPr>
            <p:cNvSpPr/>
            <p:nvPr/>
          </p:nvSpPr>
          <p:spPr>
            <a:xfrm>
              <a:off x="3985910" y="1783402"/>
              <a:ext cx="5521478" cy="1767774"/>
            </a:xfrm>
            <a:prstGeom prst="rect">
              <a:avLst/>
            </a:prstGeom>
            <a:solidFill>
              <a:schemeClr val="bg1">
                <a:lumMod val="95000"/>
              </a:schemeClr>
            </a:solidFill>
            <a:ln>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3" name="Group 92">
              <a:extLst>
                <a:ext uri="{FF2B5EF4-FFF2-40B4-BE49-F238E27FC236}">
                  <a16:creationId xmlns:a16="http://schemas.microsoft.com/office/drawing/2014/main" id="{EEB64147-90C8-623C-DAB2-6DF609CD0065}"/>
                </a:ext>
              </a:extLst>
            </p:cNvPr>
            <p:cNvGrpSpPr/>
            <p:nvPr/>
          </p:nvGrpSpPr>
          <p:grpSpPr>
            <a:xfrm>
              <a:off x="3750426" y="1545524"/>
              <a:ext cx="5981392" cy="2097340"/>
              <a:chOff x="3740061" y="1053419"/>
              <a:chExt cx="5981392" cy="2097340"/>
            </a:xfrm>
          </p:grpSpPr>
          <p:grpSp>
            <p:nvGrpSpPr>
              <p:cNvPr id="63" name="Group 62">
                <a:extLst>
                  <a:ext uri="{FF2B5EF4-FFF2-40B4-BE49-F238E27FC236}">
                    <a16:creationId xmlns:a16="http://schemas.microsoft.com/office/drawing/2014/main" id="{0FEAFB8E-873D-C44D-910E-1FF0091CFEB9}"/>
                  </a:ext>
                </a:extLst>
              </p:cNvPr>
              <p:cNvGrpSpPr/>
              <p:nvPr/>
            </p:nvGrpSpPr>
            <p:grpSpPr>
              <a:xfrm>
                <a:off x="3897838" y="1300018"/>
                <a:ext cx="5823615" cy="1850741"/>
                <a:chOff x="88287" y="1051560"/>
                <a:chExt cx="5823615" cy="1850741"/>
              </a:xfrm>
            </p:grpSpPr>
            <p:graphicFrame>
              <p:nvGraphicFramePr>
                <p:cNvPr id="13" name="Chart 12">
                  <a:extLst>
                    <a:ext uri="{FF2B5EF4-FFF2-40B4-BE49-F238E27FC236}">
                      <a16:creationId xmlns:a16="http://schemas.microsoft.com/office/drawing/2014/main" id="{F131D0FE-5A7C-12EF-C2E1-8110D3F1E12C}"/>
                    </a:ext>
                  </a:extLst>
                </p:cNvPr>
                <p:cNvGraphicFramePr/>
                <p:nvPr>
                  <p:extLst>
                    <p:ext uri="{D42A27DB-BD31-4B8C-83A1-F6EECF244321}">
                      <p14:modId xmlns:p14="http://schemas.microsoft.com/office/powerpoint/2010/main" val="1156725186"/>
                    </p:ext>
                  </p:extLst>
                </p:nvPr>
              </p:nvGraphicFramePr>
              <p:xfrm>
                <a:off x="975764" y="1051560"/>
                <a:ext cx="1637705" cy="1850741"/>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4" name="Chart 13">
                  <a:extLst>
                    <a:ext uri="{FF2B5EF4-FFF2-40B4-BE49-F238E27FC236}">
                      <a16:creationId xmlns:a16="http://schemas.microsoft.com/office/drawing/2014/main" id="{D64DBB38-1AC0-BE30-DD44-92354FCA833B}"/>
                    </a:ext>
                  </a:extLst>
                </p:cNvPr>
                <p:cNvGraphicFramePr/>
                <p:nvPr>
                  <p:extLst>
                    <p:ext uri="{D42A27DB-BD31-4B8C-83A1-F6EECF244321}">
                      <p14:modId xmlns:p14="http://schemas.microsoft.com/office/powerpoint/2010/main" val="2658738624"/>
                    </p:ext>
                  </p:extLst>
                </p:nvPr>
              </p:nvGraphicFramePr>
              <p:xfrm>
                <a:off x="2326656" y="1051560"/>
                <a:ext cx="1525903" cy="1850741"/>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5" name="Chart 14">
                  <a:extLst>
                    <a:ext uri="{FF2B5EF4-FFF2-40B4-BE49-F238E27FC236}">
                      <a16:creationId xmlns:a16="http://schemas.microsoft.com/office/drawing/2014/main" id="{E7F163D4-D68C-4222-48DE-65F7FCAD3A0E}"/>
                    </a:ext>
                  </a:extLst>
                </p:cNvPr>
                <p:cNvGraphicFramePr/>
                <p:nvPr>
                  <p:extLst>
                    <p:ext uri="{D42A27DB-BD31-4B8C-83A1-F6EECF244321}">
                      <p14:modId xmlns:p14="http://schemas.microsoft.com/office/powerpoint/2010/main" val="20580483"/>
                    </p:ext>
                  </p:extLst>
                </p:nvPr>
              </p:nvGraphicFramePr>
              <p:xfrm>
                <a:off x="3172478" y="1051560"/>
                <a:ext cx="1637705" cy="1850741"/>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6" name="Chart 15">
                  <a:extLst>
                    <a:ext uri="{FF2B5EF4-FFF2-40B4-BE49-F238E27FC236}">
                      <a16:creationId xmlns:a16="http://schemas.microsoft.com/office/drawing/2014/main" id="{4EFC05AC-65C0-7A97-CB89-847F0D149A30}"/>
                    </a:ext>
                  </a:extLst>
                </p:cNvPr>
                <p:cNvGraphicFramePr/>
                <p:nvPr>
                  <p:extLst>
                    <p:ext uri="{D42A27DB-BD31-4B8C-83A1-F6EECF244321}">
                      <p14:modId xmlns:p14="http://schemas.microsoft.com/office/powerpoint/2010/main" val="2856639395"/>
                    </p:ext>
                  </p:extLst>
                </p:nvPr>
              </p:nvGraphicFramePr>
              <p:xfrm>
                <a:off x="4274197" y="1051560"/>
                <a:ext cx="1637705" cy="1850741"/>
              </p:xfrm>
              <a:graphic>
                <a:graphicData uri="http://schemas.openxmlformats.org/drawingml/2006/chart">
                  <c:chart xmlns:c="http://schemas.openxmlformats.org/drawingml/2006/chart" xmlns:r="http://schemas.openxmlformats.org/officeDocument/2006/relationships" r:id="rId9"/>
                </a:graphicData>
              </a:graphic>
            </p:graphicFrame>
            <p:sp>
              <p:nvSpPr>
                <p:cNvPr id="22" name="Rectangle 21">
                  <a:extLst>
                    <a:ext uri="{FF2B5EF4-FFF2-40B4-BE49-F238E27FC236}">
                      <a16:creationId xmlns:a16="http://schemas.microsoft.com/office/drawing/2014/main" id="{26223AD1-9DA3-CE2A-0A97-55C70FFB4CFB}"/>
                    </a:ext>
                  </a:extLst>
                </p:cNvPr>
                <p:cNvSpPr/>
                <p:nvPr/>
              </p:nvSpPr>
              <p:spPr>
                <a:xfrm>
                  <a:off x="98606" y="1981557"/>
                  <a:ext cx="5638801" cy="242023"/>
                </a:xfrm>
                <a:prstGeom prst="rect">
                  <a:avLst/>
                </a:prstGeom>
                <a:noFill/>
                <a:ln>
                  <a:solidFill>
                    <a:schemeClr val="accent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532E32AC-5256-E758-DC5E-AC47BA916E28}"/>
                    </a:ext>
                  </a:extLst>
                </p:cNvPr>
                <p:cNvSpPr txBox="1"/>
                <p:nvPr/>
              </p:nvSpPr>
              <p:spPr>
                <a:xfrm>
                  <a:off x="217581" y="1576414"/>
                  <a:ext cx="980193" cy="207788"/>
                </a:xfrm>
                <a:prstGeom prst="rect">
                  <a:avLst/>
                </a:prstGeom>
                <a:noFill/>
              </p:spPr>
              <p:txBody>
                <a:bodyPr wrap="square" rtlCol="0">
                  <a:spAutoFit/>
                </a:bodyPr>
                <a:lstStyle/>
                <a:p>
                  <a:r>
                    <a:rPr lang="en-IN" sz="750"/>
                    <a:t>Low Income Group</a:t>
                  </a:r>
                </a:p>
              </p:txBody>
            </p:sp>
            <p:sp>
              <p:nvSpPr>
                <p:cNvPr id="25" name="TextBox 24">
                  <a:extLst>
                    <a:ext uri="{FF2B5EF4-FFF2-40B4-BE49-F238E27FC236}">
                      <a16:creationId xmlns:a16="http://schemas.microsoft.com/office/drawing/2014/main" id="{EC1E6137-0E45-C076-9345-21CCA8FE228B}"/>
                    </a:ext>
                  </a:extLst>
                </p:cNvPr>
                <p:cNvSpPr txBox="1"/>
                <p:nvPr/>
              </p:nvSpPr>
              <p:spPr>
                <a:xfrm>
                  <a:off x="88287" y="2004401"/>
                  <a:ext cx="1162358" cy="207749"/>
                </a:xfrm>
                <a:prstGeom prst="rect">
                  <a:avLst/>
                </a:prstGeom>
                <a:noFill/>
              </p:spPr>
              <p:txBody>
                <a:bodyPr wrap="square" rtlCol="0">
                  <a:spAutoFit/>
                </a:bodyPr>
                <a:lstStyle/>
                <a:p>
                  <a:r>
                    <a:rPr lang="en-IN" sz="750"/>
                    <a:t>Medium Income Group</a:t>
                  </a:r>
                </a:p>
              </p:txBody>
            </p:sp>
            <p:sp>
              <p:nvSpPr>
                <p:cNvPr id="34" name="TextBox 33">
                  <a:extLst>
                    <a:ext uri="{FF2B5EF4-FFF2-40B4-BE49-F238E27FC236}">
                      <a16:creationId xmlns:a16="http://schemas.microsoft.com/office/drawing/2014/main" id="{1B631944-4CBE-BFBA-6B93-0F884B3F7EA7}"/>
                    </a:ext>
                  </a:extLst>
                </p:cNvPr>
                <p:cNvSpPr txBox="1"/>
                <p:nvPr/>
              </p:nvSpPr>
              <p:spPr>
                <a:xfrm>
                  <a:off x="185641" y="2432749"/>
                  <a:ext cx="1162358" cy="207749"/>
                </a:xfrm>
                <a:prstGeom prst="rect">
                  <a:avLst/>
                </a:prstGeom>
                <a:noFill/>
              </p:spPr>
              <p:txBody>
                <a:bodyPr wrap="square" rtlCol="0">
                  <a:spAutoFit/>
                </a:bodyPr>
                <a:lstStyle/>
                <a:p>
                  <a:r>
                    <a:rPr lang="en-IN" sz="750"/>
                    <a:t>High Income Group</a:t>
                  </a:r>
                </a:p>
              </p:txBody>
            </p:sp>
          </p:grpSp>
          <p:sp>
            <p:nvSpPr>
              <p:cNvPr id="61" name="TextBox 60">
                <a:extLst>
                  <a:ext uri="{FF2B5EF4-FFF2-40B4-BE49-F238E27FC236}">
                    <a16:creationId xmlns:a16="http://schemas.microsoft.com/office/drawing/2014/main" id="{64659BFB-E63C-AE2E-0E3D-4DACCEB97015}"/>
                  </a:ext>
                </a:extLst>
              </p:cNvPr>
              <p:cNvSpPr txBox="1"/>
              <p:nvPr/>
            </p:nvSpPr>
            <p:spPr>
              <a:xfrm>
                <a:off x="3740061" y="1053419"/>
                <a:ext cx="2696404" cy="246221"/>
              </a:xfrm>
              <a:prstGeom prst="rect">
                <a:avLst/>
              </a:prstGeom>
              <a:noFill/>
            </p:spPr>
            <p:txBody>
              <a:bodyPr wrap="square">
                <a:spAutoFit/>
              </a:bodyPr>
              <a:lstStyle/>
              <a:p>
                <a:pPr algn="ctr"/>
                <a:r>
                  <a:rPr lang="en-US" sz="1000" b="1">
                    <a:solidFill>
                      <a:srgbClr val="E27D05"/>
                    </a:solidFill>
                  </a:rPr>
                  <a:t>Where can we unlock value for Mondelez?</a:t>
                </a:r>
                <a:endParaRPr lang="en-IN" sz="1000" b="1">
                  <a:solidFill>
                    <a:srgbClr val="E27D05"/>
                  </a:solidFill>
                </a:endParaRPr>
              </a:p>
            </p:txBody>
          </p:sp>
        </p:grpSp>
      </p:grpSp>
    </p:spTree>
    <p:extLst>
      <p:ext uri="{BB962C8B-B14F-4D97-AF65-F5344CB8AC3E}">
        <p14:creationId xmlns:p14="http://schemas.microsoft.com/office/powerpoint/2010/main" val="3414039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DE788-0353-EF2B-D0FF-1D86C78B763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0420B75-5154-8E14-20A4-17275FF159A7}"/>
              </a:ext>
            </a:extLst>
          </p:cNvPr>
          <p:cNvSpPr txBox="1"/>
          <p:nvPr/>
        </p:nvSpPr>
        <p:spPr>
          <a:xfrm>
            <a:off x="395601" y="397117"/>
            <a:ext cx="11269248" cy="461665"/>
          </a:xfrm>
          <a:prstGeom prst="rect">
            <a:avLst/>
          </a:prstGeom>
          <a:noFill/>
        </p:spPr>
        <p:txBody>
          <a:bodyPr wrap="square">
            <a:spAutoFit/>
          </a:bodyPr>
          <a:lstStyle/>
          <a:p>
            <a:r>
              <a:rPr lang="en-US" sz="2400" dirty="0">
                <a:latin typeface="Avenir Next" panose="020B0503020202020204"/>
                <a:ea typeface="+mj-ea"/>
                <a:cs typeface="+mj-cs"/>
              </a:rPr>
              <a:t>Price Promo </a:t>
            </a:r>
            <a:r>
              <a:rPr lang="en-US" sz="2400" dirty="0" err="1">
                <a:latin typeface="Avenir Next" panose="020B0503020202020204"/>
                <a:ea typeface="+mj-ea"/>
                <a:cs typeface="+mj-cs"/>
              </a:rPr>
              <a:t>Optimisation</a:t>
            </a:r>
            <a:r>
              <a:rPr lang="en-US" sz="2400" dirty="0">
                <a:latin typeface="Avenir Next" panose="020B0503020202020204"/>
                <a:ea typeface="+mj-ea"/>
                <a:cs typeface="+mj-cs"/>
              </a:rPr>
              <a:t> Engine implemented for Fortune 20 CPG company</a:t>
            </a:r>
          </a:p>
        </p:txBody>
      </p:sp>
      <p:grpSp>
        <p:nvGrpSpPr>
          <p:cNvPr id="44" name="Group 43">
            <a:extLst>
              <a:ext uri="{FF2B5EF4-FFF2-40B4-BE49-F238E27FC236}">
                <a16:creationId xmlns:a16="http://schemas.microsoft.com/office/drawing/2014/main" id="{08DB2A21-AD44-06AF-A0A2-CDF93B655120}"/>
              </a:ext>
            </a:extLst>
          </p:cNvPr>
          <p:cNvGrpSpPr/>
          <p:nvPr/>
        </p:nvGrpSpPr>
        <p:grpSpPr>
          <a:xfrm>
            <a:off x="431386" y="1581303"/>
            <a:ext cx="1504647" cy="922988"/>
            <a:chOff x="266972" y="1420476"/>
            <a:chExt cx="1827605" cy="922988"/>
          </a:xfrm>
        </p:grpSpPr>
        <p:sp>
          <p:nvSpPr>
            <p:cNvPr id="18" name="Rectangle 17">
              <a:extLst>
                <a:ext uri="{FF2B5EF4-FFF2-40B4-BE49-F238E27FC236}">
                  <a16:creationId xmlns:a16="http://schemas.microsoft.com/office/drawing/2014/main" id="{6948F7F4-699E-AA06-E7EE-F0D0CC70493E}"/>
                </a:ext>
              </a:extLst>
            </p:cNvPr>
            <p:cNvSpPr/>
            <p:nvPr/>
          </p:nvSpPr>
          <p:spPr>
            <a:xfrm>
              <a:off x="277859" y="1420476"/>
              <a:ext cx="1816718" cy="92298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DFB5606-70A3-E72B-BFEF-7B67386505FF}"/>
                </a:ext>
              </a:extLst>
            </p:cNvPr>
            <p:cNvSpPr txBox="1"/>
            <p:nvPr/>
          </p:nvSpPr>
          <p:spPr>
            <a:xfrm>
              <a:off x="266972" y="1428229"/>
              <a:ext cx="1816718" cy="769441"/>
            </a:xfrm>
            <a:prstGeom prst="rect">
              <a:avLst/>
            </a:prstGeom>
            <a:noFill/>
          </p:spPr>
          <p:txBody>
            <a:bodyPr wrap="square">
              <a:spAutoFit/>
            </a:bodyPr>
            <a:lstStyle/>
            <a:p>
              <a:r>
                <a:rPr lang="en-US" sz="1100" b="1">
                  <a:solidFill>
                    <a:srgbClr val="F26538"/>
                  </a:solidFill>
                  <a:ea typeface="Calibri"/>
                  <a:cs typeface="Calibri"/>
                </a:rPr>
                <a:t>Price/Volume</a:t>
              </a:r>
            </a:p>
            <a:p>
              <a:r>
                <a:rPr lang="en-US" sz="1100">
                  <a:ea typeface="Calibri"/>
                  <a:cs typeface="Calibri"/>
                </a:rPr>
                <a:t> - Base Price/Volume</a:t>
              </a:r>
            </a:p>
            <a:p>
              <a:r>
                <a:rPr lang="en-US" sz="1100">
                  <a:ea typeface="Calibri"/>
                  <a:cs typeface="Calibri"/>
                </a:rPr>
                <a:t> - Promo price/Volume</a:t>
              </a:r>
            </a:p>
            <a:p>
              <a:r>
                <a:rPr lang="en-US" sz="1100">
                  <a:ea typeface="Calibri"/>
                  <a:cs typeface="Calibri"/>
                </a:rPr>
                <a:t> - Promo Conditions</a:t>
              </a:r>
            </a:p>
          </p:txBody>
        </p:sp>
      </p:grpSp>
      <p:sp>
        <p:nvSpPr>
          <p:cNvPr id="12" name="TextBox 11">
            <a:extLst>
              <a:ext uri="{FF2B5EF4-FFF2-40B4-BE49-F238E27FC236}">
                <a16:creationId xmlns:a16="http://schemas.microsoft.com/office/drawing/2014/main" id="{EA3A5FF0-B570-AC98-4120-54565E3DF57E}"/>
              </a:ext>
            </a:extLst>
          </p:cNvPr>
          <p:cNvSpPr txBox="1"/>
          <p:nvPr/>
        </p:nvSpPr>
        <p:spPr>
          <a:xfrm>
            <a:off x="433236" y="3443311"/>
            <a:ext cx="982255" cy="430887"/>
          </a:xfrm>
          <a:prstGeom prst="rect">
            <a:avLst/>
          </a:prstGeom>
          <a:noFill/>
        </p:spPr>
        <p:txBody>
          <a:bodyPr wrap="square">
            <a:spAutoFit/>
          </a:bodyPr>
          <a:lstStyle/>
          <a:p>
            <a:pPr algn="ctr"/>
            <a:r>
              <a:rPr lang="en-US" sz="1100" b="1" dirty="0">
                <a:ea typeface="Calibri"/>
                <a:cs typeface="Calibri"/>
              </a:rPr>
              <a:t>Time Period (Weekly)</a:t>
            </a:r>
          </a:p>
        </p:txBody>
      </p:sp>
      <p:sp>
        <p:nvSpPr>
          <p:cNvPr id="29" name="TextBox 28">
            <a:extLst>
              <a:ext uri="{FF2B5EF4-FFF2-40B4-BE49-F238E27FC236}">
                <a16:creationId xmlns:a16="http://schemas.microsoft.com/office/drawing/2014/main" id="{B482ED42-5548-D415-F40F-95348704B1E3}"/>
              </a:ext>
            </a:extLst>
          </p:cNvPr>
          <p:cNvSpPr txBox="1"/>
          <p:nvPr/>
        </p:nvSpPr>
        <p:spPr>
          <a:xfrm>
            <a:off x="5238909" y="1254119"/>
            <a:ext cx="6538196" cy="276999"/>
          </a:xfrm>
          <a:prstGeom prst="rect">
            <a:avLst/>
          </a:prstGeom>
          <a:noFill/>
        </p:spPr>
        <p:txBody>
          <a:bodyPr wrap="square" rtlCol="0">
            <a:spAutoFit/>
          </a:bodyPr>
          <a:lstStyle/>
          <a:p>
            <a:r>
              <a:rPr lang="en-US" sz="1200" dirty="0"/>
              <a:t>Maximizing </a:t>
            </a:r>
            <a:r>
              <a:rPr lang="en-US" sz="1200"/>
              <a:t>portfolio performance by</a:t>
            </a:r>
            <a:r>
              <a:rPr lang="en-US" sz="1200" dirty="0"/>
              <a:t> identifying most optimal Pricing &amp; Promo Combinations.</a:t>
            </a:r>
          </a:p>
        </p:txBody>
      </p:sp>
      <p:pic>
        <p:nvPicPr>
          <p:cNvPr id="22" name="Picture 21">
            <a:extLst>
              <a:ext uri="{FF2B5EF4-FFF2-40B4-BE49-F238E27FC236}">
                <a16:creationId xmlns:a16="http://schemas.microsoft.com/office/drawing/2014/main" id="{AE2BFE17-6500-7A6C-24CF-20A352095307}"/>
              </a:ext>
            </a:extLst>
          </p:cNvPr>
          <p:cNvPicPr>
            <a:picLocks noChangeAspect="1"/>
          </p:cNvPicPr>
          <p:nvPr/>
        </p:nvPicPr>
        <p:blipFill>
          <a:blip r:embed="rId2"/>
          <a:stretch>
            <a:fillRect/>
          </a:stretch>
        </p:blipFill>
        <p:spPr>
          <a:xfrm>
            <a:off x="5548758" y="2868476"/>
            <a:ext cx="1253478" cy="1253478"/>
          </a:xfrm>
          <a:prstGeom prst="rect">
            <a:avLst/>
          </a:prstGeom>
        </p:spPr>
      </p:pic>
      <p:grpSp>
        <p:nvGrpSpPr>
          <p:cNvPr id="45" name="Group 44">
            <a:extLst>
              <a:ext uri="{FF2B5EF4-FFF2-40B4-BE49-F238E27FC236}">
                <a16:creationId xmlns:a16="http://schemas.microsoft.com/office/drawing/2014/main" id="{446B5254-61D2-280F-3610-5FDD0EACC6D7}"/>
              </a:ext>
            </a:extLst>
          </p:cNvPr>
          <p:cNvGrpSpPr/>
          <p:nvPr/>
        </p:nvGrpSpPr>
        <p:grpSpPr>
          <a:xfrm>
            <a:off x="2747069" y="1567797"/>
            <a:ext cx="1827606" cy="1115749"/>
            <a:chOff x="266971" y="1420476"/>
            <a:chExt cx="1827606" cy="1115749"/>
          </a:xfrm>
        </p:grpSpPr>
        <p:sp>
          <p:nvSpPr>
            <p:cNvPr id="46" name="Rectangle 45">
              <a:extLst>
                <a:ext uri="{FF2B5EF4-FFF2-40B4-BE49-F238E27FC236}">
                  <a16:creationId xmlns:a16="http://schemas.microsoft.com/office/drawing/2014/main" id="{FE2435DB-BA13-4132-149A-EA973F888529}"/>
                </a:ext>
              </a:extLst>
            </p:cNvPr>
            <p:cNvSpPr/>
            <p:nvPr/>
          </p:nvSpPr>
          <p:spPr>
            <a:xfrm>
              <a:off x="277859" y="1420476"/>
              <a:ext cx="1816718" cy="92298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TextBox 46">
              <a:extLst>
                <a:ext uri="{FF2B5EF4-FFF2-40B4-BE49-F238E27FC236}">
                  <a16:creationId xmlns:a16="http://schemas.microsoft.com/office/drawing/2014/main" id="{46C94411-E1FB-5396-13DE-C46680B028C7}"/>
                </a:ext>
              </a:extLst>
            </p:cNvPr>
            <p:cNvSpPr txBox="1"/>
            <p:nvPr/>
          </p:nvSpPr>
          <p:spPr>
            <a:xfrm>
              <a:off x="266971" y="1428229"/>
              <a:ext cx="1816717" cy="1107996"/>
            </a:xfrm>
            <a:prstGeom prst="rect">
              <a:avLst/>
            </a:prstGeom>
            <a:noFill/>
          </p:spPr>
          <p:txBody>
            <a:bodyPr wrap="square">
              <a:spAutoFit/>
            </a:bodyPr>
            <a:lstStyle/>
            <a:p>
              <a:r>
                <a:rPr lang="en-US" sz="1100" b="1">
                  <a:solidFill>
                    <a:srgbClr val="F26538"/>
                  </a:solidFill>
                  <a:ea typeface="Calibri"/>
                  <a:cs typeface="Calibri"/>
                </a:rPr>
                <a:t>Other</a:t>
              </a:r>
            </a:p>
            <a:p>
              <a:r>
                <a:rPr lang="en-US" sz="1100">
                  <a:ea typeface="Calibri"/>
                  <a:cs typeface="Calibri"/>
                </a:rPr>
                <a:t> - Seasonality &amp; Trend</a:t>
              </a:r>
            </a:p>
            <a:p>
              <a:r>
                <a:rPr lang="en-US" sz="1100">
                  <a:ea typeface="Calibri"/>
                  <a:cs typeface="Calibri"/>
                </a:rPr>
                <a:t> - Holidays</a:t>
              </a:r>
            </a:p>
            <a:p>
              <a:r>
                <a:rPr lang="en-US" sz="1100">
                  <a:ea typeface="Calibri"/>
                  <a:cs typeface="Calibri"/>
                </a:rPr>
                <a:t> - Lagged Variables</a:t>
              </a:r>
            </a:p>
            <a:p>
              <a:r>
                <a:rPr lang="en-US" sz="1100" b="1">
                  <a:ea typeface="Calibri"/>
                  <a:cs typeface="Calibri"/>
                </a:rPr>
                <a:t> -</a:t>
              </a:r>
              <a:r>
                <a:rPr lang="en-US" sz="1100">
                  <a:ea typeface="Calibri"/>
                  <a:cs typeface="Calibri"/>
                </a:rPr>
                <a:t> Macroeconomic Var. (CPI)</a:t>
              </a:r>
            </a:p>
            <a:p>
              <a:endParaRPr lang="en-US" sz="1100">
                <a:ea typeface="Calibri"/>
                <a:cs typeface="Calibri"/>
              </a:endParaRPr>
            </a:p>
          </p:txBody>
        </p:sp>
      </p:grpSp>
      <p:sp>
        <p:nvSpPr>
          <p:cNvPr id="52" name="Plus 51">
            <a:extLst>
              <a:ext uri="{FF2B5EF4-FFF2-40B4-BE49-F238E27FC236}">
                <a16:creationId xmlns:a16="http://schemas.microsoft.com/office/drawing/2014/main" id="{8C1C00F0-9C49-6ED3-7B89-91F7A8AE2437}"/>
              </a:ext>
            </a:extLst>
          </p:cNvPr>
          <p:cNvSpPr/>
          <p:nvPr/>
        </p:nvSpPr>
        <p:spPr>
          <a:xfrm>
            <a:off x="2119547" y="1816466"/>
            <a:ext cx="406374" cy="383255"/>
          </a:xfrm>
          <a:prstGeom prst="mathPlus">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Down Arrow 52">
            <a:extLst>
              <a:ext uri="{FF2B5EF4-FFF2-40B4-BE49-F238E27FC236}">
                <a16:creationId xmlns:a16="http://schemas.microsoft.com/office/drawing/2014/main" id="{C750F173-9222-B259-5624-072BAA71D497}"/>
              </a:ext>
            </a:extLst>
          </p:cNvPr>
          <p:cNvSpPr/>
          <p:nvPr/>
        </p:nvSpPr>
        <p:spPr>
          <a:xfrm>
            <a:off x="2215210" y="2385893"/>
            <a:ext cx="203187" cy="402196"/>
          </a:xfrm>
          <a:prstGeom prst="downArrow">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Picture 56">
            <a:extLst>
              <a:ext uri="{FF2B5EF4-FFF2-40B4-BE49-F238E27FC236}">
                <a16:creationId xmlns:a16="http://schemas.microsoft.com/office/drawing/2014/main" id="{BD906838-1213-3C0D-9D21-5B72DBB8392C}"/>
              </a:ext>
            </a:extLst>
          </p:cNvPr>
          <p:cNvPicPr>
            <a:picLocks noChangeAspect="1"/>
          </p:cNvPicPr>
          <p:nvPr/>
        </p:nvPicPr>
        <p:blipFill>
          <a:blip r:embed="rId3"/>
          <a:stretch>
            <a:fillRect/>
          </a:stretch>
        </p:blipFill>
        <p:spPr>
          <a:xfrm>
            <a:off x="3646275" y="3007683"/>
            <a:ext cx="778311" cy="778311"/>
          </a:xfrm>
          <a:prstGeom prst="rect">
            <a:avLst/>
          </a:prstGeom>
        </p:spPr>
      </p:pic>
      <p:sp>
        <p:nvSpPr>
          <p:cNvPr id="58" name="Down Arrow 57">
            <a:extLst>
              <a:ext uri="{FF2B5EF4-FFF2-40B4-BE49-F238E27FC236}">
                <a16:creationId xmlns:a16="http://schemas.microsoft.com/office/drawing/2014/main" id="{228A4C4C-B3CD-829A-75A0-7D883635C446}"/>
              </a:ext>
            </a:extLst>
          </p:cNvPr>
          <p:cNvSpPr/>
          <p:nvPr/>
        </p:nvSpPr>
        <p:spPr>
          <a:xfrm rot="16200000">
            <a:off x="3238129" y="3424644"/>
            <a:ext cx="203187" cy="402196"/>
          </a:xfrm>
          <a:prstGeom prst="downArrow">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ED19CE5B-9567-8BCA-DC7E-1098076035C1}"/>
              </a:ext>
            </a:extLst>
          </p:cNvPr>
          <p:cNvSpPr txBox="1"/>
          <p:nvPr/>
        </p:nvSpPr>
        <p:spPr>
          <a:xfrm>
            <a:off x="3270726" y="3894795"/>
            <a:ext cx="1529407" cy="461665"/>
          </a:xfrm>
          <a:prstGeom prst="rect">
            <a:avLst/>
          </a:prstGeom>
          <a:noFill/>
        </p:spPr>
        <p:txBody>
          <a:bodyPr wrap="square" rtlCol="0">
            <a:spAutoFit/>
          </a:bodyPr>
          <a:lstStyle/>
          <a:p>
            <a:pPr algn="ctr"/>
            <a:r>
              <a:rPr lang="en-US" sz="1200" b="1" dirty="0"/>
              <a:t>Volume </a:t>
            </a:r>
          </a:p>
          <a:p>
            <a:pPr algn="ctr"/>
            <a:r>
              <a:rPr lang="en-US" sz="1200" b="1" dirty="0"/>
              <a:t>(PPG1, PPG2 ..) </a:t>
            </a:r>
          </a:p>
        </p:txBody>
      </p:sp>
      <p:sp>
        <p:nvSpPr>
          <p:cNvPr id="61" name="Rectangle 60">
            <a:extLst>
              <a:ext uri="{FF2B5EF4-FFF2-40B4-BE49-F238E27FC236}">
                <a16:creationId xmlns:a16="http://schemas.microsoft.com/office/drawing/2014/main" id="{30B9C7A5-99BA-1A16-7F84-66AC84B28139}"/>
              </a:ext>
            </a:extLst>
          </p:cNvPr>
          <p:cNvSpPr/>
          <p:nvPr/>
        </p:nvSpPr>
        <p:spPr>
          <a:xfrm>
            <a:off x="242032" y="892630"/>
            <a:ext cx="4642485" cy="5573486"/>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3E0B9364-11E1-ABB0-C224-079050FE4F5B}"/>
              </a:ext>
            </a:extLst>
          </p:cNvPr>
          <p:cNvSpPr/>
          <p:nvPr/>
        </p:nvSpPr>
        <p:spPr>
          <a:xfrm>
            <a:off x="431386" y="1338944"/>
            <a:ext cx="4132400" cy="2288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ptos Narrow" panose="020B0004020202020204" pitchFamily="34" charset="0"/>
              </a:rPr>
              <a:t>Input Measures/Facts</a:t>
            </a:r>
          </a:p>
        </p:txBody>
      </p:sp>
      <p:grpSp>
        <p:nvGrpSpPr>
          <p:cNvPr id="94" name="Group 93">
            <a:extLst>
              <a:ext uri="{FF2B5EF4-FFF2-40B4-BE49-F238E27FC236}">
                <a16:creationId xmlns:a16="http://schemas.microsoft.com/office/drawing/2014/main" id="{9E55F120-E66F-DE70-7C0A-BB450873B6B7}"/>
              </a:ext>
            </a:extLst>
          </p:cNvPr>
          <p:cNvGrpSpPr/>
          <p:nvPr/>
        </p:nvGrpSpPr>
        <p:grpSpPr>
          <a:xfrm>
            <a:off x="1616505" y="2907661"/>
            <a:ext cx="1626773" cy="1555484"/>
            <a:chOff x="1641445" y="3060059"/>
            <a:chExt cx="1626773" cy="1555484"/>
          </a:xfrm>
        </p:grpSpPr>
        <p:grpSp>
          <p:nvGrpSpPr>
            <p:cNvPr id="42" name="Group 41">
              <a:extLst>
                <a:ext uri="{FF2B5EF4-FFF2-40B4-BE49-F238E27FC236}">
                  <a16:creationId xmlns:a16="http://schemas.microsoft.com/office/drawing/2014/main" id="{18AEC0C6-21A1-804D-2664-5BEDD587E4B0}"/>
                </a:ext>
              </a:extLst>
            </p:cNvPr>
            <p:cNvGrpSpPr/>
            <p:nvPr/>
          </p:nvGrpSpPr>
          <p:grpSpPr>
            <a:xfrm>
              <a:off x="1641445" y="3060059"/>
              <a:ext cx="1626773" cy="1309028"/>
              <a:chOff x="3483112" y="1503271"/>
              <a:chExt cx="1626773" cy="1309028"/>
            </a:xfrm>
          </p:grpSpPr>
          <p:grpSp>
            <p:nvGrpSpPr>
              <p:cNvPr id="36" name="Group 35">
                <a:extLst>
                  <a:ext uri="{FF2B5EF4-FFF2-40B4-BE49-F238E27FC236}">
                    <a16:creationId xmlns:a16="http://schemas.microsoft.com/office/drawing/2014/main" id="{AAE75791-C4C2-8AB5-462B-EB5F5CA8C472}"/>
                  </a:ext>
                </a:extLst>
              </p:cNvPr>
              <p:cNvGrpSpPr/>
              <p:nvPr/>
            </p:nvGrpSpPr>
            <p:grpSpPr>
              <a:xfrm>
                <a:off x="3483112" y="1513232"/>
                <a:ext cx="1378826" cy="1299067"/>
                <a:chOff x="3438225" y="1420476"/>
                <a:chExt cx="1156647" cy="1299067"/>
              </a:xfrm>
            </p:grpSpPr>
            <p:sp>
              <p:nvSpPr>
                <p:cNvPr id="35" name="Rectangle 34">
                  <a:extLst>
                    <a:ext uri="{FF2B5EF4-FFF2-40B4-BE49-F238E27FC236}">
                      <a16:creationId xmlns:a16="http://schemas.microsoft.com/office/drawing/2014/main" id="{7B81EDF3-3CD8-5315-4AB2-ED9124F1995C}"/>
                    </a:ext>
                  </a:extLst>
                </p:cNvPr>
                <p:cNvSpPr/>
                <p:nvPr/>
              </p:nvSpPr>
              <p:spPr>
                <a:xfrm>
                  <a:off x="3438225" y="1420476"/>
                  <a:ext cx="1156647" cy="129906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C61A3728-4E29-BB7A-0A1F-50DB278659A9}"/>
                    </a:ext>
                  </a:extLst>
                </p:cNvPr>
                <p:cNvPicPr>
                  <a:picLocks noChangeAspect="1"/>
                </p:cNvPicPr>
                <p:nvPr/>
              </p:nvPicPr>
              <p:blipFill>
                <a:blip r:embed="rId4"/>
                <a:stretch>
                  <a:fillRect/>
                </a:stretch>
              </p:blipFill>
              <p:spPr>
                <a:xfrm rot="16200000">
                  <a:off x="3526282" y="1665061"/>
                  <a:ext cx="1035932" cy="1035932"/>
                </a:xfrm>
                <a:prstGeom prst="rect">
                  <a:avLst/>
                </a:prstGeom>
              </p:spPr>
            </p:pic>
          </p:grpSp>
          <p:sp>
            <p:nvSpPr>
              <p:cNvPr id="37" name="TextBox 36">
                <a:extLst>
                  <a:ext uri="{FF2B5EF4-FFF2-40B4-BE49-F238E27FC236}">
                    <a16:creationId xmlns:a16="http://schemas.microsoft.com/office/drawing/2014/main" id="{59780448-7398-7F7C-6398-A8521EFC514B}"/>
                  </a:ext>
                </a:extLst>
              </p:cNvPr>
              <p:cNvSpPr txBox="1"/>
              <p:nvPr/>
            </p:nvSpPr>
            <p:spPr>
              <a:xfrm>
                <a:off x="3588083" y="1503271"/>
                <a:ext cx="1521802" cy="261610"/>
              </a:xfrm>
              <a:prstGeom prst="rect">
                <a:avLst/>
              </a:prstGeom>
              <a:noFill/>
            </p:spPr>
            <p:txBody>
              <a:bodyPr wrap="square" rtlCol="0">
                <a:spAutoFit/>
              </a:bodyPr>
              <a:lstStyle/>
              <a:p>
                <a:r>
                  <a:rPr lang="en-US" sz="1100" b="1"/>
                  <a:t>Log – Log Model</a:t>
                </a:r>
              </a:p>
            </p:txBody>
          </p:sp>
        </p:grpSp>
        <p:sp>
          <p:nvSpPr>
            <p:cNvPr id="63" name="Rectangle 62">
              <a:extLst>
                <a:ext uri="{FF2B5EF4-FFF2-40B4-BE49-F238E27FC236}">
                  <a16:creationId xmlns:a16="http://schemas.microsoft.com/office/drawing/2014/main" id="{4B961D8B-6267-ED60-92A6-4456F46B7E49}"/>
                </a:ext>
              </a:extLst>
            </p:cNvPr>
            <p:cNvSpPr/>
            <p:nvPr/>
          </p:nvSpPr>
          <p:spPr>
            <a:xfrm>
              <a:off x="1641445" y="4369087"/>
              <a:ext cx="1378826" cy="2464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Aptos Narrow" panose="020B0004020202020204" pitchFamily="34" charset="0"/>
                </a:rPr>
                <a:t>Model Engine</a:t>
              </a:r>
            </a:p>
          </p:txBody>
        </p:sp>
      </p:grpSp>
      <p:grpSp>
        <p:nvGrpSpPr>
          <p:cNvPr id="64" name="Group 63">
            <a:extLst>
              <a:ext uri="{FF2B5EF4-FFF2-40B4-BE49-F238E27FC236}">
                <a16:creationId xmlns:a16="http://schemas.microsoft.com/office/drawing/2014/main" id="{84C109EC-6C76-108A-25AB-AFFED1FDA2F0}"/>
              </a:ext>
            </a:extLst>
          </p:cNvPr>
          <p:cNvGrpSpPr/>
          <p:nvPr/>
        </p:nvGrpSpPr>
        <p:grpSpPr>
          <a:xfrm>
            <a:off x="483893" y="5115388"/>
            <a:ext cx="1504647" cy="922988"/>
            <a:chOff x="266972" y="1420476"/>
            <a:chExt cx="1827605" cy="922988"/>
          </a:xfrm>
        </p:grpSpPr>
        <p:sp>
          <p:nvSpPr>
            <p:cNvPr id="65" name="Rectangle 64">
              <a:extLst>
                <a:ext uri="{FF2B5EF4-FFF2-40B4-BE49-F238E27FC236}">
                  <a16:creationId xmlns:a16="http://schemas.microsoft.com/office/drawing/2014/main" id="{4BF3AC75-4CC5-D438-7A3D-2EDBEB602CB0}"/>
                </a:ext>
              </a:extLst>
            </p:cNvPr>
            <p:cNvSpPr/>
            <p:nvPr/>
          </p:nvSpPr>
          <p:spPr>
            <a:xfrm>
              <a:off x="277859" y="1420476"/>
              <a:ext cx="1816718" cy="92298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TextBox 65">
              <a:extLst>
                <a:ext uri="{FF2B5EF4-FFF2-40B4-BE49-F238E27FC236}">
                  <a16:creationId xmlns:a16="http://schemas.microsoft.com/office/drawing/2014/main" id="{09AC7B1F-1FE9-7732-194D-9CD082D70B0D}"/>
                </a:ext>
              </a:extLst>
            </p:cNvPr>
            <p:cNvSpPr txBox="1"/>
            <p:nvPr/>
          </p:nvSpPr>
          <p:spPr>
            <a:xfrm>
              <a:off x="266972" y="1428229"/>
              <a:ext cx="1816718" cy="769441"/>
            </a:xfrm>
            <a:prstGeom prst="rect">
              <a:avLst/>
            </a:prstGeom>
            <a:noFill/>
          </p:spPr>
          <p:txBody>
            <a:bodyPr wrap="square">
              <a:spAutoFit/>
            </a:bodyPr>
            <a:lstStyle/>
            <a:p>
              <a:r>
                <a:rPr lang="en-US" sz="1100" b="1">
                  <a:solidFill>
                    <a:srgbClr val="F26538"/>
                  </a:solidFill>
                  <a:ea typeface="Calibri"/>
                  <a:cs typeface="Calibri"/>
                </a:rPr>
                <a:t>Price elasticity</a:t>
              </a:r>
            </a:p>
            <a:p>
              <a:r>
                <a:rPr lang="en-US" sz="1100">
                  <a:ea typeface="Calibri"/>
                  <a:cs typeface="Calibri"/>
                </a:rPr>
                <a:t> - Self Elasticity</a:t>
              </a:r>
            </a:p>
            <a:p>
              <a:r>
                <a:rPr lang="en-US" sz="1100">
                  <a:ea typeface="Calibri"/>
                  <a:cs typeface="Calibri"/>
                </a:rPr>
                <a:t> - Cross Elasticity</a:t>
              </a:r>
            </a:p>
            <a:p>
              <a:r>
                <a:rPr lang="en-US" sz="1100">
                  <a:ea typeface="Calibri"/>
                  <a:cs typeface="Calibri"/>
                </a:rPr>
                <a:t> - Switching (Calc)</a:t>
              </a:r>
            </a:p>
          </p:txBody>
        </p:sp>
      </p:grpSp>
      <p:grpSp>
        <p:nvGrpSpPr>
          <p:cNvPr id="68" name="Group 67">
            <a:extLst>
              <a:ext uri="{FF2B5EF4-FFF2-40B4-BE49-F238E27FC236}">
                <a16:creationId xmlns:a16="http://schemas.microsoft.com/office/drawing/2014/main" id="{D8528335-92DF-6CD9-80B8-17A944C8D081}"/>
              </a:ext>
            </a:extLst>
          </p:cNvPr>
          <p:cNvGrpSpPr/>
          <p:nvPr/>
        </p:nvGrpSpPr>
        <p:grpSpPr>
          <a:xfrm>
            <a:off x="2801501" y="5127022"/>
            <a:ext cx="1823755" cy="946472"/>
            <a:chOff x="266972" y="1420476"/>
            <a:chExt cx="2215207" cy="946472"/>
          </a:xfrm>
        </p:grpSpPr>
        <p:sp>
          <p:nvSpPr>
            <p:cNvPr id="69" name="Rectangle 68">
              <a:extLst>
                <a:ext uri="{FF2B5EF4-FFF2-40B4-BE49-F238E27FC236}">
                  <a16:creationId xmlns:a16="http://schemas.microsoft.com/office/drawing/2014/main" id="{334E57F5-73C7-3953-9B06-E4C282925B26}"/>
                </a:ext>
              </a:extLst>
            </p:cNvPr>
            <p:cNvSpPr/>
            <p:nvPr/>
          </p:nvSpPr>
          <p:spPr>
            <a:xfrm>
              <a:off x="277859" y="1420476"/>
              <a:ext cx="2182546" cy="92298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TextBox 69">
              <a:extLst>
                <a:ext uri="{FF2B5EF4-FFF2-40B4-BE49-F238E27FC236}">
                  <a16:creationId xmlns:a16="http://schemas.microsoft.com/office/drawing/2014/main" id="{5F6B0A4D-72F1-A47A-AD56-B744B543AF2D}"/>
                </a:ext>
              </a:extLst>
            </p:cNvPr>
            <p:cNvSpPr txBox="1"/>
            <p:nvPr/>
          </p:nvSpPr>
          <p:spPr>
            <a:xfrm>
              <a:off x="266972" y="1428229"/>
              <a:ext cx="2215207" cy="938719"/>
            </a:xfrm>
            <a:prstGeom prst="rect">
              <a:avLst/>
            </a:prstGeom>
            <a:noFill/>
          </p:spPr>
          <p:txBody>
            <a:bodyPr wrap="square">
              <a:spAutoFit/>
            </a:bodyPr>
            <a:lstStyle/>
            <a:p>
              <a:r>
                <a:rPr lang="en-US" sz="1100" b="1">
                  <a:solidFill>
                    <a:srgbClr val="F26538"/>
                  </a:solidFill>
                  <a:ea typeface="Calibri"/>
                  <a:cs typeface="Calibri"/>
                </a:rPr>
                <a:t>Promo Elasticity</a:t>
              </a:r>
            </a:p>
            <a:p>
              <a:r>
                <a:rPr lang="en-US" sz="1100">
                  <a:ea typeface="Calibri"/>
                  <a:cs typeface="Calibri"/>
                </a:rPr>
                <a:t> - Feature</a:t>
              </a:r>
            </a:p>
            <a:p>
              <a:r>
                <a:rPr lang="en-US" sz="1100">
                  <a:ea typeface="Calibri"/>
                  <a:cs typeface="Calibri"/>
                </a:rPr>
                <a:t> - Display</a:t>
              </a:r>
            </a:p>
            <a:p>
              <a:r>
                <a:rPr lang="en-US" sz="1100">
                  <a:ea typeface="Calibri"/>
                  <a:cs typeface="Calibri"/>
                </a:rPr>
                <a:t> - Feature + Display</a:t>
              </a:r>
            </a:p>
            <a:p>
              <a:r>
                <a:rPr lang="en-US" sz="1100">
                  <a:ea typeface="Calibri"/>
                  <a:cs typeface="Calibri"/>
                </a:rPr>
                <a:t> - TPR</a:t>
              </a:r>
            </a:p>
          </p:txBody>
        </p:sp>
      </p:grpSp>
      <p:sp>
        <p:nvSpPr>
          <p:cNvPr id="71" name="Left Brace 70">
            <a:extLst>
              <a:ext uri="{FF2B5EF4-FFF2-40B4-BE49-F238E27FC236}">
                <a16:creationId xmlns:a16="http://schemas.microsoft.com/office/drawing/2014/main" id="{9577598C-0B8C-AD98-A67D-33E5621A1C6C}"/>
              </a:ext>
            </a:extLst>
          </p:cNvPr>
          <p:cNvSpPr/>
          <p:nvPr/>
        </p:nvSpPr>
        <p:spPr>
          <a:xfrm rot="16200000">
            <a:off x="2196749" y="4048382"/>
            <a:ext cx="218337" cy="105441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Plus 71">
            <a:extLst>
              <a:ext uri="{FF2B5EF4-FFF2-40B4-BE49-F238E27FC236}">
                <a16:creationId xmlns:a16="http://schemas.microsoft.com/office/drawing/2014/main" id="{E905F3CE-EA89-7D0A-5878-1B1738EF2A7C}"/>
              </a:ext>
            </a:extLst>
          </p:cNvPr>
          <p:cNvSpPr/>
          <p:nvPr/>
        </p:nvSpPr>
        <p:spPr>
          <a:xfrm>
            <a:off x="2149582" y="5375290"/>
            <a:ext cx="406374" cy="383255"/>
          </a:xfrm>
          <a:prstGeom prst="mathPlus">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920A22B1-FFB6-55C5-F4B6-12C6C0685D50}"/>
              </a:ext>
            </a:extLst>
          </p:cNvPr>
          <p:cNvSpPr/>
          <p:nvPr/>
        </p:nvSpPr>
        <p:spPr>
          <a:xfrm>
            <a:off x="453161" y="4726220"/>
            <a:ext cx="4132400" cy="2288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ptos Narrow" panose="020B0004020202020204" pitchFamily="34" charset="0"/>
              </a:rPr>
              <a:t>Output Components</a:t>
            </a:r>
          </a:p>
        </p:txBody>
      </p:sp>
      <p:sp>
        <p:nvSpPr>
          <p:cNvPr id="74" name="TextBox 73">
            <a:extLst>
              <a:ext uri="{FF2B5EF4-FFF2-40B4-BE49-F238E27FC236}">
                <a16:creationId xmlns:a16="http://schemas.microsoft.com/office/drawing/2014/main" id="{B7DA08CA-B9B2-EF8D-B43E-5424446A926A}"/>
              </a:ext>
            </a:extLst>
          </p:cNvPr>
          <p:cNvSpPr txBox="1"/>
          <p:nvPr/>
        </p:nvSpPr>
        <p:spPr>
          <a:xfrm>
            <a:off x="1553839" y="6182109"/>
            <a:ext cx="1619002" cy="276999"/>
          </a:xfrm>
          <a:prstGeom prst="rect">
            <a:avLst/>
          </a:prstGeom>
          <a:noFill/>
        </p:spPr>
        <p:txBody>
          <a:bodyPr wrap="square" rtlCol="0">
            <a:spAutoFit/>
          </a:bodyPr>
          <a:lstStyle/>
          <a:p>
            <a:pPr algn="ctr"/>
            <a:r>
              <a:rPr lang="en-US" sz="1200" b="1" dirty="0"/>
              <a:t>Cross PPG Influence</a:t>
            </a:r>
          </a:p>
        </p:txBody>
      </p:sp>
      <p:sp>
        <p:nvSpPr>
          <p:cNvPr id="75" name="Rounded Rectangle 74">
            <a:extLst>
              <a:ext uri="{FF2B5EF4-FFF2-40B4-BE49-F238E27FC236}">
                <a16:creationId xmlns:a16="http://schemas.microsoft.com/office/drawing/2014/main" id="{B715A4E4-904E-B3B1-8BEC-1AD316A60007}"/>
              </a:ext>
            </a:extLst>
          </p:cNvPr>
          <p:cNvSpPr/>
          <p:nvPr/>
        </p:nvSpPr>
        <p:spPr>
          <a:xfrm>
            <a:off x="431386" y="968830"/>
            <a:ext cx="4150326" cy="250372"/>
          </a:xfrm>
          <a:prstGeom prst="roundRect">
            <a:avLst/>
          </a:prstGeom>
          <a:solidFill>
            <a:srgbClr val="F265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ELASTICITY</a:t>
            </a:r>
            <a:r>
              <a:rPr lang="en-US" sz="1400" b="1" dirty="0">
                <a:solidFill>
                  <a:schemeClr val="bg1"/>
                </a:solidFill>
              </a:rPr>
              <a:t> ENGINE</a:t>
            </a:r>
          </a:p>
        </p:txBody>
      </p:sp>
      <p:sp>
        <p:nvSpPr>
          <p:cNvPr id="76" name="Rectangle 75">
            <a:extLst>
              <a:ext uri="{FF2B5EF4-FFF2-40B4-BE49-F238E27FC236}">
                <a16:creationId xmlns:a16="http://schemas.microsoft.com/office/drawing/2014/main" id="{CA8F8D5F-756B-17FC-D67A-B832EB54B348}"/>
              </a:ext>
            </a:extLst>
          </p:cNvPr>
          <p:cNvSpPr/>
          <p:nvPr/>
        </p:nvSpPr>
        <p:spPr>
          <a:xfrm>
            <a:off x="5023126" y="892630"/>
            <a:ext cx="6969762" cy="5573486"/>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ounded Rectangle 76">
            <a:extLst>
              <a:ext uri="{FF2B5EF4-FFF2-40B4-BE49-F238E27FC236}">
                <a16:creationId xmlns:a16="http://schemas.microsoft.com/office/drawing/2014/main" id="{73D7A187-AD14-8661-04A7-5520BEE91FBE}"/>
              </a:ext>
            </a:extLst>
          </p:cNvPr>
          <p:cNvSpPr/>
          <p:nvPr/>
        </p:nvSpPr>
        <p:spPr>
          <a:xfrm>
            <a:off x="5210214" y="968830"/>
            <a:ext cx="6500520" cy="250372"/>
          </a:xfrm>
          <a:prstGeom prst="roundRect">
            <a:avLst/>
          </a:prstGeom>
          <a:solidFill>
            <a:srgbClr val="F265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OPTIMIZER ENGINE</a:t>
            </a:r>
          </a:p>
        </p:txBody>
      </p:sp>
      <p:sp>
        <p:nvSpPr>
          <p:cNvPr id="78" name="Chevron 77">
            <a:extLst>
              <a:ext uri="{FF2B5EF4-FFF2-40B4-BE49-F238E27FC236}">
                <a16:creationId xmlns:a16="http://schemas.microsoft.com/office/drawing/2014/main" id="{98A8E75D-4DF6-48AF-3532-7CDFAB9AD618}"/>
              </a:ext>
            </a:extLst>
          </p:cNvPr>
          <p:cNvSpPr/>
          <p:nvPr/>
        </p:nvSpPr>
        <p:spPr>
          <a:xfrm>
            <a:off x="4707954" y="3311512"/>
            <a:ext cx="589888" cy="464713"/>
          </a:xfrm>
          <a:prstGeom prst="chevron">
            <a:avLst/>
          </a:prstGeom>
          <a:solidFill>
            <a:srgbClr val="F265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80" name="Table 79">
            <a:extLst>
              <a:ext uri="{FF2B5EF4-FFF2-40B4-BE49-F238E27FC236}">
                <a16:creationId xmlns:a16="http://schemas.microsoft.com/office/drawing/2014/main" id="{AD6D26F6-1758-F0C2-7A86-482CDCC0C50E}"/>
              </a:ext>
            </a:extLst>
          </p:cNvPr>
          <p:cNvGraphicFramePr>
            <a:graphicFrameLocks noGrp="1"/>
          </p:cNvGraphicFramePr>
          <p:nvPr>
            <p:extLst>
              <p:ext uri="{D42A27DB-BD31-4B8C-83A1-F6EECF244321}">
                <p14:modId xmlns:p14="http://schemas.microsoft.com/office/powerpoint/2010/main" val="3959275210"/>
              </p:ext>
            </p:extLst>
          </p:nvPr>
        </p:nvGraphicFramePr>
        <p:xfrm>
          <a:off x="5385260" y="4727949"/>
          <a:ext cx="6363150" cy="1231900"/>
        </p:xfrm>
        <a:graphic>
          <a:graphicData uri="http://schemas.openxmlformats.org/drawingml/2006/table">
            <a:tbl>
              <a:tblPr/>
              <a:tblGrid>
                <a:gridCol w="1208317">
                  <a:extLst>
                    <a:ext uri="{9D8B030D-6E8A-4147-A177-3AD203B41FA5}">
                      <a16:colId xmlns:a16="http://schemas.microsoft.com/office/drawing/2014/main" val="2909550995"/>
                    </a:ext>
                  </a:extLst>
                </a:gridCol>
                <a:gridCol w="760861">
                  <a:extLst>
                    <a:ext uri="{9D8B030D-6E8A-4147-A177-3AD203B41FA5}">
                      <a16:colId xmlns:a16="http://schemas.microsoft.com/office/drawing/2014/main" val="595518767"/>
                    </a:ext>
                  </a:extLst>
                </a:gridCol>
                <a:gridCol w="1017652">
                  <a:extLst>
                    <a:ext uri="{9D8B030D-6E8A-4147-A177-3AD203B41FA5}">
                      <a16:colId xmlns:a16="http://schemas.microsoft.com/office/drawing/2014/main" val="3948360607"/>
                    </a:ext>
                  </a:extLst>
                </a:gridCol>
                <a:gridCol w="1065205">
                  <a:extLst>
                    <a:ext uri="{9D8B030D-6E8A-4147-A177-3AD203B41FA5}">
                      <a16:colId xmlns:a16="http://schemas.microsoft.com/office/drawing/2014/main" val="611065012"/>
                    </a:ext>
                  </a:extLst>
                </a:gridCol>
                <a:gridCol w="1207867">
                  <a:extLst>
                    <a:ext uri="{9D8B030D-6E8A-4147-A177-3AD203B41FA5}">
                      <a16:colId xmlns:a16="http://schemas.microsoft.com/office/drawing/2014/main" val="1076601955"/>
                    </a:ext>
                  </a:extLst>
                </a:gridCol>
                <a:gridCol w="1103248">
                  <a:extLst>
                    <a:ext uri="{9D8B030D-6E8A-4147-A177-3AD203B41FA5}">
                      <a16:colId xmlns:a16="http://schemas.microsoft.com/office/drawing/2014/main" val="49633089"/>
                    </a:ext>
                  </a:extLst>
                </a:gridCol>
              </a:tblGrid>
              <a:tr h="203200">
                <a:tc>
                  <a:txBody>
                    <a:bodyPr/>
                    <a:lstStyle/>
                    <a:p>
                      <a:pPr algn="ctr" fontAlgn="b"/>
                      <a:r>
                        <a:rPr lang="en-IN" sz="1100" b="1" i="0" u="none" strike="noStrike" dirty="0">
                          <a:solidFill>
                            <a:srgbClr val="FFFFFF"/>
                          </a:solidFill>
                          <a:effectLst/>
                          <a:latin typeface="Aptos Narrow" panose="020B0004020202020204" pitchFamily="34" charset="0"/>
                        </a:rPr>
                        <a:t>Scenario for PPG1</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537BC8"/>
                    </a:solidFill>
                  </a:tcPr>
                </a:tc>
                <a:tc>
                  <a:txBody>
                    <a:bodyPr/>
                    <a:lstStyle/>
                    <a:p>
                      <a:pPr algn="ctr" fontAlgn="b"/>
                      <a:r>
                        <a:rPr lang="en-IN" sz="1100" b="1" i="0" u="none" strike="noStrike" dirty="0">
                          <a:solidFill>
                            <a:srgbClr val="FFFFFF"/>
                          </a:solidFill>
                          <a:effectLst/>
                          <a:latin typeface="Aptos Narrow" panose="020B0004020202020204" pitchFamily="34" charset="0"/>
                        </a:rPr>
                        <a:t>Feature</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537BC8"/>
                    </a:solidFill>
                  </a:tcPr>
                </a:tc>
                <a:tc>
                  <a:txBody>
                    <a:bodyPr/>
                    <a:lstStyle/>
                    <a:p>
                      <a:pPr algn="ctr" fontAlgn="b"/>
                      <a:r>
                        <a:rPr lang="en-IN" sz="1100" b="1" i="0" u="none" strike="noStrike" dirty="0">
                          <a:solidFill>
                            <a:srgbClr val="FFFFFF"/>
                          </a:solidFill>
                          <a:effectLst/>
                          <a:latin typeface="Aptos Narrow" panose="020B0004020202020204" pitchFamily="34" charset="0"/>
                        </a:rPr>
                        <a:t>Display</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537BC8"/>
                    </a:solidFill>
                  </a:tcPr>
                </a:tc>
                <a:tc>
                  <a:txBody>
                    <a:bodyPr/>
                    <a:lstStyle/>
                    <a:p>
                      <a:pPr algn="ctr" fontAlgn="b"/>
                      <a:r>
                        <a:rPr lang="en-IN" sz="1100" b="1" i="0" u="none" strike="noStrike" dirty="0">
                          <a:solidFill>
                            <a:srgbClr val="FFFFFF"/>
                          </a:solidFill>
                          <a:effectLst/>
                          <a:latin typeface="Aptos Narrow" panose="020B0004020202020204" pitchFamily="34" charset="0"/>
                        </a:rPr>
                        <a:t>Price Change %</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537BC8"/>
                    </a:solidFill>
                  </a:tcPr>
                </a:tc>
                <a:tc>
                  <a:txBody>
                    <a:bodyPr/>
                    <a:lstStyle/>
                    <a:p>
                      <a:pPr algn="ctr" fontAlgn="b"/>
                      <a:r>
                        <a:rPr lang="en-IN" sz="1100" b="1" i="0" u="none" strike="noStrike" dirty="0">
                          <a:solidFill>
                            <a:srgbClr val="FFFFFF"/>
                          </a:solidFill>
                          <a:effectLst/>
                          <a:latin typeface="Aptos Narrow" panose="020B0004020202020204" pitchFamily="34" charset="0"/>
                        </a:rPr>
                        <a:t>Predicted Volume</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537BC8"/>
                    </a:solidFill>
                  </a:tcPr>
                </a:tc>
                <a:tc>
                  <a:txBody>
                    <a:bodyPr/>
                    <a:lstStyle/>
                    <a:p>
                      <a:pPr algn="ctr" fontAlgn="b"/>
                      <a:r>
                        <a:rPr lang="en-IN" sz="1100" b="1" i="0" u="none" strike="noStrike">
                          <a:solidFill>
                            <a:srgbClr val="FFFFFF"/>
                          </a:solidFill>
                          <a:effectLst/>
                          <a:latin typeface="Aptos Narrow" panose="020B0004020202020204" pitchFamily="34" charset="0"/>
                        </a:rPr>
                        <a:t>Lift %</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537BC8"/>
                    </a:solidFill>
                  </a:tcPr>
                </a:tc>
                <a:extLst>
                  <a:ext uri="{0D108BD9-81ED-4DB2-BD59-A6C34878D82A}">
                    <a16:rowId xmlns:a16="http://schemas.microsoft.com/office/drawing/2014/main" val="3053200585"/>
                  </a:ext>
                </a:extLst>
              </a:tr>
              <a:tr h="203200">
                <a:tc>
                  <a:txBody>
                    <a:bodyPr/>
                    <a:lstStyle/>
                    <a:p>
                      <a:pPr algn="ctr" fontAlgn="b"/>
                      <a:r>
                        <a:rPr lang="en-IN" sz="1100" b="0" i="0" u="none" strike="noStrike" dirty="0">
                          <a:solidFill>
                            <a:srgbClr val="000000"/>
                          </a:solidFill>
                          <a:effectLst/>
                          <a:latin typeface="Aptos Narrow" panose="020B0004020202020204" pitchFamily="34" charset="0"/>
                        </a:rPr>
                        <a:t>Base (No Support)</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BE2D5"/>
                    </a:solidFill>
                  </a:tcPr>
                </a:tc>
                <a:tc>
                  <a:txBody>
                    <a:bodyPr/>
                    <a:lstStyle/>
                    <a:p>
                      <a:pPr algn="ctr" fontAlgn="b"/>
                      <a:r>
                        <a:rPr lang="en-IN" sz="1100" b="0" i="0" u="none" strike="noStrike" dirty="0">
                          <a:solidFill>
                            <a:srgbClr val="000000"/>
                          </a:solidFill>
                          <a:effectLst/>
                          <a:latin typeface="Aptos Narrow" panose="020B0004020202020204" pitchFamily="34" charset="0"/>
                        </a:rPr>
                        <a:t>0</a:t>
                      </a:r>
                    </a:p>
                  </a:txBody>
                  <a:tcPr marL="9525" marR="9525" marT="9525" marB="0" anchor="b">
                    <a:lnL>
                      <a:noFill/>
                    </a:lnL>
                    <a:lnR>
                      <a:noFill/>
                    </a:lnR>
                    <a:lnT>
                      <a:noFill/>
                    </a:lnT>
                    <a:lnB>
                      <a:noFill/>
                    </a:lnB>
                    <a:solidFill>
                      <a:srgbClr val="FBE2D5"/>
                    </a:solidFill>
                  </a:tcPr>
                </a:tc>
                <a:tc>
                  <a:txBody>
                    <a:bodyPr/>
                    <a:lstStyle/>
                    <a:p>
                      <a:pPr algn="ctr" fontAlgn="b"/>
                      <a:r>
                        <a:rPr lang="en-IN" sz="1100" b="0" i="0" u="none" strike="noStrike" dirty="0">
                          <a:solidFill>
                            <a:srgbClr val="000000"/>
                          </a:solidFill>
                          <a:effectLst/>
                          <a:latin typeface="Aptos Narrow" panose="020B0004020202020204" pitchFamily="34" charset="0"/>
                        </a:rPr>
                        <a:t>0</a:t>
                      </a:r>
                    </a:p>
                  </a:txBody>
                  <a:tcPr marL="9525" marR="9525" marT="9525" marB="0" anchor="b">
                    <a:lnL>
                      <a:noFill/>
                    </a:lnL>
                    <a:lnR>
                      <a:noFill/>
                    </a:lnR>
                    <a:lnT>
                      <a:noFill/>
                    </a:lnT>
                    <a:lnB>
                      <a:noFill/>
                    </a:lnB>
                    <a:solidFill>
                      <a:srgbClr val="FBE2D5"/>
                    </a:solidFill>
                  </a:tcPr>
                </a:tc>
                <a:tc>
                  <a:txBody>
                    <a:bodyPr/>
                    <a:lstStyle/>
                    <a:p>
                      <a:pPr algn="ctr" fontAlgn="b"/>
                      <a:r>
                        <a:rPr lang="en-IN" sz="1100" b="0" i="0" u="none" strike="noStrike" dirty="0">
                          <a:solidFill>
                            <a:srgbClr val="000000"/>
                          </a:solidFill>
                          <a:effectLst/>
                          <a:latin typeface="Aptos Narrow" panose="020B0004020202020204" pitchFamily="34" charset="0"/>
                        </a:rPr>
                        <a:t>0%</a:t>
                      </a:r>
                    </a:p>
                  </a:txBody>
                  <a:tcPr marL="9525" marR="9525" marT="9525" marB="0" anchor="b">
                    <a:lnL>
                      <a:noFill/>
                    </a:lnL>
                    <a:lnR>
                      <a:noFill/>
                    </a:lnR>
                    <a:lnT>
                      <a:noFill/>
                    </a:lnT>
                    <a:lnB>
                      <a:noFill/>
                    </a:lnB>
                    <a:solidFill>
                      <a:srgbClr val="FBE2D5"/>
                    </a:solidFill>
                  </a:tcPr>
                </a:tc>
                <a:tc>
                  <a:txBody>
                    <a:bodyPr/>
                    <a:lstStyle/>
                    <a:p>
                      <a:pPr algn="ctr" fontAlgn="b"/>
                      <a:r>
                        <a:rPr lang="en-IN" sz="1100" b="0" i="0" u="none" strike="noStrike" dirty="0">
                          <a:solidFill>
                            <a:srgbClr val="000000"/>
                          </a:solidFill>
                          <a:effectLst/>
                          <a:latin typeface="Aptos Narrow" panose="020B0004020202020204" pitchFamily="34" charset="0"/>
                        </a:rPr>
                        <a:t>1000</a:t>
                      </a:r>
                    </a:p>
                  </a:txBody>
                  <a:tcPr marL="9525" marR="9525" marT="9525" marB="0" anchor="b">
                    <a:lnL>
                      <a:noFill/>
                    </a:lnL>
                    <a:lnR>
                      <a:noFill/>
                    </a:lnR>
                    <a:lnT>
                      <a:noFill/>
                    </a:lnT>
                    <a:lnB>
                      <a:noFill/>
                    </a:lnB>
                    <a:solidFill>
                      <a:srgbClr val="FBE2D5"/>
                    </a:solidFill>
                  </a:tcPr>
                </a:tc>
                <a:tc>
                  <a:txBody>
                    <a:bodyPr/>
                    <a:lstStyle/>
                    <a:p>
                      <a:pPr algn="ctr" fontAlgn="b"/>
                      <a:r>
                        <a:rPr lang="en-IN" sz="1100" b="0" i="0" u="none" strike="noStrike" dirty="0">
                          <a:solidFill>
                            <a:srgbClr val="000000"/>
                          </a:solidFill>
                          <a:effectLst/>
                          <a:latin typeface="Aptos Narrow" panose="020B0004020202020204" pitchFamily="34" charset="0"/>
                        </a:rPr>
                        <a:t>0</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BE2D5"/>
                    </a:solidFill>
                  </a:tcPr>
                </a:tc>
                <a:extLst>
                  <a:ext uri="{0D108BD9-81ED-4DB2-BD59-A6C34878D82A}">
                    <a16:rowId xmlns:a16="http://schemas.microsoft.com/office/drawing/2014/main" val="2777156885"/>
                  </a:ext>
                </a:extLst>
              </a:tr>
              <a:tr h="203200">
                <a:tc>
                  <a:txBody>
                    <a:bodyPr/>
                    <a:lstStyle/>
                    <a:p>
                      <a:pPr algn="ctr" fontAlgn="b"/>
                      <a:r>
                        <a:rPr lang="en-IN" sz="1100" b="0" i="0" u="none" strike="noStrike" dirty="0">
                          <a:solidFill>
                            <a:srgbClr val="000000"/>
                          </a:solidFill>
                          <a:effectLst/>
                          <a:latin typeface="Aptos Narrow" panose="020B0004020202020204" pitchFamily="34" charset="0"/>
                        </a:rPr>
                        <a:t>Scenario 1</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BE2D5"/>
                    </a:solidFill>
                  </a:tcPr>
                </a:tc>
                <a:tc>
                  <a:txBody>
                    <a:bodyPr/>
                    <a:lstStyle/>
                    <a:p>
                      <a:pPr algn="ctr" fontAlgn="b"/>
                      <a:r>
                        <a:rPr lang="en-IN" sz="1100" b="0" i="0" u="none" strike="noStrike" dirty="0">
                          <a:solidFill>
                            <a:srgbClr val="000000"/>
                          </a:solidFill>
                          <a:effectLst/>
                          <a:latin typeface="Aptos Narrow" panose="020B0004020202020204" pitchFamily="34" charset="0"/>
                        </a:rPr>
                        <a:t>0</a:t>
                      </a:r>
                    </a:p>
                  </a:txBody>
                  <a:tcPr marL="9525" marR="9525" marT="9525" marB="0" anchor="b">
                    <a:lnL>
                      <a:noFill/>
                    </a:lnL>
                    <a:lnR>
                      <a:noFill/>
                    </a:lnR>
                    <a:lnT>
                      <a:noFill/>
                    </a:lnT>
                    <a:lnB>
                      <a:noFill/>
                    </a:lnB>
                    <a:solidFill>
                      <a:srgbClr val="FBE2D5"/>
                    </a:solidFill>
                  </a:tcPr>
                </a:tc>
                <a:tc>
                  <a:txBody>
                    <a:bodyPr/>
                    <a:lstStyle/>
                    <a:p>
                      <a:pPr algn="ctr" fontAlgn="b"/>
                      <a:r>
                        <a:rPr lang="en-IN" sz="1100" b="0" i="0" u="none" strike="noStrike">
                          <a:solidFill>
                            <a:srgbClr val="000000"/>
                          </a:solidFill>
                          <a:effectLst/>
                          <a:latin typeface="Aptos Narrow" panose="020B0004020202020204" pitchFamily="34" charset="0"/>
                        </a:rPr>
                        <a:t>0</a:t>
                      </a:r>
                    </a:p>
                  </a:txBody>
                  <a:tcPr marL="9525" marR="9525" marT="9525" marB="0" anchor="b">
                    <a:lnL>
                      <a:noFill/>
                    </a:lnL>
                    <a:lnR>
                      <a:noFill/>
                    </a:lnR>
                    <a:lnT>
                      <a:noFill/>
                    </a:lnT>
                    <a:lnB>
                      <a:noFill/>
                    </a:lnB>
                    <a:solidFill>
                      <a:srgbClr val="FBE2D5"/>
                    </a:solidFill>
                  </a:tcPr>
                </a:tc>
                <a:tc>
                  <a:txBody>
                    <a:bodyPr/>
                    <a:lstStyle/>
                    <a:p>
                      <a:pPr algn="ctr" fontAlgn="b"/>
                      <a:r>
                        <a:rPr lang="en-IN" sz="1100" b="0" i="0" u="none" strike="noStrike">
                          <a:solidFill>
                            <a:srgbClr val="000000"/>
                          </a:solidFill>
                          <a:effectLst/>
                          <a:latin typeface="Aptos Narrow" panose="020B0004020202020204" pitchFamily="34" charset="0"/>
                        </a:rPr>
                        <a:t>-5%</a:t>
                      </a:r>
                    </a:p>
                  </a:txBody>
                  <a:tcPr marL="9525" marR="9525" marT="9525" marB="0" anchor="b">
                    <a:lnL>
                      <a:noFill/>
                    </a:lnL>
                    <a:lnR>
                      <a:noFill/>
                    </a:lnR>
                    <a:lnT>
                      <a:noFill/>
                    </a:lnT>
                    <a:lnB>
                      <a:noFill/>
                    </a:lnB>
                    <a:solidFill>
                      <a:srgbClr val="FBE2D5"/>
                    </a:solidFill>
                  </a:tcPr>
                </a:tc>
                <a:tc>
                  <a:txBody>
                    <a:bodyPr/>
                    <a:lstStyle/>
                    <a:p>
                      <a:pPr algn="ctr" fontAlgn="b"/>
                      <a:r>
                        <a:rPr lang="en-IN" sz="1100" b="0" i="0" u="none" strike="noStrike">
                          <a:solidFill>
                            <a:srgbClr val="000000"/>
                          </a:solidFill>
                          <a:effectLst/>
                          <a:latin typeface="Aptos Narrow" panose="020B0004020202020204" pitchFamily="34" charset="0"/>
                        </a:rPr>
                        <a:t>1075</a:t>
                      </a:r>
                    </a:p>
                  </a:txBody>
                  <a:tcPr marL="9525" marR="9525" marT="9525" marB="0" anchor="b">
                    <a:lnL>
                      <a:noFill/>
                    </a:lnL>
                    <a:lnR>
                      <a:noFill/>
                    </a:lnR>
                    <a:lnT>
                      <a:noFill/>
                    </a:lnT>
                    <a:lnB>
                      <a:noFill/>
                    </a:lnB>
                    <a:solidFill>
                      <a:srgbClr val="FBE2D5"/>
                    </a:solidFill>
                  </a:tcPr>
                </a:tc>
                <a:tc>
                  <a:txBody>
                    <a:bodyPr/>
                    <a:lstStyle/>
                    <a:p>
                      <a:pPr algn="ctr" fontAlgn="b"/>
                      <a:r>
                        <a:rPr lang="en-IN" sz="1100" b="0" i="0" u="none" strike="noStrike">
                          <a:solidFill>
                            <a:srgbClr val="000000"/>
                          </a:solidFill>
                          <a:effectLst/>
                          <a:latin typeface="Aptos Narrow" panose="020B0004020202020204" pitchFamily="34" charset="0"/>
                        </a:rPr>
                        <a:t>+20%</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BE2D5"/>
                    </a:solidFill>
                  </a:tcPr>
                </a:tc>
                <a:extLst>
                  <a:ext uri="{0D108BD9-81ED-4DB2-BD59-A6C34878D82A}">
                    <a16:rowId xmlns:a16="http://schemas.microsoft.com/office/drawing/2014/main" val="2002905931"/>
                  </a:ext>
                </a:extLst>
              </a:tr>
              <a:tr h="203200">
                <a:tc>
                  <a:txBody>
                    <a:bodyPr/>
                    <a:lstStyle/>
                    <a:p>
                      <a:pPr algn="ctr" fontAlgn="b"/>
                      <a:r>
                        <a:rPr lang="en-IN" sz="1100" b="0" i="0" u="none" strike="noStrike" dirty="0">
                          <a:solidFill>
                            <a:srgbClr val="000000"/>
                          </a:solidFill>
                          <a:effectLst/>
                          <a:latin typeface="Aptos Narrow" panose="020B0004020202020204" pitchFamily="34" charset="0"/>
                        </a:rPr>
                        <a:t>Scenario 2</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BE2D5"/>
                    </a:solidFill>
                  </a:tcPr>
                </a:tc>
                <a:tc>
                  <a:txBody>
                    <a:bodyPr/>
                    <a:lstStyle/>
                    <a:p>
                      <a:pPr algn="ctr" fontAlgn="b"/>
                      <a:r>
                        <a:rPr lang="en-IN" sz="1100" b="0" i="0" u="none" strike="noStrike" dirty="0">
                          <a:solidFill>
                            <a:srgbClr val="000000"/>
                          </a:solidFill>
                          <a:effectLst/>
                          <a:latin typeface="Aptos Narrow" panose="020B0004020202020204" pitchFamily="34" charset="0"/>
                        </a:rPr>
                        <a:t>1</a:t>
                      </a:r>
                    </a:p>
                  </a:txBody>
                  <a:tcPr marL="9525" marR="9525" marT="9525" marB="0" anchor="b">
                    <a:lnL>
                      <a:noFill/>
                    </a:lnL>
                    <a:lnR>
                      <a:noFill/>
                    </a:lnR>
                    <a:lnT>
                      <a:noFill/>
                    </a:lnT>
                    <a:lnB>
                      <a:noFill/>
                    </a:lnB>
                    <a:solidFill>
                      <a:srgbClr val="FBE2D5"/>
                    </a:solidFill>
                  </a:tcPr>
                </a:tc>
                <a:tc>
                  <a:txBody>
                    <a:bodyPr/>
                    <a:lstStyle/>
                    <a:p>
                      <a:pPr algn="ctr" fontAlgn="b"/>
                      <a:r>
                        <a:rPr lang="en-IN" sz="1100" b="0" i="0" u="none" strike="noStrike">
                          <a:solidFill>
                            <a:srgbClr val="000000"/>
                          </a:solidFill>
                          <a:effectLst/>
                          <a:latin typeface="Aptos Narrow" panose="020B0004020202020204" pitchFamily="34" charset="0"/>
                        </a:rPr>
                        <a:t>0</a:t>
                      </a:r>
                    </a:p>
                  </a:txBody>
                  <a:tcPr marL="9525" marR="9525" marT="9525" marB="0" anchor="b">
                    <a:lnL>
                      <a:noFill/>
                    </a:lnL>
                    <a:lnR>
                      <a:noFill/>
                    </a:lnR>
                    <a:lnT>
                      <a:noFill/>
                    </a:lnT>
                    <a:lnB>
                      <a:noFill/>
                    </a:lnB>
                    <a:solidFill>
                      <a:srgbClr val="FBE2D5"/>
                    </a:solidFill>
                  </a:tcPr>
                </a:tc>
                <a:tc>
                  <a:txBody>
                    <a:bodyPr/>
                    <a:lstStyle/>
                    <a:p>
                      <a:pPr algn="ctr" fontAlgn="b"/>
                      <a:r>
                        <a:rPr lang="en-IN" sz="1100" b="0" i="0" u="none" strike="noStrike">
                          <a:solidFill>
                            <a:srgbClr val="000000"/>
                          </a:solidFill>
                          <a:effectLst/>
                          <a:latin typeface="Aptos Narrow" panose="020B0004020202020204" pitchFamily="34" charset="0"/>
                        </a:rPr>
                        <a:t>-5%</a:t>
                      </a:r>
                    </a:p>
                  </a:txBody>
                  <a:tcPr marL="9525" marR="9525" marT="9525" marB="0" anchor="b">
                    <a:lnL>
                      <a:noFill/>
                    </a:lnL>
                    <a:lnR>
                      <a:noFill/>
                    </a:lnR>
                    <a:lnT>
                      <a:noFill/>
                    </a:lnT>
                    <a:lnB>
                      <a:noFill/>
                    </a:lnB>
                    <a:solidFill>
                      <a:srgbClr val="FBE2D5"/>
                    </a:solidFill>
                  </a:tcPr>
                </a:tc>
                <a:tc>
                  <a:txBody>
                    <a:bodyPr/>
                    <a:lstStyle/>
                    <a:p>
                      <a:pPr algn="ctr" fontAlgn="b"/>
                      <a:r>
                        <a:rPr lang="en-IN" sz="1100" b="0" i="0" u="none" strike="noStrike">
                          <a:solidFill>
                            <a:srgbClr val="000000"/>
                          </a:solidFill>
                          <a:effectLst/>
                          <a:latin typeface="Aptos Narrow" panose="020B0004020202020204" pitchFamily="34" charset="0"/>
                        </a:rPr>
                        <a:t>1150</a:t>
                      </a:r>
                    </a:p>
                  </a:txBody>
                  <a:tcPr marL="9525" marR="9525" marT="9525" marB="0" anchor="b">
                    <a:lnL>
                      <a:noFill/>
                    </a:lnL>
                    <a:lnR>
                      <a:noFill/>
                    </a:lnR>
                    <a:lnT>
                      <a:noFill/>
                    </a:lnT>
                    <a:lnB>
                      <a:noFill/>
                    </a:lnB>
                    <a:solidFill>
                      <a:srgbClr val="FBE2D5"/>
                    </a:solidFill>
                  </a:tcPr>
                </a:tc>
                <a:tc>
                  <a:txBody>
                    <a:bodyPr/>
                    <a:lstStyle/>
                    <a:p>
                      <a:pPr algn="ctr" fontAlgn="b"/>
                      <a:r>
                        <a:rPr lang="en-IN" sz="1100" b="0" i="0" u="none" strike="noStrike">
                          <a:solidFill>
                            <a:srgbClr val="000000"/>
                          </a:solidFill>
                          <a:effectLst/>
                          <a:latin typeface="Aptos Narrow" panose="020B0004020202020204" pitchFamily="34" charset="0"/>
                        </a:rPr>
                        <a:t>+25%</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BE2D5"/>
                    </a:solidFill>
                  </a:tcPr>
                </a:tc>
                <a:extLst>
                  <a:ext uri="{0D108BD9-81ED-4DB2-BD59-A6C34878D82A}">
                    <a16:rowId xmlns:a16="http://schemas.microsoft.com/office/drawing/2014/main" val="1409567685"/>
                  </a:ext>
                </a:extLst>
              </a:tr>
              <a:tr h="203200">
                <a:tc>
                  <a:txBody>
                    <a:bodyPr/>
                    <a:lstStyle/>
                    <a:p>
                      <a:pPr algn="ctr" fontAlgn="b"/>
                      <a:r>
                        <a:rPr lang="en-IN" sz="1100" b="1" i="0" u="none" strike="noStrike" dirty="0">
                          <a:solidFill>
                            <a:srgbClr val="000000"/>
                          </a:solidFill>
                          <a:effectLst/>
                          <a:latin typeface="Aptos Narrow" panose="020B0004020202020204" pitchFamily="34" charset="0"/>
                        </a:rPr>
                        <a:t>Scenario 3</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BE2D5"/>
                    </a:solidFill>
                  </a:tcPr>
                </a:tc>
                <a:tc>
                  <a:txBody>
                    <a:bodyPr/>
                    <a:lstStyle/>
                    <a:p>
                      <a:pPr algn="ctr" fontAlgn="b"/>
                      <a:r>
                        <a:rPr lang="en-IN" sz="1100" b="0" i="0" u="none" strike="noStrike">
                          <a:solidFill>
                            <a:srgbClr val="000000"/>
                          </a:solidFill>
                          <a:effectLst/>
                          <a:latin typeface="Aptos Narrow" panose="020B0004020202020204" pitchFamily="34" charset="0"/>
                        </a:rPr>
                        <a:t>1</a:t>
                      </a:r>
                    </a:p>
                  </a:txBody>
                  <a:tcPr marL="9525" marR="9525" marT="9525" marB="0" anchor="b">
                    <a:lnL>
                      <a:noFill/>
                    </a:lnL>
                    <a:lnR>
                      <a:noFill/>
                    </a:lnR>
                    <a:lnT>
                      <a:noFill/>
                    </a:lnT>
                    <a:lnB>
                      <a:noFill/>
                    </a:lnB>
                    <a:solidFill>
                      <a:srgbClr val="FBE2D5"/>
                    </a:solidFill>
                  </a:tcPr>
                </a:tc>
                <a:tc>
                  <a:txBody>
                    <a:bodyPr/>
                    <a:lstStyle/>
                    <a:p>
                      <a:pPr algn="ctr" fontAlgn="b"/>
                      <a:r>
                        <a:rPr lang="en-IN" sz="1100" b="0" i="0" u="none" strike="noStrike">
                          <a:solidFill>
                            <a:srgbClr val="000000"/>
                          </a:solidFill>
                          <a:effectLst/>
                          <a:latin typeface="Aptos Narrow" panose="020B0004020202020204" pitchFamily="34" charset="0"/>
                        </a:rPr>
                        <a:t>1</a:t>
                      </a:r>
                    </a:p>
                  </a:txBody>
                  <a:tcPr marL="9525" marR="9525" marT="9525" marB="0" anchor="b">
                    <a:lnL>
                      <a:noFill/>
                    </a:lnL>
                    <a:lnR>
                      <a:noFill/>
                    </a:lnR>
                    <a:lnT>
                      <a:noFill/>
                    </a:lnT>
                    <a:lnB>
                      <a:noFill/>
                    </a:lnB>
                    <a:solidFill>
                      <a:srgbClr val="FBE2D5"/>
                    </a:solidFill>
                  </a:tcPr>
                </a:tc>
                <a:tc>
                  <a:txBody>
                    <a:bodyPr/>
                    <a:lstStyle/>
                    <a:p>
                      <a:pPr algn="ctr" fontAlgn="b"/>
                      <a:r>
                        <a:rPr lang="en-IN" sz="1100" b="0" i="0" u="none" strike="noStrike">
                          <a:solidFill>
                            <a:srgbClr val="000000"/>
                          </a:solidFill>
                          <a:effectLst/>
                          <a:latin typeface="Aptos Narrow" panose="020B0004020202020204" pitchFamily="34" charset="0"/>
                        </a:rPr>
                        <a:t>-10%</a:t>
                      </a:r>
                    </a:p>
                  </a:txBody>
                  <a:tcPr marL="9525" marR="9525" marT="9525" marB="0" anchor="b">
                    <a:lnL>
                      <a:noFill/>
                    </a:lnL>
                    <a:lnR>
                      <a:noFill/>
                    </a:lnR>
                    <a:lnT>
                      <a:noFill/>
                    </a:lnT>
                    <a:lnB>
                      <a:noFill/>
                    </a:lnB>
                    <a:solidFill>
                      <a:srgbClr val="FBE2D5"/>
                    </a:solidFill>
                  </a:tcPr>
                </a:tc>
                <a:tc>
                  <a:txBody>
                    <a:bodyPr/>
                    <a:lstStyle/>
                    <a:p>
                      <a:pPr algn="ctr" fontAlgn="b"/>
                      <a:r>
                        <a:rPr lang="en-IN" sz="1100" b="0" i="0" u="none" strike="noStrike">
                          <a:solidFill>
                            <a:srgbClr val="000000"/>
                          </a:solidFill>
                          <a:effectLst/>
                          <a:latin typeface="Aptos Narrow" panose="020B0004020202020204" pitchFamily="34" charset="0"/>
                        </a:rPr>
                        <a:t>1185</a:t>
                      </a:r>
                    </a:p>
                  </a:txBody>
                  <a:tcPr marL="9525" marR="9525" marT="9525" marB="0" anchor="b">
                    <a:lnL>
                      <a:noFill/>
                    </a:lnL>
                    <a:lnR>
                      <a:noFill/>
                    </a:lnR>
                    <a:lnT>
                      <a:noFill/>
                    </a:lnT>
                    <a:lnB>
                      <a:noFill/>
                    </a:lnB>
                    <a:solidFill>
                      <a:srgbClr val="FBE2D5"/>
                    </a:solidFill>
                  </a:tcPr>
                </a:tc>
                <a:tc>
                  <a:txBody>
                    <a:bodyPr/>
                    <a:lstStyle/>
                    <a:p>
                      <a:pPr algn="ctr" fontAlgn="b"/>
                      <a:r>
                        <a:rPr lang="en-IN" sz="1100" b="1" i="0" u="none" strike="noStrike">
                          <a:solidFill>
                            <a:srgbClr val="000000"/>
                          </a:solidFill>
                          <a:effectLst/>
                          <a:latin typeface="Aptos Narrow" panose="020B0004020202020204" pitchFamily="34" charset="0"/>
                        </a:rPr>
                        <a:t>+30✅</a:t>
                      </a:r>
                      <a:endParaRPr lang="en-IN" sz="1100" b="0" i="0" u="none" strike="noStrike">
                        <a:solidFill>
                          <a:srgbClr val="000000"/>
                        </a:solidFill>
                        <a:effectLst/>
                        <a:latin typeface="Aptos Narrow" panose="020B000402020202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BE2D5"/>
                    </a:solidFill>
                  </a:tcPr>
                </a:tc>
                <a:extLst>
                  <a:ext uri="{0D108BD9-81ED-4DB2-BD59-A6C34878D82A}">
                    <a16:rowId xmlns:a16="http://schemas.microsoft.com/office/drawing/2014/main" val="433961452"/>
                  </a:ext>
                </a:extLst>
              </a:tr>
              <a:tr h="215900">
                <a:tc>
                  <a:txBody>
                    <a:bodyPr/>
                    <a:lstStyle/>
                    <a:p>
                      <a:pPr algn="ctr" fontAlgn="b"/>
                      <a:r>
                        <a:rPr lang="en-IN" sz="1100" b="0" i="0" u="none" strike="noStrike" dirty="0">
                          <a:solidFill>
                            <a:srgbClr val="000000"/>
                          </a:solidFill>
                          <a:effectLst/>
                          <a:latin typeface="Aptos Narrow" panose="020B0004020202020204" pitchFamily="34" charset="0"/>
                        </a:rPr>
                        <a:t>Scenario 4</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BE2D5"/>
                    </a:solidFill>
                  </a:tcPr>
                </a:tc>
                <a:tc>
                  <a:txBody>
                    <a:bodyPr/>
                    <a:lstStyle/>
                    <a:p>
                      <a:pPr algn="ctr" fontAlgn="b"/>
                      <a:r>
                        <a:rPr lang="en-IN" sz="1100" b="0" i="0" u="none" strike="noStrike">
                          <a:solidFill>
                            <a:srgbClr val="000000"/>
                          </a:solidFill>
                          <a:effectLst/>
                          <a:latin typeface="Aptos Narrow" panose="020B0004020202020204" pitchFamily="34" charset="0"/>
                        </a:rPr>
                        <a:t>1</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FBE2D5"/>
                    </a:solidFill>
                  </a:tcPr>
                </a:tc>
                <a:tc>
                  <a:txBody>
                    <a:bodyPr/>
                    <a:lstStyle/>
                    <a:p>
                      <a:pPr algn="ctr" fontAlgn="b"/>
                      <a:r>
                        <a:rPr lang="en-IN" sz="1100" b="0" i="0" u="none" strike="noStrike" dirty="0">
                          <a:solidFill>
                            <a:srgbClr val="000000"/>
                          </a:solidFill>
                          <a:effectLst/>
                          <a:latin typeface="Aptos Narrow" panose="020B0004020202020204" pitchFamily="34" charset="0"/>
                        </a:rPr>
                        <a:t>1</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FBE2D5"/>
                    </a:solidFill>
                  </a:tcPr>
                </a:tc>
                <a:tc>
                  <a:txBody>
                    <a:bodyPr/>
                    <a:lstStyle/>
                    <a:p>
                      <a:pPr algn="ctr" fontAlgn="b"/>
                      <a:r>
                        <a:rPr lang="en-IN" sz="1100" b="0" i="0" u="none" strike="noStrike" dirty="0">
                          <a:solidFill>
                            <a:srgbClr val="000000"/>
                          </a:solidFill>
                          <a:effectLst/>
                          <a:latin typeface="Aptos Narrow" panose="020B0004020202020204" pitchFamily="34" charset="0"/>
                        </a:rPr>
                        <a:t>-5%</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FBE2D5"/>
                    </a:solidFill>
                  </a:tcPr>
                </a:tc>
                <a:tc>
                  <a:txBody>
                    <a:bodyPr/>
                    <a:lstStyle/>
                    <a:p>
                      <a:pPr algn="ctr" fontAlgn="b"/>
                      <a:r>
                        <a:rPr lang="en-IN" sz="1100" b="0" i="0" u="none" strike="noStrike" dirty="0">
                          <a:solidFill>
                            <a:srgbClr val="000000"/>
                          </a:solidFill>
                          <a:effectLst/>
                          <a:latin typeface="Aptos Narrow" panose="020B0004020202020204" pitchFamily="34" charset="0"/>
                        </a:rPr>
                        <a:t>1125</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FBE2D5"/>
                    </a:solidFill>
                  </a:tcPr>
                </a:tc>
                <a:tc>
                  <a:txBody>
                    <a:bodyPr/>
                    <a:lstStyle/>
                    <a:p>
                      <a:pPr algn="ctr" fontAlgn="b"/>
                      <a:r>
                        <a:rPr lang="en-IN" sz="1100" b="1" i="0" u="none" strike="noStrike">
                          <a:solidFill>
                            <a:srgbClr val="000000"/>
                          </a:solidFill>
                          <a:effectLst/>
                          <a:latin typeface="Aptos Narrow" panose="020B0004020202020204" pitchFamily="34" charset="0"/>
                        </a:rPr>
                        <a:t>+</a:t>
                      </a:r>
                      <a:r>
                        <a:rPr lang="en-IN" sz="1100" b="0" i="0" u="none" strike="noStrike">
                          <a:solidFill>
                            <a:srgbClr val="000000"/>
                          </a:solidFill>
                          <a:effectLst/>
                          <a:latin typeface="Aptos Narrow" panose="020B0004020202020204" pitchFamily="34" charset="0"/>
                        </a:rPr>
                        <a:t>20%</a:t>
                      </a:r>
                      <a:endParaRPr lang="en-IN" sz="1100" b="1" i="0" u="none" strike="noStrike">
                        <a:solidFill>
                          <a:srgbClr val="000000"/>
                        </a:solidFill>
                        <a:effectLst/>
                        <a:latin typeface="Aptos Narrow" panose="020B000402020202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427491528"/>
                  </a:ext>
                </a:extLst>
              </a:tr>
            </a:tbl>
          </a:graphicData>
        </a:graphic>
      </p:graphicFrame>
      <p:sp>
        <p:nvSpPr>
          <p:cNvPr id="83" name="TextBox 82">
            <a:extLst>
              <a:ext uri="{FF2B5EF4-FFF2-40B4-BE49-F238E27FC236}">
                <a16:creationId xmlns:a16="http://schemas.microsoft.com/office/drawing/2014/main" id="{80A29EDE-53C9-39E2-2B15-B22E8089C5C2}"/>
              </a:ext>
            </a:extLst>
          </p:cNvPr>
          <p:cNvSpPr txBox="1"/>
          <p:nvPr/>
        </p:nvSpPr>
        <p:spPr>
          <a:xfrm>
            <a:off x="5410793" y="2199721"/>
            <a:ext cx="1529407" cy="461665"/>
          </a:xfrm>
          <a:prstGeom prst="rect">
            <a:avLst/>
          </a:prstGeom>
          <a:noFill/>
        </p:spPr>
        <p:txBody>
          <a:bodyPr wrap="square" rtlCol="0">
            <a:spAutoFit/>
          </a:bodyPr>
          <a:lstStyle/>
          <a:p>
            <a:pPr algn="ctr"/>
            <a:r>
              <a:rPr lang="en-US" sz="1200" b="1" dirty="0">
                <a:solidFill>
                  <a:srgbClr val="F26538"/>
                </a:solidFill>
              </a:rPr>
              <a:t>PRICE &amp; PROMO</a:t>
            </a:r>
            <a:br>
              <a:rPr lang="en-US" sz="1200" b="1" dirty="0">
                <a:solidFill>
                  <a:srgbClr val="F26538"/>
                </a:solidFill>
              </a:rPr>
            </a:br>
            <a:r>
              <a:rPr lang="en-US" sz="1200" b="1" dirty="0">
                <a:solidFill>
                  <a:srgbClr val="F26538"/>
                </a:solidFill>
              </a:rPr>
              <a:t>OPTIMIZER</a:t>
            </a:r>
          </a:p>
        </p:txBody>
      </p:sp>
      <p:sp>
        <p:nvSpPr>
          <p:cNvPr id="84" name="TextBox 83">
            <a:extLst>
              <a:ext uri="{FF2B5EF4-FFF2-40B4-BE49-F238E27FC236}">
                <a16:creationId xmlns:a16="http://schemas.microsoft.com/office/drawing/2014/main" id="{EADCBA08-B719-08F5-99F2-2B1A80077EE0}"/>
              </a:ext>
            </a:extLst>
          </p:cNvPr>
          <p:cNvSpPr txBox="1"/>
          <p:nvPr/>
        </p:nvSpPr>
        <p:spPr>
          <a:xfrm>
            <a:off x="7514373" y="1472397"/>
            <a:ext cx="4174586" cy="3308598"/>
          </a:xfrm>
          <a:prstGeom prst="rect">
            <a:avLst/>
          </a:prstGeom>
          <a:noFill/>
        </p:spPr>
        <p:txBody>
          <a:bodyPr wrap="square" rtlCol="0">
            <a:spAutoFit/>
          </a:bodyPr>
          <a:lstStyle/>
          <a:p>
            <a:r>
              <a:rPr lang="en-IN" sz="1100" b="1"/>
              <a:t>Optimize Base /Everyday  Price:  Based on elasticity  </a:t>
            </a:r>
          </a:p>
          <a:p>
            <a:r>
              <a:rPr lang="en-IN" sz="1100" b="1" dirty="0"/>
              <a:t>Define Promo Scenarios &amp; Decision Variables</a:t>
            </a:r>
            <a:br>
              <a:rPr lang="en-IN" sz="1100" dirty="0"/>
            </a:br>
            <a:r>
              <a:rPr lang="en-IN" sz="1100" dirty="0"/>
              <a:t>Simulate combinations of:</a:t>
            </a:r>
          </a:p>
          <a:p>
            <a:pPr marL="742950" lvl="1" indent="-285750">
              <a:buFont typeface="+mj-lt"/>
              <a:buAutoNum type="arabicPeriod"/>
            </a:pPr>
            <a:r>
              <a:rPr lang="en-IN" sz="1100" b="1" dirty="0"/>
              <a:t>Feature Promo</a:t>
            </a:r>
            <a:r>
              <a:rPr lang="en-IN" sz="1100" dirty="0"/>
              <a:t> (binary)</a:t>
            </a:r>
          </a:p>
          <a:p>
            <a:pPr marL="742950" lvl="1" indent="-285750">
              <a:buFont typeface="+mj-lt"/>
              <a:buAutoNum type="arabicPeriod"/>
            </a:pPr>
            <a:r>
              <a:rPr lang="en-IN" sz="1100" b="1" dirty="0"/>
              <a:t>Display Promo</a:t>
            </a:r>
            <a:r>
              <a:rPr lang="en-IN" sz="1100" dirty="0"/>
              <a:t> (binary)</a:t>
            </a:r>
          </a:p>
          <a:p>
            <a:pPr marL="742950" lvl="1" indent="-285750">
              <a:buFont typeface="+mj-lt"/>
              <a:buAutoNum type="arabicPeriod"/>
            </a:pPr>
            <a:r>
              <a:rPr lang="en-IN" sz="1100" b="1" dirty="0"/>
              <a:t>Price Discount</a:t>
            </a:r>
            <a:r>
              <a:rPr lang="en-IN" sz="1100" dirty="0"/>
              <a:t> (numeric) etc</a:t>
            </a:r>
          </a:p>
          <a:p>
            <a:endParaRPr lang="en-IN" sz="1100" dirty="0"/>
          </a:p>
          <a:p>
            <a:r>
              <a:rPr lang="en-IN" sz="1100" b="1" dirty="0"/>
              <a:t>Apply Business Constraints</a:t>
            </a:r>
            <a:endParaRPr lang="en-IN" sz="1100" dirty="0"/>
          </a:p>
          <a:p>
            <a:pPr marL="742950" lvl="1" indent="-285750">
              <a:buFont typeface="+mj-lt"/>
              <a:buAutoNum type="arabicPeriod"/>
            </a:pPr>
            <a:r>
              <a:rPr lang="en-IN" sz="1100" dirty="0"/>
              <a:t>Total </a:t>
            </a:r>
            <a:r>
              <a:rPr lang="en-IN" sz="1100" b="1" dirty="0"/>
              <a:t>Cost</a:t>
            </a:r>
            <a:r>
              <a:rPr lang="en-IN" sz="1100" dirty="0"/>
              <a:t> (Feature + Display + Discount) ≤ </a:t>
            </a:r>
            <a:r>
              <a:rPr lang="en-IN" sz="1100" b="1" dirty="0"/>
              <a:t>Budget</a:t>
            </a:r>
            <a:endParaRPr lang="en-IN" sz="1100" dirty="0"/>
          </a:p>
          <a:p>
            <a:pPr marL="742950" lvl="1" indent="-285750">
              <a:buFont typeface="+mj-lt"/>
              <a:buAutoNum type="arabicPeriod"/>
            </a:pPr>
            <a:r>
              <a:rPr lang="en-IN" sz="1100" dirty="0"/>
              <a:t>Max </a:t>
            </a:r>
            <a:r>
              <a:rPr lang="en-IN" sz="1100" b="1" dirty="0"/>
              <a:t>p promos per month m</a:t>
            </a:r>
            <a:endParaRPr lang="en-IN" sz="1100" dirty="0"/>
          </a:p>
          <a:p>
            <a:pPr marL="742950" lvl="1" indent="-285750">
              <a:buFont typeface="+mj-lt"/>
              <a:buAutoNum type="arabicPeriod"/>
            </a:pPr>
            <a:r>
              <a:rPr lang="en-IN" sz="1100" dirty="0"/>
              <a:t>Max </a:t>
            </a:r>
            <a:r>
              <a:rPr lang="en-IN" sz="1100" b="1" dirty="0"/>
              <a:t>x% discount</a:t>
            </a:r>
            <a:r>
              <a:rPr lang="en-IN" sz="1100" dirty="0"/>
              <a:t> in month m etc</a:t>
            </a:r>
          </a:p>
          <a:p>
            <a:pPr marL="742950" lvl="1" indent="-285750">
              <a:buFont typeface="+mj-lt"/>
              <a:buAutoNum type="arabicPeriod"/>
            </a:pPr>
            <a:endParaRPr lang="en-IN" sz="1100" dirty="0"/>
          </a:p>
          <a:p>
            <a:r>
              <a:rPr lang="en-IN" sz="1100" b="1" dirty="0"/>
              <a:t>Predict &amp; Optimize</a:t>
            </a:r>
            <a:endParaRPr lang="en-IN" sz="1100" dirty="0"/>
          </a:p>
          <a:p>
            <a:pPr marL="742950" lvl="1" indent="-285750">
              <a:buFont typeface="+mj-lt"/>
              <a:buAutoNum type="arabicPeriod"/>
            </a:pPr>
            <a:r>
              <a:rPr lang="en-IN" sz="1100" dirty="0"/>
              <a:t>Use trained model to predict </a:t>
            </a:r>
            <a:r>
              <a:rPr lang="en-IN" sz="1100" b="1" dirty="0"/>
              <a:t>volume for all scenarios</a:t>
            </a:r>
            <a:endParaRPr lang="en-IN" sz="1100" dirty="0"/>
          </a:p>
          <a:p>
            <a:pPr marL="742950" lvl="1" indent="-285750">
              <a:buFont typeface="+mj-lt"/>
              <a:buAutoNum type="arabicPeriod"/>
            </a:pPr>
            <a:r>
              <a:rPr lang="en-IN" sz="1100" dirty="0"/>
              <a:t>Compute </a:t>
            </a:r>
            <a:r>
              <a:rPr lang="en-IN" sz="1100" b="1" dirty="0"/>
              <a:t>uplift</a:t>
            </a:r>
            <a:r>
              <a:rPr lang="en-IN" sz="1100" dirty="0"/>
              <a:t> vs base case</a:t>
            </a:r>
          </a:p>
          <a:p>
            <a:pPr marL="742950" lvl="1" indent="-285750">
              <a:buFont typeface="+mj-lt"/>
              <a:buAutoNum type="arabicPeriod"/>
            </a:pPr>
            <a:r>
              <a:rPr lang="en-IN" sz="1100" b="1" dirty="0"/>
              <a:t>Select &amp; Recommend the scenario (Pricing &amp; Promo Combination)</a:t>
            </a:r>
            <a:r>
              <a:rPr lang="en-IN" sz="1100" dirty="0"/>
              <a:t> with highest uplift that </a:t>
            </a:r>
            <a:r>
              <a:rPr lang="en-IN" sz="1100" b="1" dirty="0"/>
              <a:t>satisfies all constraints</a:t>
            </a:r>
            <a:endParaRPr lang="en-IN" sz="1100" dirty="0"/>
          </a:p>
          <a:p>
            <a:endParaRPr lang="en-US" sz="1100" dirty="0"/>
          </a:p>
        </p:txBody>
      </p:sp>
      <p:sp>
        <p:nvSpPr>
          <p:cNvPr id="85" name="TextBox 84">
            <a:extLst>
              <a:ext uri="{FF2B5EF4-FFF2-40B4-BE49-F238E27FC236}">
                <a16:creationId xmlns:a16="http://schemas.microsoft.com/office/drawing/2014/main" id="{AC57EF63-737C-403F-7C84-DCE77837BD09}"/>
              </a:ext>
            </a:extLst>
          </p:cNvPr>
          <p:cNvSpPr txBox="1"/>
          <p:nvPr/>
        </p:nvSpPr>
        <p:spPr>
          <a:xfrm>
            <a:off x="5354233" y="5964218"/>
            <a:ext cx="6307548" cy="430887"/>
          </a:xfrm>
          <a:prstGeom prst="rect">
            <a:avLst/>
          </a:prstGeom>
          <a:noFill/>
        </p:spPr>
        <p:txBody>
          <a:bodyPr wrap="square" rtlCol="0">
            <a:spAutoFit/>
          </a:bodyPr>
          <a:lstStyle/>
          <a:p>
            <a:r>
              <a:rPr lang="en-US" sz="1100" b="1" i="1" dirty="0">
                <a:solidFill>
                  <a:srgbClr val="002060"/>
                </a:solidFill>
              </a:rPr>
              <a:t>Illustrative Table consisting of calculated Volume Uplifts for different scenarios using trained model. It implicates that scenario 3 with both price &amp; feature support would yield maximum volume (Illustrious).</a:t>
            </a:r>
          </a:p>
        </p:txBody>
      </p:sp>
      <p:pic>
        <p:nvPicPr>
          <p:cNvPr id="90" name="Picture 89">
            <a:extLst>
              <a:ext uri="{FF2B5EF4-FFF2-40B4-BE49-F238E27FC236}">
                <a16:creationId xmlns:a16="http://schemas.microsoft.com/office/drawing/2014/main" id="{28BFC67E-B8CB-CCE7-CF1B-17DFF5B7A28B}"/>
              </a:ext>
            </a:extLst>
          </p:cNvPr>
          <p:cNvPicPr>
            <a:picLocks noChangeAspect="1"/>
          </p:cNvPicPr>
          <p:nvPr/>
        </p:nvPicPr>
        <p:blipFill>
          <a:blip r:embed="rId5"/>
          <a:stretch>
            <a:fillRect/>
          </a:stretch>
        </p:blipFill>
        <p:spPr>
          <a:xfrm>
            <a:off x="7608262" y="2191864"/>
            <a:ext cx="363086" cy="363086"/>
          </a:xfrm>
          <a:prstGeom prst="rect">
            <a:avLst/>
          </a:prstGeom>
        </p:spPr>
      </p:pic>
      <p:pic>
        <p:nvPicPr>
          <p:cNvPr id="91" name="Picture 90">
            <a:extLst>
              <a:ext uri="{FF2B5EF4-FFF2-40B4-BE49-F238E27FC236}">
                <a16:creationId xmlns:a16="http://schemas.microsoft.com/office/drawing/2014/main" id="{D18FF954-15A5-C77E-1E6E-D0C305281BB3}"/>
              </a:ext>
            </a:extLst>
          </p:cNvPr>
          <p:cNvPicPr>
            <a:picLocks noChangeAspect="1"/>
          </p:cNvPicPr>
          <p:nvPr/>
        </p:nvPicPr>
        <p:blipFill>
          <a:blip r:embed="rId6"/>
          <a:stretch>
            <a:fillRect/>
          </a:stretch>
        </p:blipFill>
        <p:spPr>
          <a:xfrm>
            <a:off x="7602644" y="3035091"/>
            <a:ext cx="363086" cy="363086"/>
          </a:xfrm>
          <a:prstGeom prst="rect">
            <a:avLst/>
          </a:prstGeom>
        </p:spPr>
      </p:pic>
      <p:pic>
        <p:nvPicPr>
          <p:cNvPr id="93" name="Picture 92">
            <a:extLst>
              <a:ext uri="{FF2B5EF4-FFF2-40B4-BE49-F238E27FC236}">
                <a16:creationId xmlns:a16="http://schemas.microsoft.com/office/drawing/2014/main" id="{129C0733-D274-3D41-5540-D42A699086A6}"/>
              </a:ext>
            </a:extLst>
          </p:cNvPr>
          <p:cNvPicPr>
            <a:picLocks noChangeAspect="1"/>
          </p:cNvPicPr>
          <p:nvPr/>
        </p:nvPicPr>
        <p:blipFill>
          <a:blip r:embed="rId7"/>
          <a:stretch>
            <a:fillRect/>
          </a:stretch>
        </p:blipFill>
        <p:spPr>
          <a:xfrm>
            <a:off x="7601780" y="3905373"/>
            <a:ext cx="399395" cy="399395"/>
          </a:xfrm>
          <a:prstGeom prst="rect">
            <a:avLst/>
          </a:prstGeom>
        </p:spPr>
      </p:pic>
      <p:pic>
        <p:nvPicPr>
          <p:cNvPr id="2" name="Graphic 1" descr="Work from home Wi-Fi with solid fill">
            <a:hlinkClick r:id="rId8" action="ppaction://hlinksldjump"/>
            <a:extLst>
              <a:ext uri="{FF2B5EF4-FFF2-40B4-BE49-F238E27FC236}">
                <a16:creationId xmlns:a16="http://schemas.microsoft.com/office/drawing/2014/main" id="{FA9A17D5-7D68-8D14-D868-8D22DE10F85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0" y="443118"/>
            <a:ext cx="375814" cy="375814"/>
          </a:xfrm>
          <a:prstGeom prst="rect">
            <a:avLst/>
          </a:prstGeom>
        </p:spPr>
      </p:pic>
      <p:sp>
        <p:nvSpPr>
          <p:cNvPr id="4" name="Rectangle 3">
            <a:extLst>
              <a:ext uri="{FF2B5EF4-FFF2-40B4-BE49-F238E27FC236}">
                <a16:creationId xmlns:a16="http://schemas.microsoft.com/office/drawing/2014/main" id="{F4C439F5-547B-E67A-9DF9-A6C0B4882862}"/>
              </a:ext>
            </a:extLst>
          </p:cNvPr>
          <p:cNvSpPr/>
          <p:nvPr/>
        </p:nvSpPr>
        <p:spPr>
          <a:xfrm>
            <a:off x="0" y="145856"/>
            <a:ext cx="1801368" cy="2077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3.Modelling</a:t>
            </a:r>
          </a:p>
        </p:txBody>
      </p:sp>
    </p:spTree>
    <p:extLst>
      <p:ext uri="{BB962C8B-B14F-4D97-AF65-F5344CB8AC3E}">
        <p14:creationId xmlns:p14="http://schemas.microsoft.com/office/powerpoint/2010/main" val="3956404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926F5-FC87-EB91-8FB1-74E65FF2ED63}"/>
            </a:ext>
          </a:extLst>
        </p:cNvPr>
        <p:cNvGrpSpPr/>
        <p:nvPr/>
      </p:nvGrpSpPr>
      <p:grpSpPr>
        <a:xfrm>
          <a:off x="0" y="0"/>
          <a:ext cx="0" cy="0"/>
          <a:chOff x="0" y="0"/>
          <a:chExt cx="0" cy="0"/>
        </a:xfrm>
      </p:grpSpPr>
      <p:sp>
        <p:nvSpPr>
          <p:cNvPr id="83" name="Rectangle 82">
            <a:extLst>
              <a:ext uri="{FF2B5EF4-FFF2-40B4-BE49-F238E27FC236}">
                <a16:creationId xmlns:a16="http://schemas.microsoft.com/office/drawing/2014/main" id="{72DFBE18-0B7E-69D5-3C5A-9376BA134D87}"/>
              </a:ext>
            </a:extLst>
          </p:cNvPr>
          <p:cNvSpPr/>
          <p:nvPr/>
        </p:nvSpPr>
        <p:spPr>
          <a:xfrm>
            <a:off x="333462" y="3804163"/>
            <a:ext cx="3898054" cy="243389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Rectangle 80">
            <a:extLst>
              <a:ext uri="{FF2B5EF4-FFF2-40B4-BE49-F238E27FC236}">
                <a16:creationId xmlns:a16="http://schemas.microsoft.com/office/drawing/2014/main" id="{AA8AD4CB-4154-9D9B-B466-3708E8C23C75}"/>
              </a:ext>
            </a:extLst>
          </p:cNvPr>
          <p:cNvSpPr/>
          <p:nvPr/>
        </p:nvSpPr>
        <p:spPr>
          <a:xfrm>
            <a:off x="333462" y="1192594"/>
            <a:ext cx="3898054" cy="243389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itle 1">
            <a:extLst>
              <a:ext uri="{FF2B5EF4-FFF2-40B4-BE49-F238E27FC236}">
                <a16:creationId xmlns:a16="http://schemas.microsoft.com/office/drawing/2014/main" id="{3847B0BF-F226-2511-F84B-9FDE2340E551}"/>
              </a:ext>
            </a:extLst>
          </p:cNvPr>
          <p:cNvSpPr txBox="1">
            <a:spLocks/>
          </p:cNvSpPr>
          <p:nvPr/>
        </p:nvSpPr>
        <p:spPr>
          <a:xfrm>
            <a:off x="225442" y="434950"/>
            <a:ext cx="9707410" cy="5331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r>
              <a:rPr lang="en-US" sz="2000">
                <a:latin typeface="Avenir Next"/>
              </a:rPr>
              <a:t>Elasticity to Execution: Turning Sensitivity Into Strategic Action </a:t>
            </a:r>
            <a:endParaRPr lang="en-IN" sz="2000">
              <a:solidFill>
                <a:schemeClr val="accent3"/>
              </a:solidFill>
              <a:latin typeface="Avenir Next"/>
            </a:endParaRPr>
          </a:p>
        </p:txBody>
      </p:sp>
      <p:sp>
        <p:nvSpPr>
          <p:cNvPr id="10" name="Rectangle 1">
            <a:extLst>
              <a:ext uri="{FF2B5EF4-FFF2-40B4-BE49-F238E27FC236}">
                <a16:creationId xmlns:a16="http://schemas.microsoft.com/office/drawing/2014/main" id="{7A7E8702-BFD9-3F69-BA5E-0432F0AF91C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18" name="Group 17">
            <a:extLst>
              <a:ext uri="{FF2B5EF4-FFF2-40B4-BE49-F238E27FC236}">
                <a16:creationId xmlns:a16="http://schemas.microsoft.com/office/drawing/2014/main" id="{312575E5-C8A0-2984-BB71-C262BCF3C4B5}"/>
              </a:ext>
            </a:extLst>
          </p:cNvPr>
          <p:cNvGrpSpPr/>
          <p:nvPr/>
        </p:nvGrpSpPr>
        <p:grpSpPr>
          <a:xfrm>
            <a:off x="9906191" y="1403092"/>
            <a:ext cx="1972881" cy="3473982"/>
            <a:chOff x="4709012" y="2108456"/>
            <a:chExt cx="2736988" cy="2013551"/>
          </a:xfrm>
        </p:grpSpPr>
        <p:grpSp>
          <p:nvGrpSpPr>
            <p:cNvPr id="19" name="Group 18">
              <a:extLst>
                <a:ext uri="{FF2B5EF4-FFF2-40B4-BE49-F238E27FC236}">
                  <a16:creationId xmlns:a16="http://schemas.microsoft.com/office/drawing/2014/main" id="{654658F5-BF5C-E73E-745D-C1BD768B62AC}"/>
                </a:ext>
              </a:extLst>
            </p:cNvPr>
            <p:cNvGrpSpPr/>
            <p:nvPr/>
          </p:nvGrpSpPr>
          <p:grpSpPr>
            <a:xfrm>
              <a:off x="4745999" y="2108456"/>
              <a:ext cx="2700001" cy="2013551"/>
              <a:chOff x="9148358" y="1521003"/>
              <a:chExt cx="2700001" cy="1786460"/>
            </a:xfrm>
          </p:grpSpPr>
          <p:sp>
            <p:nvSpPr>
              <p:cNvPr id="21" name="Rectangle 20">
                <a:extLst>
                  <a:ext uri="{FF2B5EF4-FFF2-40B4-BE49-F238E27FC236}">
                    <a16:creationId xmlns:a16="http://schemas.microsoft.com/office/drawing/2014/main" id="{56ED43B8-1C65-DA91-8C90-6CF5F150EEC0}"/>
                  </a:ext>
                </a:extLst>
              </p:cNvPr>
              <p:cNvSpPr/>
              <p:nvPr/>
            </p:nvSpPr>
            <p:spPr>
              <a:xfrm>
                <a:off x="9148359" y="1529512"/>
                <a:ext cx="2700000" cy="1777951"/>
              </a:xfrm>
              <a:prstGeom prst="rect">
                <a:avLst/>
              </a:prstGeom>
              <a:noFill/>
              <a:ln>
                <a:solidFill>
                  <a:schemeClr val="accent2">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TextBox 37">
                <a:extLst>
                  <a:ext uri="{FF2B5EF4-FFF2-40B4-BE49-F238E27FC236}">
                    <a16:creationId xmlns:a16="http://schemas.microsoft.com/office/drawing/2014/main" id="{C78AF31B-E7D1-2834-64A7-C8604B2DC0C8}"/>
                  </a:ext>
                </a:extLst>
              </p:cNvPr>
              <p:cNvSpPr txBox="1"/>
              <p:nvPr/>
            </p:nvSpPr>
            <p:spPr>
              <a:xfrm>
                <a:off x="9148358" y="1521003"/>
                <a:ext cx="2700001" cy="182737"/>
              </a:xfrm>
              <a:prstGeom prst="rect">
                <a:avLst/>
              </a:prstGeom>
              <a:solidFill>
                <a:schemeClr val="accent3"/>
              </a:solidFill>
              <a:ln>
                <a:noFill/>
              </a:ln>
            </p:spPr>
            <p:txBody>
              <a:bodyPr wrap="square" rtlCol="0" anchor="ctr">
                <a:spAutoFit/>
              </a:bodyPr>
              <a:lstStyle/>
              <a:p>
                <a:pPr algn="ctr"/>
                <a:r>
                  <a:rPr lang="en-US" sz="1200" b="1">
                    <a:solidFill>
                      <a:schemeClr val="bg1"/>
                    </a:solidFill>
                  </a:rPr>
                  <a:t>Business Outcome</a:t>
                </a:r>
                <a:endParaRPr lang="en-IN" sz="1200" b="1">
                  <a:solidFill>
                    <a:schemeClr val="bg1"/>
                  </a:solidFill>
                </a:endParaRPr>
              </a:p>
            </p:txBody>
          </p:sp>
        </p:grpSp>
        <p:sp>
          <p:nvSpPr>
            <p:cNvPr id="20" name="TextBox 19">
              <a:extLst>
                <a:ext uri="{FF2B5EF4-FFF2-40B4-BE49-F238E27FC236}">
                  <a16:creationId xmlns:a16="http://schemas.microsoft.com/office/drawing/2014/main" id="{48B2C658-C3D0-B433-33E9-CB9D96613BBC}"/>
                </a:ext>
              </a:extLst>
            </p:cNvPr>
            <p:cNvSpPr txBox="1"/>
            <p:nvPr/>
          </p:nvSpPr>
          <p:spPr>
            <a:xfrm>
              <a:off x="4709012" y="2576521"/>
              <a:ext cx="2722941" cy="893731"/>
            </a:xfrm>
            <a:prstGeom prst="rect">
              <a:avLst/>
            </a:prstGeom>
            <a:noFill/>
          </p:spPr>
          <p:txBody>
            <a:bodyPr wrap="square">
              <a:spAutoFit/>
            </a:bodyPr>
            <a:lstStyle/>
            <a:p>
              <a:pPr marL="171450" indent="-171450">
                <a:buFont typeface="Arial" panose="020B0604020202020204" pitchFamily="34" charset="0"/>
                <a:buChar char="•"/>
              </a:pPr>
              <a:r>
                <a:rPr lang="en-US" sz="1050"/>
                <a:t>Reallocation of promo spends to segments that respond best to promotions</a:t>
              </a:r>
              <a:br>
                <a:rPr lang="en-US" sz="1050"/>
              </a:br>
              <a:endParaRPr lang="en-US" sz="1050"/>
            </a:p>
            <a:p>
              <a:pPr marL="171450" indent="-171450">
                <a:buFont typeface="Arial" panose="020B0604020202020204" pitchFamily="34" charset="0"/>
                <a:buChar char="•"/>
              </a:pPr>
              <a:r>
                <a:rPr lang="en-US" sz="1050"/>
                <a:t>Tailor promo depth  based on segment-level elasticity.</a:t>
              </a:r>
              <a:br>
                <a:rPr lang="en-US" sz="1050"/>
              </a:br>
              <a:endParaRPr lang="en-US" sz="1050"/>
            </a:p>
            <a:p>
              <a:pPr marL="171450" indent="-171450">
                <a:buFont typeface="Arial" panose="020B0604020202020204" pitchFamily="34" charset="0"/>
                <a:buChar char="•"/>
              </a:pPr>
              <a:r>
                <a:rPr lang="en-US" sz="1050"/>
                <a:t>Design segment-specific promo mechanics (e.g., price-off vs bundle vs loyalty)</a:t>
              </a:r>
              <a:br>
                <a:rPr lang="en-US" sz="1050"/>
              </a:br>
              <a:endParaRPr lang="en-US" sz="1050"/>
            </a:p>
            <a:p>
              <a:pPr marL="171450" indent="-171450">
                <a:buFont typeface="Arial" panose="020B0604020202020204" pitchFamily="34" charset="0"/>
                <a:buChar char="•"/>
              </a:pPr>
              <a:r>
                <a:rPr lang="en-US" sz="1050"/>
                <a:t>Improve promo ROI by eliminating over-discounting</a:t>
              </a:r>
            </a:p>
          </p:txBody>
        </p:sp>
      </p:grpSp>
      <p:graphicFrame>
        <p:nvGraphicFramePr>
          <p:cNvPr id="44" name="Chart 43">
            <a:extLst>
              <a:ext uri="{FF2B5EF4-FFF2-40B4-BE49-F238E27FC236}">
                <a16:creationId xmlns:a16="http://schemas.microsoft.com/office/drawing/2014/main" id="{C7B7D2E1-FF86-FC8B-3C03-7E7313096FAF}"/>
              </a:ext>
            </a:extLst>
          </p:cNvPr>
          <p:cNvGraphicFramePr/>
          <p:nvPr>
            <p:extLst>
              <p:ext uri="{D42A27DB-BD31-4B8C-83A1-F6EECF244321}">
                <p14:modId xmlns:p14="http://schemas.microsoft.com/office/powerpoint/2010/main" val="3998648939"/>
              </p:ext>
            </p:extLst>
          </p:nvPr>
        </p:nvGraphicFramePr>
        <p:xfrm>
          <a:off x="332323" y="1178732"/>
          <a:ext cx="3933645" cy="2360936"/>
        </p:xfrm>
        <a:graphic>
          <a:graphicData uri="http://schemas.openxmlformats.org/drawingml/2006/chart">
            <c:chart xmlns:c="http://schemas.openxmlformats.org/drawingml/2006/chart" xmlns:r="http://schemas.openxmlformats.org/officeDocument/2006/relationships" r:id="rId2"/>
          </a:graphicData>
        </a:graphic>
      </p:graphicFrame>
      <p:grpSp>
        <p:nvGrpSpPr>
          <p:cNvPr id="65" name="Group 64">
            <a:extLst>
              <a:ext uri="{FF2B5EF4-FFF2-40B4-BE49-F238E27FC236}">
                <a16:creationId xmlns:a16="http://schemas.microsoft.com/office/drawing/2014/main" id="{861F5CCF-894A-48B7-506A-4081217217AC}"/>
              </a:ext>
            </a:extLst>
          </p:cNvPr>
          <p:cNvGrpSpPr/>
          <p:nvPr/>
        </p:nvGrpSpPr>
        <p:grpSpPr>
          <a:xfrm>
            <a:off x="4390461" y="1221869"/>
            <a:ext cx="4983393" cy="2467522"/>
            <a:chOff x="4714557" y="1155560"/>
            <a:chExt cx="4835456" cy="2467522"/>
          </a:xfrm>
        </p:grpSpPr>
        <p:grpSp>
          <p:nvGrpSpPr>
            <p:cNvPr id="3" name="Group 2">
              <a:extLst>
                <a:ext uri="{FF2B5EF4-FFF2-40B4-BE49-F238E27FC236}">
                  <a16:creationId xmlns:a16="http://schemas.microsoft.com/office/drawing/2014/main" id="{B772294B-D04D-1629-8AF3-EE730B6D997C}"/>
                </a:ext>
              </a:extLst>
            </p:cNvPr>
            <p:cNvGrpSpPr/>
            <p:nvPr/>
          </p:nvGrpSpPr>
          <p:grpSpPr bwMode="white">
            <a:xfrm>
              <a:off x="5025369" y="1451904"/>
              <a:ext cx="4524644" cy="1913760"/>
              <a:chOff x="6259514" y="2263674"/>
              <a:chExt cx="5330817" cy="1547848"/>
            </a:xfrm>
          </p:grpSpPr>
          <p:cxnSp>
            <p:nvCxnSpPr>
              <p:cNvPr id="7" name="Straight Arrow Connector 6">
                <a:extLst>
                  <a:ext uri="{FF2B5EF4-FFF2-40B4-BE49-F238E27FC236}">
                    <a16:creationId xmlns:a16="http://schemas.microsoft.com/office/drawing/2014/main" id="{E17BD08D-8887-9AE9-DA67-F202AFA6B39B}"/>
                  </a:ext>
                </a:extLst>
              </p:cNvPr>
              <p:cNvCxnSpPr>
                <a:cxnSpLocks/>
              </p:cNvCxnSpPr>
              <p:nvPr/>
            </p:nvCxnSpPr>
            <p:spPr bwMode="white">
              <a:xfrm flipV="1">
                <a:off x="6464791" y="2263675"/>
                <a:ext cx="1587" cy="154784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0A319E2-08C1-BB54-0D48-37135BF4DBDD}"/>
                  </a:ext>
                </a:extLst>
              </p:cNvPr>
              <p:cNvCxnSpPr>
                <a:cxnSpLocks/>
              </p:cNvCxnSpPr>
              <p:nvPr/>
            </p:nvCxnSpPr>
            <p:spPr bwMode="white">
              <a:xfrm flipV="1">
                <a:off x="6259514" y="3662232"/>
                <a:ext cx="5330817" cy="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232FD30-8CBD-4256-7BEB-5E1DBE4D6A5A}"/>
                  </a:ext>
                </a:extLst>
              </p:cNvPr>
              <p:cNvSpPr/>
              <p:nvPr/>
            </p:nvSpPr>
            <p:spPr bwMode="white">
              <a:xfrm>
                <a:off x="6596742" y="2263674"/>
                <a:ext cx="2344057" cy="63114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85293" rtl="0" eaLnBrk="1"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err="1">
                  <a:ln>
                    <a:noFill/>
                  </a:ln>
                  <a:solidFill>
                    <a:srgbClr val="0E0E9A"/>
                  </a:solidFill>
                  <a:effectLst/>
                  <a:uLnTx/>
                  <a:uFillTx/>
                  <a:latin typeface="Unilever DIN Offc Pro"/>
                  <a:ea typeface="+mn-ea"/>
                  <a:cs typeface="+mn-cs"/>
                  <a:sym typeface="Helvetica Light" charset="0"/>
                </a:endParaRPr>
              </a:p>
            </p:txBody>
          </p:sp>
          <p:sp>
            <p:nvSpPr>
              <p:cNvPr id="12" name="Rectangle 11">
                <a:extLst>
                  <a:ext uri="{FF2B5EF4-FFF2-40B4-BE49-F238E27FC236}">
                    <a16:creationId xmlns:a16="http://schemas.microsoft.com/office/drawing/2014/main" id="{4B78921A-F9C7-9053-D7FB-04D8F7E056B4}"/>
                  </a:ext>
                </a:extLst>
              </p:cNvPr>
              <p:cNvSpPr/>
              <p:nvPr/>
            </p:nvSpPr>
            <p:spPr bwMode="white">
              <a:xfrm>
                <a:off x="9104993" y="2263674"/>
                <a:ext cx="2344057" cy="63114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85293" rtl="0" eaLnBrk="1"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err="1">
                  <a:ln>
                    <a:noFill/>
                  </a:ln>
                  <a:solidFill>
                    <a:srgbClr val="0E0E9A"/>
                  </a:solidFill>
                  <a:effectLst/>
                  <a:uLnTx/>
                  <a:uFillTx/>
                  <a:latin typeface="Unilever DIN Offc Pro"/>
                  <a:ea typeface="+mn-ea"/>
                  <a:cs typeface="+mn-cs"/>
                  <a:sym typeface="Helvetica Light" charset="0"/>
                </a:endParaRPr>
              </a:p>
            </p:txBody>
          </p:sp>
          <p:sp>
            <p:nvSpPr>
              <p:cNvPr id="13" name="Rectangle 12">
                <a:extLst>
                  <a:ext uri="{FF2B5EF4-FFF2-40B4-BE49-F238E27FC236}">
                    <a16:creationId xmlns:a16="http://schemas.microsoft.com/office/drawing/2014/main" id="{429037BB-9369-3D35-36AF-430FA889B0EF}"/>
                  </a:ext>
                </a:extLst>
              </p:cNvPr>
              <p:cNvSpPr/>
              <p:nvPr/>
            </p:nvSpPr>
            <p:spPr bwMode="white">
              <a:xfrm>
                <a:off x="6596742" y="2973486"/>
                <a:ext cx="2344057" cy="631146"/>
              </a:xfrm>
              <a:prstGeom prst="rect">
                <a:avLst/>
              </a:prstGeom>
              <a:solidFill>
                <a:schemeClr val="bg1">
                  <a:lumMod val="95000"/>
                  <a:alpha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85293" rtl="0" eaLnBrk="1"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err="1">
                  <a:ln>
                    <a:noFill/>
                  </a:ln>
                  <a:solidFill>
                    <a:srgbClr val="0E0E9A"/>
                  </a:solidFill>
                  <a:effectLst/>
                  <a:uLnTx/>
                  <a:uFillTx/>
                  <a:latin typeface="Unilever DIN Offc Pro"/>
                  <a:ea typeface="+mn-ea"/>
                  <a:cs typeface="+mn-cs"/>
                  <a:sym typeface="Helvetica Light" charset="0"/>
                </a:endParaRPr>
              </a:p>
            </p:txBody>
          </p:sp>
          <p:sp>
            <p:nvSpPr>
              <p:cNvPr id="14" name="Rectangle 13">
                <a:extLst>
                  <a:ext uri="{FF2B5EF4-FFF2-40B4-BE49-F238E27FC236}">
                    <a16:creationId xmlns:a16="http://schemas.microsoft.com/office/drawing/2014/main" id="{4B0EF032-0030-FD63-8ADC-611237B87BB4}"/>
                  </a:ext>
                </a:extLst>
              </p:cNvPr>
              <p:cNvSpPr/>
              <p:nvPr/>
            </p:nvSpPr>
            <p:spPr bwMode="white">
              <a:xfrm>
                <a:off x="9104993" y="2973486"/>
                <a:ext cx="2344057" cy="631146"/>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85293" rtl="0" eaLnBrk="1"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err="1">
                  <a:ln>
                    <a:noFill/>
                  </a:ln>
                  <a:solidFill>
                    <a:srgbClr val="0E0E9A"/>
                  </a:solidFill>
                  <a:effectLst/>
                  <a:uLnTx/>
                  <a:uFillTx/>
                  <a:latin typeface="Unilever DIN Offc Pro"/>
                  <a:ea typeface="+mn-ea"/>
                  <a:cs typeface="+mn-cs"/>
                  <a:sym typeface="Helvetica Light" charset="0"/>
                </a:endParaRPr>
              </a:p>
            </p:txBody>
          </p:sp>
        </p:grpSp>
        <p:sp>
          <p:nvSpPr>
            <p:cNvPr id="15" name="TextBox 14">
              <a:extLst>
                <a:ext uri="{FF2B5EF4-FFF2-40B4-BE49-F238E27FC236}">
                  <a16:creationId xmlns:a16="http://schemas.microsoft.com/office/drawing/2014/main" id="{E67AF65A-60F1-C884-E707-EC057C576DA4}"/>
                </a:ext>
              </a:extLst>
            </p:cNvPr>
            <p:cNvSpPr txBox="1"/>
            <p:nvPr/>
          </p:nvSpPr>
          <p:spPr>
            <a:xfrm>
              <a:off x="4823210" y="3181082"/>
              <a:ext cx="753170" cy="226591"/>
            </a:xfrm>
            <a:prstGeom prst="rect">
              <a:avLst/>
            </a:prstGeom>
            <a:noFill/>
          </p:spPr>
          <p:txBody>
            <a:bodyPr wrap="square" lIns="36000" tIns="36000" rIns="36000" bIns="36000" rtlCol="0">
              <a:spAutoFit/>
            </a:bodyPr>
            <a:lstStyle/>
            <a:p>
              <a:pPr marL="0" marR="0" lvl="0" indent="0" algn="l" defTabSz="485293" rtl="0" eaLnBrk="1" fontAlgn="base" latinLnBrk="0" hangingPunct="0">
                <a:lnSpc>
                  <a:spcPct val="100000"/>
                </a:lnSpc>
                <a:spcBef>
                  <a:spcPct val="0"/>
                </a:spcBef>
                <a:spcAft>
                  <a:spcPct val="0"/>
                </a:spcAft>
                <a:buClrTx/>
                <a:buSzTx/>
                <a:buFontTx/>
                <a:buNone/>
                <a:tabLst/>
                <a:defRPr/>
              </a:pPr>
              <a:r>
                <a:rPr kumimoji="0" lang="en-GB" sz="1000" b="1" i="0" u="none" strike="noStrike" kern="1200" cap="none" spc="0" normalizeH="0" baseline="0" noProof="0">
                  <a:ln>
                    <a:noFill/>
                  </a:ln>
                  <a:solidFill>
                    <a:srgbClr val="FF544F"/>
                  </a:solidFill>
                  <a:effectLst/>
                  <a:uLnTx/>
                  <a:uFillTx/>
                  <a:ea typeface="+mn-ea"/>
                  <a:cs typeface="+mn-cs"/>
                  <a:sym typeface="Helvetica Light" charset="0"/>
                </a:rPr>
                <a:t>Low</a:t>
              </a:r>
            </a:p>
          </p:txBody>
        </p:sp>
        <p:sp>
          <p:nvSpPr>
            <p:cNvPr id="16" name="TextBox 15">
              <a:extLst>
                <a:ext uri="{FF2B5EF4-FFF2-40B4-BE49-F238E27FC236}">
                  <a16:creationId xmlns:a16="http://schemas.microsoft.com/office/drawing/2014/main" id="{E1818EF6-FF39-0436-7113-3A41D5AC5CD9}"/>
                </a:ext>
              </a:extLst>
            </p:cNvPr>
            <p:cNvSpPr txBox="1"/>
            <p:nvPr/>
          </p:nvSpPr>
          <p:spPr>
            <a:xfrm>
              <a:off x="8967518" y="3207128"/>
              <a:ext cx="462921" cy="226591"/>
            </a:xfrm>
            <a:prstGeom prst="rect">
              <a:avLst/>
            </a:prstGeom>
            <a:noFill/>
          </p:spPr>
          <p:txBody>
            <a:bodyPr wrap="square" lIns="36000" tIns="36000" rIns="36000" bIns="36000" rtlCol="0">
              <a:spAutoFit/>
            </a:bodyPr>
            <a:lstStyle/>
            <a:p>
              <a:pPr marL="0" marR="0" lvl="0" indent="0" algn="r" defTabSz="485293" rtl="0" eaLnBrk="1" fontAlgn="base" latinLnBrk="0" hangingPunct="0">
                <a:lnSpc>
                  <a:spcPct val="100000"/>
                </a:lnSpc>
                <a:spcBef>
                  <a:spcPct val="0"/>
                </a:spcBef>
                <a:spcAft>
                  <a:spcPct val="0"/>
                </a:spcAft>
                <a:buClrTx/>
                <a:buSzTx/>
                <a:buFontTx/>
                <a:buNone/>
                <a:tabLst/>
                <a:defRPr/>
              </a:pPr>
              <a:r>
                <a:rPr kumimoji="0" lang="en-GB" sz="1000" b="1" i="0" u="none" strike="noStrike" kern="1200" cap="none" spc="0" normalizeH="0" baseline="0" noProof="0">
                  <a:ln>
                    <a:noFill/>
                  </a:ln>
                  <a:solidFill>
                    <a:srgbClr val="FF544F"/>
                  </a:solidFill>
                  <a:effectLst/>
                  <a:uLnTx/>
                  <a:uFillTx/>
                  <a:ea typeface="+mn-ea"/>
                  <a:cs typeface="+mn-cs"/>
                  <a:sym typeface="Helvetica Light" charset="0"/>
                </a:rPr>
                <a:t>High</a:t>
              </a:r>
            </a:p>
          </p:txBody>
        </p:sp>
        <p:sp>
          <p:nvSpPr>
            <p:cNvPr id="17" name="TextBox 16">
              <a:extLst>
                <a:ext uri="{FF2B5EF4-FFF2-40B4-BE49-F238E27FC236}">
                  <a16:creationId xmlns:a16="http://schemas.microsoft.com/office/drawing/2014/main" id="{A0C72F17-58BE-36DB-58CC-84A96379157D}"/>
                </a:ext>
              </a:extLst>
            </p:cNvPr>
            <p:cNvSpPr txBox="1"/>
            <p:nvPr/>
          </p:nvSpPr>
          <p:spPr>
            <a:xfrm>
              <a:off x="4714557" y="1451904"/>
              <a:ext cx="415553" cy="224786"/>
            </a:xfrm>
            <a:prstGeom prst="rect">
              <a:avLst/>
            </a:prstGeom>
            <a:noFill/>
          </p:spPr>
          <p:txBody>
            <a:bodyPr wrap="square" lIns="36000" tIns="36000" rIns="36000" bIns="36000" rtlCol="0">
              <a:spAutoFit/>
            </a:bodyPr>
            <a:lstStyle/>
            <a:p>
              <a:pPr marL="0" marR="0" lvl="0" indent="0" algn="r" defTabSz="485293" rtl="0" eaLnBrk="1" fontAlgn="base" latinLnBrk="0" hangingPunct="0">
                <a:lnSpc>
                  <a:spcPct val="100000"/>
                </a:lnSpc>
                <a:spcBef>
                  <a:spcPct val="0"/>
                </a:spcBef>
                <a:spcAft>
                  <a:spcPct val="0"/>
                </a:spcAft>
                <a:buClrTx/>
                <a:buSzTx/>
                <a:buFontTx/>
                <a:buNone/>
                <a:tabLst/>
                <a:defRPr/>
              </a:pPr>
              <a:r>
                <a:rPr kumimoji="0" lang="en-GB" sz="1000" b="1" i="0" u="none" strike="noStrike" kern="1200" cap="none" spc="0" normalizeH="0" baseline="0" noProof="0">
                  <a:ln>
                    <a:noFill/>
                  </a:ln>
                  <a:solidFill>
                    <a:srgbClr val="FF544F"/>
                  </a:solidFill>
                  <a:effectLst/>
                  <a:uLnTx/>
                  <a:uFillTx/>
                  <a:ea typeface="+mn-ea"/>
                  <a:cs typeface="+mn-cs"/>
                  <a:sym typeface="Helvetica Light" charset="0"/>
                </a:rPr>
                <a:t>High</a:t>
              </a:r>
            </a:p>
          </p:txBody>
        </p:sp>
        <p:sp>
          <p:nvSpPr>
            <p:cNvPr id="22" name="TextBox 21">
              <a:extLst>
                <a:ext uri="{FF2B5EF4-FFF2-40B4-BE49-F238E27FC236}">
                  <a16:creationId xmlns:a16="http://schemas.microsoft.com/office/drawing/2014/main" id="{EA88ED3E-DC30-9EC1-AD59-F3BAC2502FCD}"/>
                </a:ext>
              </a:extLst>
            </p:cNvPr>
            <p:cNvSpPr txBox="1"/>
            <p:nvPr/>
          </p:nvSpPr>
          <p:spPr>
            <a:xfrm>
              <a:off x="6482282" y="3287436"/>
              <a:ext cx="1699847" cy="335646"/>
            </a:xfrm>
            <a:prstGeom prst="rect">
              <a:avLst/>
            </a:prstGeom>
            <a:noFill/>
          </p:spPr>
          <p:txBody>
            <a:bodyPr wrap="square" tIns="90000" bIns="90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solidFill>
                  <a:effectLst/>
                  <a:uLnTx/>
                  <a:uFillTx/>
                  <a:ea typeface="+mn-ea"/>
                  <a:cs typeface="Unilever Shilling" panose="020B0502020202020204" pitchFamily="34" charset="0"/>
                </a:rPr>
                <a:t>Base</a:t>
              </a:r>
              <a:r>
                <a:rPr lang="en-GB" sz="1000" b="1">
                  <a:solidFill>
                    <a:srgbClr val="000000"/>
                  </a:solidFill>
                  <a:cs typeface="Unilever Shilling" panose="020B0502020202020204" pitchFamily="34" charset="0"/>
                </a:rPr>
                <a:t> Price</a:t>
              </a:r>
              <a:r>
                <a:rPr kumimoji="0" lang="en-GB" sz="1000" b="1" i="0" u="none" strike="noStrike" kern="1200" cap="none" spc="0" normalizeH="0" baseline="0" noProof="0">
                  <a:ln>
                    <a:noFill/>
                  </a:ln>
                  <a:solidFill>
                    <a:srgbClr val="000000"/>
                  </a:solidFill>
                  <a:effectLst/>
                  <a:uLnTx/>
                  <a:uFillTx/>
                  <a:ea typeface="+mn-ea"/>
                  <a:cs typeface="Unilever Shilling" panose="020B0502020202020204" pitchFamily="34" charset="0"/>
                </a:rPr>
                <a:t> Elasticity</a:t>
              </a:r>
            </a:p>
          </p:txBody>
        </p:sp>
        <p:sp>
          <p:nvSpPr>
            <p:cNvPr id="23" name="TextBox 22">
              <a:extLst>
                <a:ext uri="{FF2B5EF4-FFF2-40B4-BE49-F238E27FC236}">
                  <a16:creationId xmlns:a16="http://schemas.microsoft.com/office/drawing/2014/main" id="{23C0FAE0-3FAE-84AB-FB83-6337874E80E9}"/>
                </a:ext>
              </a:extLst>
            </p:cNvPr>
            <p:cNvSpPr txBox="1"/>
            <p:nvPr/>
          </p:nvSpPr>
          <p:spPr>
            <a:xfrm rot="16200000">
              <a:off x="4291433" y="2207786"/>
              <a:ext cx="1480529" cy="335646"/>
            </a:xfrm>
            <a:prstGeom prst="rect">
              <a:avLst/>
            </a:prstGeom>
            <a:noFill/>
          </p:spPr>
          <p:txBody>
            <a:bodyPr wrap="square" tIns="90000" bIns="9000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solidFill>
                  <a:effectLst/>
                  <a:uLnTx/>
                  <a:uFillTx/>
                  <a:ea typeface="+mn-ea"/>
                  <a:cs typeface="Unilever Shilling" panose="020B0502020202020204" pitchFamily="34" charset="0"/>
                </a:rPr>
                <a:t>Promo Elasticity</a:t>
              </a:r>
            </a:p>
          </p:txBody>
        </p:sp>
        <p:grpSp>
          <p:nvGrpSpPr>
            <p:cNvPr id="27" name="Group 26">
              <a:extLst>
                <a:ext uri="{FF2B5EF4-FFF2-40B4-BE49-F238E27FC236}">
                  <a16:creationId xmlns:a16="http://schemas.microsoft.com/office/drawing/2014/main" id="{F4363CAB-5215-C4A1-9A7E-98B502EB0944}"/>
                </a:ext>
              </a:extLst>
            </p:cNvPr>
            <p:cNvGrpSpPr/>
            <p:nvPr/>
          </p:nvGrpSpPr>
          <p:grpSpPr>
            <a:xfrm>
              <a:off x="8242440" y="1513466"/>
              <a:ext cx="685153" cy="737883"/>
              <a:chOff x="1680210" y="2888773"/>
              <a:chExt cx="690330" cy="743459"/>
            </a:xfrm>
          </p:grpSpPr>
          <p:sp>
            <p:nvSpPr>
              <p:cNvPr id="25" name="Oval 24">
                <a:extLst>
                  <a:ext uri="{FF2B5EF4-FFF2-40B4-BE49-F238E27FC236}">
                    <a16:creationId xmlns:a16="http://schemas.microsoft.com/office/drawing/2014/main" id="{CF872B27-2109-6982-ECC1-12C6D4CCE2C9}"/>
                  </a:ext>
                </a:extLst>
              </p:cNvPr>
              <p:cNvSpPr/>
              <p:nvPr/>
            </p:nvSpPr>
            <p:spPr>
              <a:xfrm>
                <a:off x="1680210" y="2888773"/>
                <a:ext cx="675879" cy="675879"/>
              </a:xfrm>
              <a:prstGeom prst="ellipse">
                <a:avLst/>
              </a:prstGeom>
              <a:solidFill>
                <a:srgbClr val="CF85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49208BA1-1391-CA72-A102-C556B4308702}"/>
                  </a:ext>
                </a:extLst>
              </p:cNvPr>
              <p:cNvSpPr txBox="1"/>
              <p:nvPr/>
            </p:nvSpPr>
            <p:spPr>
              <a:xfrm>
                <a:off x="1680210" y="3028890"/>
                <a:ext cx="690330" cy="603342"/>
              </a:xfrm>
              <a:prstGeom prst="rect">
                <a:avLst/>
              </a:prstGeom>
              <a:noFill/>
            </p:spPr>
            <p:txBody>
              <a:bodyPr wrap="square" rtlCol="0">
                <a:spAutoFit/>
              </a:bodyPr>
              <a:lstStyle/>
              <a:p>
                <a:r>
                  <a:rPr lang="en-IN" sz="800">
                    <a:solidFill>
                      <a:schemeClr val="bg1"/>
                    </a:solidFill>
                  </a:rPr>
                  <a:t>Low Income Group</a:t>
                </a:r>
              </a:p>
            </p:txBody>
          </p:sp>
        </p:grpSp>
        <p:grpSp>
          <p:nvGrpSpPr>
            <p:cNvPr id="37" name="Group 36">
              <a:extLst>
                <a:ext uri="{FF2B5EF4-FFF2-40B4-BE49-F238E27FC236}">
                  <a16:creationId xmlns:a16="http://schemas.microsoft.com/office/drawing/2014/main" id="{7D2F9696-D013-F17B-9139-74A99855B04F}"/>
                </a:ext>
              </a:extLst>
            </p:cNvPr>
            <p:cNvGrpSpPr/>
            <p:nvPr/>
          </p:nvGrpSpPr>
          <p:grpSpPr>
            <a:xfrm>
              <a:off x="6515069" y="1482684"/>
              <a:ext cx="725119" cy="853445"/>
              <a:chOff x="1680210" y="2888773"/>
              <a:chExt cx="736483" cy="866820"/>
            </a:xfrm>
          </p:grpSpPr>
          <p:sp>
            <p:nvSpPr>
              <p:cNvPr id="40" name="Oval 39">
                <a:extLst>
                  <a:ext uri="{FF2B5EF4-FFF2-40B4-BE49-F238E27FC236}">
                    <a16:creationId xmlns:a16="http://schemas.microsoft.com/office/drawing/2014/main" id="{09923025-6A63-4941-C74F-10696CE153BA}"/>
                  </a:ext>
                </a:extLst>
              </p:cNvPr>
              <p:cNvSpPr/>
              <p:nvPr/>
            </p:nvSpPr>
            <p:spPr>
              <a:xfrm>
                <a:off x="1680210" y="2888773"/>
                <a:ext cx="675879" cy="675879"/>
              </a:xfrm>
              <a:prstGeom prst="ellipse">
                <a:avLst/>
              </a:prstGeom>
              <a:solidFill>
                <a:srgbClr val="FBA2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720867D2-BF27-11BB-6F0C-1DC07CFA4D22}"/>
                  </a:ext>
                </a:extLst>
              </p:cNvPr>
              <p:cNvSpPr txBox="1"/>
              <p:nvPr/>
            </p:nvSpPr>
            <p:spPr>
              <a:xfrm>
                <a:off x="1726363" y="2991361"/>
                <a:ext cx="690330" cy="764232"/>
              </a:xfrm>
              <a:prstGeom prst="rect">
                <a:avLst/>
              </a:prstGeom>
              <a:noFill/>
            </p:spPr>
            <p:txBody>
              <a:bodyPr wrap="square" rtlCol="0">
                <a:spAutoFit/>
              </a:bodyPr>
              <a:lstStyle/>
              <a:p>
                <a:r>
                  <a:rPr lang="en-IN" sz="800">
                    <a:solidFill>
                      <a:schemeClr val="bg1"/>
                    </a:solidFill>
                  </a:rPr>
                  <a:t>Medium Income Group</a:t>
                </a:r>
              </a:p>
            </p:txBody>
          </p:sp>
        </p:grpSp>
        <p:grpSp>
          <p:nvGrpSpPr>
            <p:cNvPr id="42" name="Group 41">
              <a:extLst>
                <a:ext uri="{FF2B5EF4-FFF2-40B4-BE49-F238E27FC236}">
                  <a16:creationId xmlns:a16="http://schemas.microsoft.com/office/drawing/2014/main" id="{56866F90-0DD2-4E2B-CB60-62E6066BC736}"/>
                </a:ext>
              </a:extLst>
            </p:cNvPr>
            <p:cNvGrpSpPr/>
            <p:nvPr/>
          </p:nvGrpSpPr>
          <p:grpSpPr>
            <a:xfrm>
              <a:off x="6057950" y="2446534"/>
              <a:ext cx="539657" cy="517170"/>
              <a:chOff x="1680210" y="2888773"/>
              <a:chExt cx="705268" cy="675879"/>
            </a:xfrm>
          </p:grpSpPr>
          <p:sp>
            <p:nvSpPr>
              <p:cNvPr id="43" name="Oval 42">
                <a:extLst>
                  <a:ext uri="{FF2B5EF4-FFF2-40B4-BE49-F238E27FC236}">
                    <a16:creationId xmlns:a16="http://schemas.microsoft.com/office/drawing/2014/main" id="{BBD74812-AECF-5A09-29E9-384DEB9891F1}"/>
                  </a:ext>
                </a:extLst>
              </p:cNvPr>
              <p:cNvSpPr/>
              <p:nvPr/>
            </p:nvSpPr>
            <p:spPr>
              <a:xfrm>
                <a:off x="1680210" y="2888773"/>
                <a:ext cx="675879" cy="675879"/>
              </a:xfrm>
              <a:prstGeom prst="ellipse">
                <a:avLst/>
              </a:prstGeom>
              <a:solidFill>
                <a:srgbClr val="E27D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a:extLst>
                  <a:ext uri="{FF2B5EF4-FFF2-40B4-BE49-F238E27FC236}">
                    <a16:creationId xmlns:a16="http://schemas.microsoft.com/office/drawing/2014/main" id="{782C0714-A084-661F-25F6-E415784B402E}"/>
                  </a:ext>
                </a:extLst>
              </p:cNvPr>
              <p:cNvSpPr txBox="1"/>
              <p:nvPr/>
            </p:nvSpPr>
            <p:spPr>
              <a:xfrm>
                <a:off x="1695148" y="2954202"/>
                <a:ext cx="690330" cy="603342"/>
              </a:xfrm>
              <a:prstGeom prst="rect">
                <a:avLst/>
              </a:prstGeom>
              <a:noFill/>
            </p:spPr>
            <p:txBody>
              <a:bodyPr wrap="square" rtlCol="0">
                <a:spAutoFit/>
              </a:bodyPr>
              <a:lstStyle/>
              <a:p>
                <a:r>
                  <a:rPr lang="en-IN" sz="800">
                    <a:solidFill>
                      <a:schemeClr val="bg1"/>
                    </a:solidFill>
                  </a:rPr>
                  <a:t>High Income Group</a:t>
                </a:r>
              </a:p>
            </p:txBody>
          </p:sp>
        </p:grpSp>
        <p:sp>
          <p:nvSpPr>
            <p:cNvPr id="47" name="TextBox 46">
              <a:extLst>
                <a:ext uri="{FF2B5EF4-FFF2-40B4-BE49-F238E27FC236}">
                  <a16:creationId xmlns:a16="http://schemas.microsoft.com/office/drawing/2014/main" id="{5B29D80C-2F3A-7E59-D9CD-034B5901D183}"/>
                </a:ext>
              </a:extLst>
            </p:cNvPr>
            <p:cNvSpPr txBox="1"/>
            <p:nvPr/>
          </p:nvSpPr>
          <p:spPr>
            <a:xfrm>
              <a:off x="5563428" y="1155560"/>
              <a:ext cx="1280160" cy="338554"/>
            </a:xfrm>
            <a:prstGeom prst="rect">
              <a:avLst/>
            </a:prstGeom>
            <a:noFill/>
          </p:spPr>
          <p:txBody>
            <a:bodyPr wrap="square" rtlCol="0">
              <a:spAutoFit/>
            </a:bodyPr>
            <a:lstStyle/>
            <a:p>
              <a:pPr algn="ctr"/>
              <a:r>
                <a:rPr lang="en-IN" sz="800">
                  <a:solidFill>
                    <a:schemeClr val="bg1">
                      <a:lumMod val="50000"/>
                    </a:schemeClr>
                  </a:solidFill>
                </a:rPr>
                <a:t>Increase base price, focus on promotion depth</a:t>
              </a:r>
            </a:p>
          </p:txBody>
        </p:sp>
        <p:sp>
          <p:nvSpPr>
            <p:cNvPr id="48" name="TextBox 47">
              <a:extLst>
                <a:ext uri="{FF2B5EF4-FFF2-40B4-BE49-F238E27FC236}">
                  <a16:creationId xmlns:a16="http://schemas.microsoft.com/office/drawing/2014/main" id="{2267C6C9-0FDB-4A29-3DA0-EEC831576865}"/>
                </a:ext>
              </a:extLst>
            </p:cNvPr>
            <p:cNvSpPr txBox="1"/>
            <p:nvPr/>
          </p:nvSpPr>
          <p:spPr>
            <a:xfrm>
              <a:off x="7784135" y="3201114"/>
              <a:ext cx="1280160" cy="338554"/>
            </a:xfrm>
            <a:prstGeom prst="rect">
              <a:avLst/>
            </a:prstGeom>
            <a:noFill/>
          </p:spPr>
          <p:txBody>
            <a:bodyPr wrap="square" rtlCol="0">
              <a:spAutoFit/>
            </a:bodyPr>
            <a:lstStyle/>
            <a:p>
              <a:pPr algn="ctr"/>
              <a:r>
                <a:rPr lang="en-IN" sz="800">
                  <a:solidFill>
                    <a:schemeClr val="bg1">
                      <a:lumMod val="50000"/>
                    </a:schemeClr>
                  </a:solidFill>
                </a:rPr>
                <a:t>Lower base price, reduce promo investments</a:t>
              </a:r>
            </a:p>
          </p:txBody>
        </p:sp>
        <p:sp>
          <p:nvSpPr>
            <p:cNvPr id="51" name="TextBox 50">
              <a:extLst>
                <a:ext uri="{FF2B5EF4-FFF2-40B4-BE49-F238E27FC236}">
                  <a16:creationId xmlns:a16="http://schemas.microsoft.com/office/drawing/2014/main" id="{DF0DA8AF-2A02-9204-3B43-95F2065096E6}"/>
                </a:ext>
              </a:extLst>
            </p:cNvPr>
            <p:cNvSpPr txBox="1"/>
            <p:nvPr/>
          </p:nvSpPr>
          <p:spPr>
            <a:xfrm>
              <a:off x="5303441" y="3201114"/>
              <a:ext cx="1599382" cy="338554"/>
            </a:xfrm>
            <a:prstGeom prst="rect">
              <a:avLst/>
            </a:prstGeom>
            <a:noFill/>
          </p:spPr>
          <p:txBody>
            <a:bodyPr wrap="square" rtlCol="0">
              <a:spAutoFit/>
            </a:bodyPr>
            <a:lstStyle/>
            <a:p>
              <a:pPr algn="ctr"/>
              <a:r>
                <a:rPr lang="en-IN" sz="800">
                  <a:solidFill>
                    <a:schemeClr val="bg1">
                      <a:lumMod val="50000"/>
                    </a:schemeClr>
                  </a:solidFill>
                </a:rPr>
                <a:t>Profit Drivers, increase base price &amp; run shallow promos</a:t>
              </a:r>
            </a:p>
          </p:txBody>
        </p:sp>
        <p:sp>
          <p:nvSpPr>
            <p:cNvPr id="52" name="TextBox 51">
              <a:extLst>
                <a:ext uri="{FF2B5EF4-FFF2-40B4-BE49-F238E27FC236}">
                  <a16:creationId xmlns:a16="http://schemas.microsoft.com/office/drawing/2014/main" id="{473897A3-4266-35A4-5090-44DF7F69B079}"/>
                </a:ext>
              </a:extLst>
            </p:cNvPr>
            <p:cNvSpPr txBox="1"/>
            <p:nvPr/>
          </p:nvSpPr>
          <p:spPr>
            <a:xfrm>
              <a:off x="7854585" y="1155560"/>
              <a:ext cx="1280160" cy="338554"/>
            </a:xfrm>
            <a:prstGeom prst="rect">
              <a:avLst/>
            </a:prstGeom>
            <a:noFill/>
          </p:spPr>
          <p:txBody>
            <a:bodyPr wrap="square" rtlCol="0">
              <a:spAutoFit/>
            </a:bodyPr>
            <a:lstStyle/>
            <a:p>
              <a:pPr algn="ctr"/>
              <a:r>
                <a:rPr lang="en-IN" sz="800">
                  <a:solidFill>
                    <a:schemeClr val="bg1">
                      <a:lumMod val="50000"/>
                    </a:schemeClr>
                  </a:solidFill>
                </a:rPr>
                <a:t>Increase base price, focus on promotion depth</a:t>
              </a:r>
            </a:p>
          </p:txBody>
        </p:sp>
      </p:grpSp>
      <p:sp>
        <p:nvSpPr>
          <p:cNvPr id="76" name="TextBox 75">
            <a:extLst>
              <a:ext uri="{FF2B5EF4-FFF2-40B4-BE49-F238E27FC236}">
                <a16:creationId xmlns:a16="http://schemas.microsoft.com/office/drawing/2014/main" id="{B2FFA961-69A8-8FDD-AF5E-B509FFC17917}"/>
              </a:ext>
            </a:extLst>
          </p:cNvPr>
          <p:cNvSpPr txBox="1"/>
          <p:nvPr/>
        </p:nvSpPr>
        <p:spPr>
          <a:xfrm>
            <a:off x="5927077" y="6640108"/>
            <a:ext cx="3187469" cy="21544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lang="en-US" sz="800" i="1"/>
              <a:t>*All figures shown are indicative and intended solely for representation</a:t>
            </a:r>
            <a:endParaRPr lang="en-US" altLang="en-US" sz="800" i="1"/>
          </a:p>
        </p:txBody>
      </p:sp>
      <p:sp>
        <p:nvSpPr>
          <p:cNvPr id="54" name="Rectangle 53">
            <a:extLst>
              <a:ext uri="{FF2B5EF4-FFF2-40B4-BE49-F238E27FC236}">
                <a16:creationId xmlns:a16="http://schemas.microsoft.com/office/drawing/2014/main" id="{6CE2C4AE-670D-F1FB-4430-3B3EF1CADA18}"/>
              </a:ext>
            </a:extLst>
          </p:cNvPr>
          <p:cNvSpPr/>
          <p:nvPr/>
        </p:nvSpPr>
        <p:spPr>
          <a:xfrm>
            <a:off x="112449" y="138223"/>
            <a:ext cx="1850065" cy="2445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4. Modeling &amp; Insights</a:t>
            </a:r>
          </a:p>
        </p:txBody>
      </p:sp>
      <p:graphicFrame>
        <p:nvGraphicFramePr>
          <p:cNvPr id="39" name="Chart 38">
            <a:extLst>
              <a:ext uri="{FF2B5EF4-FFF2-40B4-BE49-F238E27FC236}">
                <a16:creationId xmlns:a16="http://schemas.microsoft.com/office/drawing/2014/main" id="{2D8BAACA-1D46-7768-DB7E-55376BFB7DD5}"/>
              </a:ext>
            </a:extLst>
          </p:cNvPr>
          <p:cNvGraphicFramePr>
            <a:graphicFrameLocks/>
          </p:cNvGraphicFramePr>
          <p:nvPr>
            <p:extLst>
              <p:ext uri="{D42A27DB-BD31-4B8C-83A1-F6EECF244321}">
                <p14:modId xmlns:p14="http://schemas.microsoft.com/office/powerpoint/2010/main" val="4206043637"/>
              </p:ext>
            </p:extLst>
          </p:nvPr>
        </p:nvGraphicFramePr>
        <p:xfrm>
          <a:off x="365055" y="3977533"/>
          <a:ext cx="3828759" cy="2240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6" name="Table 55">
            <a:extLst>
              <a:ext uri="{FF2B5EF4-FFF2-40B4-BE49-F238E27FC236}">
                <a16:creationId xmlns:a16="http://schemas.microsoft.com/office/drawing/2014/main" id="{C10206C8-57D5-AAFD-D10A-C5E0CED4F5EC}"/>
              </a:ext>
            </a:extLst>
          </p:cNvPr>
          <p:cNvGraphicFramePr>
            <a:graphicFrameLocks noGrp="1"/>
          </p:cNvGraphicFramePr>
          <p:nvPr>
            <p:extLst>
              <p:ext uri="{D42A27DB-BD31-4B8C-83A1-F6EECF244321}">
                <p14:modId xmlns:p14="http://schemas.microsoft.com/office/powerpoint/2010/main" val="3243570917"/>
              </p:ext>
            </p:extLst>
          </p:nvPr>
        </p:nvGraphicFramePr>
        <p:xfrm>
          <a:off x="4872904" y="4098834"/>
          <a:ext cx="4501306" cy="2141220"/>
        </p:xfrm>
        <a:graphic>
          <a:graphicData uri="http://schemas.openxmlformats.org/drawingml/2006/table">
            <a:tbl>
              <a:tblPr firstRow="1" bandRow="1">
                <a:tableStyleId>{00A15C55-8517-42AA-B614-E9B94910E393}</a:tableStyleId>
              </a:tblPr>
              <a:tblGrid>
                <a:gridCol w="924889">
                  <a:extLst>
                    <a:ext uri="{9D8B030D-6E8A-4147-A177-3AD203B41FA5}">
                      <a16:colId xmlns:a16="http://schemas.microsoft.com/office/drawing/2014/main" val="1937608597"/>
                    </a:ext>
                  </a:extLst>
                </a:gridCol>
                <a:gridCol w="758031">
                  <a:extLst>
                    <a:ext uri="{9D8B030D-6E8A-4147-A177-3AD203B41FA5}">
                      <a16:colId xmlns:a16="http://schemas.microsoft.com/office/drawing/2014/main" val="950365541"/>
                    </a:ext>
                  </a:extLst>
                </a:gridCol>
                <a:gridCol w="1404012">
                  <a:extLst>
                    <a:ext uri="{9D8B030D-6E8A-4147-A177-3AD203B41FA5}">
                      <a16:colId xmlns:a16="http://schemas.microsoft.com/office/drawing/2014/main" val="628738344"/>
                    </a:ext>
                  </a:extLst>
                </a:gridCol>
                <a:gridCol w="628611">
                  <a:extLst>
                    <a:ext uri="{9D8B030D-6E8A-4147-A177-3AD203B41FA5}">
                      <a16:colId xmlns:a16="http://schemas.microsoft.com/office/drawing/2014/main" val="129368401"/>
                    </a:ext>
                  </a:extLst>
                </a:gridCol>
                <a:gridCol w="785763">
                  <a:extLst>
                    <a:ext uri="{9D8B030D-6E8A-4147-A177-3AD203B41FA5}">
                      <a16:colId xmlns:a16="http://schemas.microsoft.com/office/drawing/2014/main" val="4197685996"/>
                    </a:ext>
                  </a:extLst>
                </a:gridCol>
              </a:tblGrid>
              <a:tr h="426577">
                <a:tc>
                  <a:txBody>
                    <a:bodyPr/>
                    <a:lstStyle/>
                    <a:p>
                      <a:pPr algn="ctr"/>
                      <a:r>
                        <a:rPr lang="en-US" sz="1100">
                          <a:solidFill>
                            <a:schemeClr val="tx1"/>
                          </a:solidFill>
                        </a:rPr>
                        <a:t>Segment</a:t>
                      </a:r>
                      <a:endParaRPr lang="en-IN" sz="1100">
                        <a:solidFill>
                          <a:schemeClr val="tx1"/>
                        </a:solidFill>
                      </a:endParaRPr>
                    </a:p>
                  </a:txBody>
                  <a:tcPr/>
                </a:tc>
                <a:tc>
                  <a:txBody>
                    <a:bodyPr/>
                    <a:lstStyle/>
                    <a:p>
                      <a:pPr algn="ctr"/>
                      <a:r>
                        <a:rPr lang="en-US" sz="1100">
                          <a:solidFill>
                            <a:schemeClr val="tx1"/>
                          </a:solidFill>
                        </a:rPr>
                        <a:t>Optimal Discount</a:t>
                      </a:r>
                      <a:endParaRPr lang="en-IN" sz="1100">
                        <a:solidFill>
                          <a:schemeClr val="tx1"/>
                        </a:solidFill>
                      </a:endParaRPr>
                    </a:p>
                  </a:txBody>
                  <a:tcPr/>
                </a:tc>
                <a:tc>
                  <a:txBody>
                    <a:bodyPr/>
                    <a:lstStyle/>
                    <a:p>
                      <a:pPr algn="ctr"/>
                      <a:r>
                        <a:rPr lang="en-US" sz="1100">
                          <a:solidFill>
                            <a:schemeClr val="tx1"/>
                          </a:solidFill>
                        </a:rPr>
                        <a:t>Suggested Tactic</a:t>
                      </a:r>
                      <a:endParaRPr lang="en-IN" sz="1100">
                        <a:solidFill>
                          <a:schemeClr val="tx1"/>
                        </a:solidFill>
                      </a:endParaRPr>
                    </a:p>
                  </a:txBody>
                  <a:tcPr/>
                </a:tc>
                <a:tc>
                  <a:txBody>
                    <a:bodyPr/>
                    <a:lstStyle/>
                    <a:p>
                      <a:pPr algn="ctr"/>
                      <a:r>
                        <a:rPr lang="en-US" sz="1100">
                          <a:solidFill>
                            <a:schemeClr val="tx1"/>
                          </a:solidFill>
                        </a:rPr>
                        <a:t>Risk Level</a:t>
                      </a:r>
                      <a:endParaRPr lang="en-IN" sz="1100">
                        <a:solidFill>
                          <a:schemeClr val="tx1"/>
                        </a:solidFill>
                      </a:endParaRPr>
                    </a:p>
                  </a:txBody>
                  <a:tcPr/>
                </a:tc>
                <a:tc>
                  <a:txBody>
                    <a:bodyPr/>
                    <a:lstStyle/>
                    <a:p>
                      <a:pPr algn="ctr"/>
                      <a:r>
                        <a:rPr lang="en-US" sz="1100">
                          <a:solidFill>
                            <a:schemeClr val="tx1"/>
                          </a:solidFill>
                        </a:rPr>
                        <a:t>Margin Impact</a:t>
                      </a:r>
                      <a:endParaRPr lang="en-IN" sz="1100">
                        <a:solidFill>
                          <a:schemeClr val="tx1"/>
                        </a:solidFill>
                      </a:endParaRPr>
                    </a:p>
                  </a:txBody>
                  <a:tcPr/>
                </a:tc>
                <a:extLst>
                  <a:ext uri="{0D108BD9-81ED-4DB2-BD59-A6C34878D82A}">
                    <a16:rowId xmlns:a16="http://schemas.microsoft.com/office/drawing/2014/main" val="943960567"/>
                  </a:ext>
                </a:extLst>
              </a:tr>
              <a:tr h="554550">
                <a:tc>
                  <a:txBody>
                    <a:bodyPr/>
                    <a:lstStyle/>
                    <a:p>
                      <a:pPr algn="ctr"/>
                      <a:r>
                        <a:rPr lang="en-US" sz="1050" b="1"/>
                        <a:t>High Income ($100K+)</a:t>
                      </a:r>
                      <a:endParaRPr lang="en-IN" sz="1050" b="1"/>
                    </a:p>
                  </a:txBody>
                  <a:tcPr anchor="ctr"/>
                </a:tc>
                <a:tc>
                  <a:txBody>
                    <a:bodyPr/>
                    <a:lstStyle/>
                    <a:p>
                      <a:pPr algn="ctr"/>
                      <a:r>
                        <a:rPr lang="en-US" sz="1050"/>
                        <a:t>15%</a:t>
                      </a:r>
                      <a:endParaRPr lang="en-IN" sz="1050"/>
                    </a:p>
                  </a:txBody>
                  <a:tcPr anchor="ctr"/>
                </a:tc>
                <a:tc>
                  <a:txBody>
                    <a:bodyPr/>
                    <a:lstStyle/>
                    <a:p>
                      <a:pPr algn="ctr"/>
                      <a:r>
                        <a:rPr lang="en-US" sz="1050"/>
                        <a:t>Value based promotions (bundling, loyalty renewal)</a:t>
                      </a:r>
                      <a:endParaRPr lang="en-IN" sz="1050"/>
                    </a:p>
                  </a:txBody>
                  <a:tcPr anchor="ctr"/>
                </a:tc>
                <a:tc>
                  <a:txBody>
                    <a:bodyPr/>
                    <a:lstStyle/>
                    <a:p>
                      <a:pPr algn="ctr"/>
                      <a:r>
                        <a:rPr lang="en-US" sz="1050"/>
                        <a:t>Low</a:t>
                      </a:r>
                      <a:endParaRPr lang="en-IN" sz="1050"/>
                    </a:p>
                  </a:txBody>
                  <a:tcPr anchor="ctr"/>
                </a:tc>
                <a:tc>
                  <a:txBody>
                    <a:bodyPr/>
                    <a:lstStyle/>
                    <a:p>
                      <a:pPr algn="ctr"/>
                      <a:r>
                        <a:rPr lang="en-US" sz="1050"/>
                        <a:t>Safe Margin</a:t>
                      </a:r>
                      <a:endParaRPr lang="en-IN" sz="1050"/>
                    </a:p>
                  </a:txBody>
                  <a:tcPr anchor="ctr"/>
                </a:tc>
                <a:extLst>
                  <a:ext uri="{0D108BD9-81ED-4DB2-BD59-A6C34878D82A}">
                    <a16:rowId xmlns:a16="http://schemas.microsoft.com/office/drawing/2014/main" val="2037189304"/>
                  </a:ext>
                </a:extLst>
              </a:tr>
              <a:tr h="554550">
                <a:tc>
                  <a:txBody>
                    <a:bodyPr/>
                    <a:lstStyle/>
                    <a:p>
                      <a:pPr algn="ctr"/>
                      <a:r>
                        <a:rPr lang="en-US" sz="1050" b="1"/>
                        <a:t>Mid Income ($70K-$100K)</a:t>
                      </a:r>
                      <a:endParaRPr lang="en-IN" sz="1050" b="1"/>
                    </a:p>
                  </a:txBody>
                  <a:tcPr anchor="ctr"/>
                </a:tc>
                <a:tc>
                  <a:txBody>
                    <a:bodyPr/>
                    <a:lstStyle/>
                    <a:p>
                      <a:pPr algn="ctr"/>
                      <a:r>
                        <a:rPr lang="en-US" sz="1050"/>
                        <a:t>20%</a:t>
                      </a:r>
                      <a:endParaRPr lang="en-IN" sz="1050"/>
                    </a:p>
                  </a:txBody>
                  <a:tcPr anchor="ctr"/>
                </a:tc>
                <a:tc>
                  <a:txBody>
                    <a:bodyPr/>
                    <a:lstStyle/>
                    <a:p>
                      <a:pPr algn="ctr"/>
                      <a:r>
                        <a:rPr lang="en-US" sz="1050"/>
                        <a:t>In store feature + moderate discount depth</a:t>
                      </a:r>
                      <a:endParaRPr lang="en-IN" sz="1050"/>
                    </a:p>
                  </a:txBody>
                  <a:tcPr anchor="ctr"/>
                </a:tc>
                <a:tc>
                  <a:txBody>
                    <a:bodyPr/>
                    <a:lstStyle/>
                    <a:p>
                      <a:pPr algn="ctr"/>
                      <a:r>
                        <a:rPr lang="en-US" sz="1050"/>
                        <a:t>Medium</a:t>
                      </a:r>
                      <a:endParaRPr lang="en-IN" sz="1050"/>
                    </a:p>
                  </a:txBody>
                  <a:tcPr anchor="ctr"/>
                </a:tc>
                <a:tc>
                  <a:txBody>
                    <a:bodyPr/>
                    <a:lstStyle/>
                    <a:p>
                      <a:pPr algn="ctr"/>
                      <a:r>
                        <a:rPr lang="en-US" sz="1050"/>
                        <a:t>Manageable Impact</a:t>
                      </a:r>
                      <a:endParaRPr lang="en-IN" sz="1050"/>
                    </a:p>
                  </a:txBody>
                  <a:tcPr anchor="ctr"/>
                </a:tc>
                <a:extLst>
                  <a:ext uri="{0D108BD9-81ED-4DB2-BD59-A6C34878D82A}">
                    <a16:rowId xmlns:a16="http://schemas.microsoft.com/office/drawing/2014/main" val="4194194401"/>
                  </a:ext>
                </a:extLst>
              </a:tr>
              <a:tr h="554550">
                <a:tc>
                  <a:txBody>
                    <a:bodyPr/>
                    <a:lstStyle/>
                    <a:p>
                      <a:pPr algn="ctr"/>
                      <a:r>
                        <a:rPr lang="en-US" sz="1050" b="1"/>
                        <a:t>Low Income (below $70K)</a:t>
                      </a:r>
                      <a:endParaRPr lang="en-IN" sz="1050" b="1"/>
                    </a:p>
                  </a:txBody>
                  <a:tcPr anchor="ctr"/>
                </a:tc>
                <a:tc>
                  <a:txBody>
                    <a:bodyPr/>
                    <a:lstStyle/>
                    <a:p>
                      <a:pPr algn="ctr"/>
                      <a:r>
                        <a:rPr lang="en-US" sz="1050"/>
                        <a:t>25%</a:t>
                      </a:r>
                      <a:endParaRPr lang="en-IN" sz="1050"/>
                    </a:p>
                  </a:txBody>
                  <a:tcPr anchor="ctr"/>
                </a:tc>
                <a:tc>
                  <a:txBody>
                    <a:bodyPr/>
                    <a:lstStyle/>
                    <a:p>
                      <a:pPr algn="ctr"/>
                      <a:r>
                        <a:rPr lang="en-US" sz="1050"/>
                        <a:t>Targeted deep discount via exclusive deals</a:t>
                      </a:r>
                      <a:endParaRPr lang="en-IN" sz="1050"/>
                    </a:p>
                  </a:txBody>
                  <a:tcPr anchor="ctr"/>
                </a:tc>
                <a:tc>
                  <a:txBody>
                    <a:bodyPr/>
                    <a:lstStyle/>
                    <a:p>
                      <a:pPr algn="ctr"/>
                      <a:r>
                        <a:rPr lang="en-US" sz="1050"/>
                        <a:t>Medium</a:t>
                      </a:r>
                      <a:endParaRPr lang="en-IN" sz="1050"/>
                    </a:p>
                  </a:txBody>
                  <a:tcPr anchor="ctr"/>
                </a:tc>
                <a:tc>
                  <a:txBody>
                    <a:bodyPr/>
                    <a:lstStyle/>
                    <a:p>
                      <a:pPr algn="ctr"/>
                      <a:r>
                        <a:rPr lang="en-US" sz="1050"/>
                        <a:t>High Volume boost</a:t>
                      </a:r>
                      <a:endParaRPr lang="en-IN" sz="1050"/>
                    </a:p>
                  </a:txBody>
                  <a:tcPr anchor="ctr"/>
                </a:tc>
                <a:extLst>
                  <a:ext uri="{0D108BD9-81ED-4DB2-BD59-A6C34878D82A}">
                    <a16:rowId xmlns:a16="http://schemas.microsoft.com/office/drawing/2014/main" val="3459327099"/>
                  </a:ext>
                </a:extLst>
              </a:tr>
            </a:tbl>
          </a:graphicData>
        </a:graphic>
      </p:graphicFrame>
      <p:sp>
        <p:nvSpPr>
          <p:cNvPr id="79" name="Arrow: Right 78">
            <a:extLst>
              <a:ext uri="{FF2B5EF4-FFF2-40B4-BE49-F238E27FC236}">
                <a16:creationId xmlns:a16="http://schemas.microsoft.com/office/drawing/2014/main" id="{F414B4FA-C50F-101F-8879-804EFF075937}"/>
              </a:ext>
            </a:extLst>
          </p:cNvPr>
          <p:cNvSpPr/>
          <p:nvPr/>
        </p:nvSpPr>
        <p:spPr>
          <a:xfrm rot="5400000">
            <a:off x="6842716" y="3690859"/>
            <a:ext cx="364886" cy="347088"/>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Arrow: Right 79">
            <a:extLst>
              <a:ext uri="{FF2B5EF4-FFF2-40B4-BE49-F238E27FC236}">
                <a16:creationId xmlns:a16="http://schemas.microsoft.com/office/drawing/2014/main" id="{B2EA5C1E-10E6-F688-E927-1268CB098B35}"/>
              </a:ext>
            </a:extLst>
          </p:cNvPr>
          <p:cNvSpPr/>
          <p:nvPr/>
        </p:nvSpPr>
        <p:spPr>
          <a:xfrm>
            <a:off x="4353800" y="4877074"/>
            <a:ext cx="364886" cy="347088"/>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188763D-7DEA-3FB8-EF81-2B025926D1DB}"/>
              </a:ext>
            </a:extLst>
          </p:cNvPr>
          <p:cNvSpPr/>
          <p:nvPr/>
        </p:nvSpPr>
        <p:spPr>
          <a:xfrm>
            <a:off x="9932852" y="694704"/>
            <a:ext cx="1801368" cy="278280"/>
          </a:xfrm>
          <a:prstGeom prst="rect">
            <a:avLst/>
          </a:prstGeom>
          <a:solidFill>
            <a:srgbClr val="F196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Illustrative</a:t>
            </a:r>
          </a:p>
        </p:txBody>
      </p:sp>
      <p:sp>
        <p:nvSpPr>
          <p:cNvPr id="28" name="Right Brace 27">
            <a:extLst>
              <a:ext uri="{FF2B5EF4-FFF2-40B4-BE49-F238E27FC236}">
                <a16:creationId xmlns:a16="http://schemas.microsoft.com/office/drawing/2014/main" id="{9FBA6850-7DFB-7CF8-9F2C-782FA5C5C81F}"/>
              </a:ext>
            </a:extLst>
          </p:cNvPr>
          <p:cNvSpPr/>
          <p:nvPr/>
        </p:nvSpPr>
        <p:spPr>
          <a:xfrm>
            <a:off x="9497071" y="1472967"/>
            <a:ext cx="414269" cy="4759817"/>
          </a:xfrm>
          <a:prstGeom prst="rightBrace">
            <a:avLst>
              <a:gd name="adj1" fmla="val 59603"/>
              <a:gd name="adj2" fmla="val 52882"/>
            </a:avLst>
          </a:prstGeom>
          <a:ln w="12700">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3584042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71CAB-5F10-517E-8E1E-AC6A79CD7F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AC7E7B-386D-1AE8-A69F-D003E56DAA90}"/>
              </a:ext>
            </a:extLst>
          </p:cNvPr>
          <p:cNvSpPr txBox="1"/>
          <p:nvPr/>
        </p:nvSpPr>
        <p:spPr>
          <a:xfrm>
            <a:off x="180975" y="452594"/>
            <a:ext cx="10553700" cy="646331"/>
          </a:xfrm>
          <a:prstGeom prst="rect">
            <a:avLst/>
          </a:prstGeom>
          <a:noFill/>
        </p:spPr>
        <p:txBody>
          <a:bodyPr wrap="square" rtlCol="0">
            <a:spAutoFit/>
          </a:bodyPr>
          <a:lstStyle/>
          <a:p>
            <a:r>
              <a:rPr lang="en-US"/>
              <a:t>Brand Switching Matrix which is based on survey data (Ipsos and Brandwatch) Can Also Provide Another Perspective On Shopper Attitude On Brands Switching</a:t>
            </a:r>
          </a:p>
        </p:txBody>
      </p:sp>
      <p:sp>
        <p:nvSpPr>
          <p:cNvPr id="4" name="Rectangle 3">
            <a:extLst>
              <a:ext uri="{FF2B5EF4-FFF2-40B4-BE49-F238E27FC236}">
                <a16:creationId xmlns:a16="http://schemas.microsoft.com/office/drawing/2014/main" id="{3389EBC0-E864-ABA5-275F-38851F893999}"/>
              </a:ext>
            </a:extLst>
          </p:cNvPr>
          <p:cNvSpPr/>
          <p:nvPr/>
        </p:nvSpPr>
        <p:spPr>
          <a:xfrm>
            <a:off x="112449" y="111589"/>
            <a:ext cx="1850065" cy="2445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4. Modeling &amp; Insights</a:t>
            </a:r>
          </a:p>
        </p:txBody>
      </p:sp>
      <p:pic>
        <p:nvPicPr>
          <p:cNvPr id="2050" name="Picture 2">
            <a:extLst>
              <a:ext uri="{FF2B5EF4-FFF2-40B4-BE49-F238E27FC236}">
                <a16:creationId xmlns:a16="http://schemas.microsoft.com/office/drawing/2014/main" id="{0960284E-2C93-585B-9AE7-CD633F40C8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341" y="1644088"/>
            <a:ext cx="5594739" cy="4608936"/>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BC63521C-9D50-C46D-97C9-B474E273F3B6}"/>
              </a:ext>
            </a:extLst>
          </p:cNvPr>
          <p:cNvSpPr/>
          <p:nvPr/>
        </p:nvSpPr>
        <p:spPr>
          <a:xfrm>
            <a:off x="10103576" y="972129"/>
            <a:ext cx="1801368" cy="278280"/>
          </a:xfrm>
          <a:prstGeom prst="rect">
            <a:avLst/>
          </a:prstGeom>
          <a:solidFill>
            <a:srgbClr val="F196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Illustrative</a:t>
            </a:r>
          </a:p>
        </p:txBody>
      </p:sp>
      <p:sp>
        <p:nvSpPr>
          <p:cNvPr id="3" name="TextBox 2">
            <a:extLst>
              <a:ext uri="{FF2B5EF4-FFF2-40B4-BE49-F238E27FC236}">
                <a16:creationId xmlns:a16="http://schemas.microsoft.com/office/drawing/2014/main" id="{B406CD36-F765-43B5-850F-9E0638F866F1}"/>
              </a:ext>
            </a:extLst>
          </p:cNvPr>
          <p:cNvSpPr txBox="1"/>
          <p:nvPr/>
        </p:nvSpPr>
        <p:spPr>
          <a:xfrm>
            <a:off x="661362" y="1356010"/>
            <a:ext cx="5139397" cy="307777"/>
          </a:xfrm>
          <a:prstGeom prst="rect">
            <a:avLst/>
          </a:prstGeom>
          <a:noFill/>
        </p:spPr>
        <p:txBody>
          <a:bodyPr wrap="square">
            <a:spAutoFit/>
          </a:bodyPr>
          <a:lstStyle/>
          <a:p>
            <a:r>
              <a:rPr lang="en-IN" sz="1400" b="1">
                <a:solidFill>
                  <a:srgbClr val="F26538"/>
                </a:solidFill>
              </a:rPr>
              <a:t>Switching Matrix Availability - </a:t>
            </a:r>
          </a:p>
        </p:txBody>
      </p:sp>
      <p:pic>
        <p:nvPicPr>
          <p:cNvPr id="5" name="Picture 4">
            <a:extLst>
              <a:ext uri="{FF2B5EF4-FFF2-40B4-BE49-F238E27FC236}">
                <a16:creationId xmlns:a16="http://schemas.microsoft.com/office/drawing/2014/main" id="{75E38BE8-11D9-DC30-8360-4ACDABD97534}"/>
              </a:ext>
            </a:extLst>
          </p:cNvPr>
          <p:cNvPicPr>
            <a:picLocks noChangeAspect="1"/>
          </p:cNvPicPr>
          <p:nvPr/>
        </p:nvPicPr>
        <p:blipFill>
          <a:blip r:embed="rId4"/>
          <a:stretch>
            <a:fillRect/>
          </a:stretch>
        </p:blipFill>
        <p:spPr>
          <a:xfrm>
            <a:off x="690063" y="4250498"/>
            <a:ext cx="439335" cy="439335"/>
          </a:xfrm>
          <a:prstGeom prst="rect">
            <a:avLst/>
          </a:prstGeom>
        </p:spPr>
      </p:pic>
      <p:sp>
        <p:nvSpPr>
          <p:cNvPr id="6" name="Rounded Rectangle 5">
            <a:extLst>
              <a:ext uri="{FF2B5EF4-FFF2-40B4-BE49-F238E27FC236}">
                <a16:creationId xmlns:a16="http://schemas.microsoft.com/office/drawing/2014/main" id="{BE54380E-84D1-BE1C-ED56-CF9B11502A5F}"/>
              </a:ext>
            </a:extLst>
          </p:cNvPr>
          <p:cNvSpPr/>
          <p:nvPr/>
        </p:nvSpPr>
        <p:spPr>
          <a:xfrm>
            <a:off x="1231392" y="4177787"/>
            <a:ext cx="4864608" cy="584756"/>
          </a:xfrm>
          <a:prstGeom prst="roundRect">
            <a:avLst/>
          </a:prstGeom>
          <a:no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5D3A88E-4D99-270A-FCA8-CCF703768F27}"/>
              </a:ext>
            </a:extLst>
          </p:cNvPr>
          <p:cNvSpPr txBox="1"/>
          <p:nvPr/>
        </p:nvSpPr>
        <p:spPr>
          <a:xfrm>
            <a:off x="1400965" y="4230932"/>
            <a:ext cx="4335121" cy="461665"/>
          </a:xfrm>
          <a:prstGeom prst="rect">
            <a:avLst/>
          </a:prstGeom>
          <a:noFill/>
        </p:spPr>
        <p:txBody>
          <a:bodyPr wrap="square" rtlCol="0">
            <a:spAutoFit/>
          </a:bodyPr>
          <a:lstStyle/>
          <a:p>
            <a:r>
              <a:rPr lang="en-US" sz="1200">
                <a:latin typeface="Abadi" panose="020B0604020104020204" pitchFamily="34" charset="0"/>
                <a:cs typeface="Adelle Sans Devanagari" panose="02000503000000020004" pitchFamily="2" charset="-78"/>
              </a:rPr>
              <a:t>Quantifies Cannibalization Risk (Volume shift within and outside the portfolio)</a:t>
            </a:r>
          </a:p>
        </p:txBody>
      </p:sp>
      <p:sp>
        <p:nvSpPr>
          <p:cNvPr id="10" name="Rounded Rectangle 9">
            <a:extLst>
              <a:ext uri="{FF2B5EF4-FFF2-40B4-BE49-F238E27FC236}">
                <a16:creationId xmlns:a16="http://schemas.microsoft.com/office/drawing/2014/main" id="{72B47FC2-59FD-DC8D-E82A-C2B4BBFBDD0F}"/>
              </a:ext>
            </a:extLst>
          </p:cNvPr>
          <p:cNvSpPr/>
          <p:nvPr/>
        </p:nvSpPr>
        <p:spPr>
          <a:xfrm>
            <a:off x="1237488" y="4830059"/>
            <a:ext cx="4858512" cy="584756"/>
          </a:xfrm>
          <a:prstGeom prst="roundRect">
            <a:avLst/>
          </a:prstGeom>
          <a:no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9A6907F-822E-7A4A-F6F8-9B21099EDDAE}"/>
              </a:ext>
            </a:extLst>
          </p:cNvPr>
          <p:cNvSpPr txBox="1"/>
          <p:nvPr/>
        </p:nvSpPr>
        <p:spPr>
          <a:xfrm>
            <a:off x="1370485" y="4883204"/>
            <a:ext cx="4921952" cy="461665"/>
          </a:xfrm>
          <a:prstGeom prst="rect">
            <a:avLst/>
          </a:prstGeom>
          <a:noFill/>
        </p:spPr>
        <p:txBody>
          <a:bodyPr wrap="square" rtlCol="0">
            <a:spAutoFit/>
          </a:bodyPr>
          <a:lstStyle/>
          <a:p>
            <a:r>
              <a:rPr lang="en-US" sz="1200">
                <a:latin typeface="Abadi" panose="020B0604020104020204" pitchFamily="34" charset="0"/>
                <a:cs typeface="Adelle Sans Devanagari" panose="02000503000000020004" pitchFamily="2" charset="-78"/>
              </a:rPr>
              <a:t>Optimal Pricing Strategy (Minimizing self cannibalization and maximizing cross-cannibalization)</a:t>
            </a:r>
          </a:p>
        </p:txBody>
      </p:sp>
      <p:sp>
        <p:nvSpPr>
          <p:cNvPr id="24" name="Rounded Rectangle 23">
            <a:extLst>
              <a:ext uri="{FF2B5EF4-FFF2-40B4-BE49-F238E27FC236}">
                <a16:creationId xmlns:a16="http://schemas.microsoft.com/office/drawing/2014/main" id="{6C91A199-9B60-3539-58F3-76CC9702C778}"/>
              </a:ext>
            </a:extLst>
          </p:cNvPr>
          <p:cNvSpPr/>
          <p:nvPr/>
        </p:nvSpPr>
        <p:spPr>
          <a:xfrm>
            <a:off x="1231392" y="5530898"/>
            <a:ext cx="4858512" cy="584756"/>
          </a:xfrm>
          <a:prstGeom prst="roundRect">
            <a:avLst/>
          </a:prstGeom>
          <a:no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9932E21-9301-C0AF-0088-88139F0AA11F}"/>
              </a:ext>
            </a:extLst>
          </p:cNvPr>
          <p:cNvSpPr txBox="1"/>
          <p:nvPr/>
        </p:nvSpPr>
        <p:spPr>
          <a:xfrm>
            <a:off x="1400965" y="5622905"/>
            <a:ext cx="4597499" cy="461665"/>
          </a:xfrm>
          <a:prstGeom prst="rect">
            <a:avLst/>
          </a:prstGeom>
          <a:noFill/>
        </p:spPr>
        <p:txBody>
          <a:bodyPr wrap="square" rtlCol="0">
            <a:spAutoFit/>
          </a:bodyPr>
          <a:lstStyle/>
          <a:p>
            <a:r>
              <a:rPr lang="en-US" sz="1200">
                <a:latin typeface="Abadi" panose="020B0604020104020204" pitchFamily="34" charset="0"/>
                <a:cs typeface="Adelle Sans Devanagari" panose="02000503000000020004" pitchFamily="2" charset="-78"/>
              </a:rPr>
              <a:t>Simulates Consumer Switching Behavior &amp; Demand Transfer (Pack size &amp; Portfolio Optimization)</a:t>
            </a:r>
          </a:p>
        </p:txBody>
      </p:sp>
      <p:pic>
        <p:nvPicPr>
          <p:cNvPr id="26" name="Picture 25">
            <a:extLst>
              <a:ext uri="{FF2B5EF4-FFF2-40B4-BE49-F238E27FC236}">
                <a16:creationId xmlns:a16="http://schemas.microsoft.com/office/drawing/2014/main" id="{498DC1EA-93DD-AD39-F050-731298147E0F}"/>
              </a:ext>
            </a:extLst>
          </p:cNvPr>
          <p:cNvPicPr>
            <a:picLocks noChangeAspect="1"/>
          </p:cNvPicPr>
          <p:nvPr/>
        </p:nvPicPr>
        <p:blipFill>
          <a:blip r:embed="rId5"/>
          <a:stretch>
            <a:fillRect/>
          </a:stretch>
        </p:blipFill>
        <p:spPr>
          <a:xfrm>
            <a:off x="661362" y="4884604"/>
            <a:ext cx="483269" cy="483269"/>
          </a:xfrm>
          <a:prstGeom prst="rect">
            <a:avLst/>
          </a:prstGeom>
        </p:spPr>
      </p:pic>
      <p:pic>
        <p:nvPicPr>
          <p:cNvPr id="29" name="Picture 28">
            <a:extLst>
              <a:ext uri="{FF2B5EF4-FFF2-40B4-BE49-F238E27FC236}">
                <a16:creationId xmlns:a16="http://schemas.microsoft.com/office/drawing/2014/main" id="{6B018157-C111-2F0E-D054-1B151381C207}"/>
              </a:ext>
            </a:extLst>
          </p:cNvPr>
          <p:cNvPicPr>
            <a:picLocks noChangeAspect="1"/>
          </p:cNvPicPr>
          <p:nvPr/>
        </p:nvPicPr>
        <p:blipFill>
          <a:blip r:embed="rId6"/>
          <a:stretch>
            <a:fillRect/>
          </a:stretch>
        </p:blipFill>
        <p:spPr>
          <a:xfrm>
            <a:off x="653928" y="5581788"/>
            <a:ext cx="584756" cy="584756"/>
          </a:xfrm>
          <a:prstGeom prst="rect">
            <a:avLst/>
          </a:prstGeom>
        </p:spPr>
      </p:pic>
      <p:sp>
        <p:nvSpPr>
          <p:cNvPr id="30" name="TextBox 29">
            <a:extLst>
              <a:ext uri="{FF2B5EF4-FFF2-40B4-BE49-F238E27FC236}">
                <a16:creationId xmlns:a16="http://schemas.microsoft.com/office/drawing/2014/main" id="{85F177CF-2943-55C2-99B8-2DCE49C2295D}"/>
              </a:ext>
            </a:extLst>
          </p:cNvPr>
          <p:cNvSpPr txBox="1"/>
          <p:nvPr/>
        </p:nvSpPr>
        <p:spPr>
          <a:xfrm>
            <a:off x="909730" y="2996750"/>
            <a:ext cx="1974235" cy="646331"/>
          </a:xfrm>
          <a:prstGeom prst="rect">
            <a:avLst/>
          </a:prstGeom>
          <a:noFill/>
        </p:spPr>
        <p:txBody>
          <a:bodyPr wrap="square" rtlCol="0">
            <a:spAutoFit/>
          </a:bodyPr>
          <a:lstStyle/>
          <a:p>
            <a:pPr algn="ctr"/>
            <a:r>
              <a:rPr lang="en-US" sz="1200" b="1">
                <a:latin typeface="Avenir Next" panose="020B0503020202020204" pitchFamily="34" charset="0"/>
              </a:rPr>
              <a:t>Sourced Directly from Surveys &amp; 3rd Party Data Sources</a:t>
            </a:r>
          </a:p>
        </p:txBody>
      </p:sp>
      <p:pic>
        <p:nvPicPr>
          <p:cNvPr id="31" name="Picture 30">
            <a:extLst>
              <a:ext uri="{FF2B5EF4-FFF2-40B4-BE49-F238E27FC236}">
                <a16:creationId xmlns:a16="http://schemas.microsoft.com/office/drawing/2014/main" id="{4B024BA5-BA7F-2BF4-5630-47EDE62249D5}"/>
              </a:ext>
            </a:extLst>
          </p:cNvPr>
          <p:cNvPicPr>
            <a:picLocks noChangeAspect="1"/>
          </p:cNvPicPr>
          <p:nvPr/>
        </p:nvPicPr>
        <p:blipFill>
          <a:blip r:embed="rId7"/>
          <a:stretch>
            <a:fillRect/>
          </a:stretch>
        </p:blipFill>
        <p:spPr>
          <a:xfrm>
            <a:off x="877697" y="1904445"/>
            <a:ext cx="643232" cy="643232"/>
          </a:xfrm>
          <a:prstGeom prst="rect">
            <a:avLst/>
          </a:prstGeom>
        </p:spPr>
      </p:pic>
      <p:sp>
        <p:nvSpPr>
          <p:cNvPr id="32" name="TextBox 31">
            <a:extLst>
              <a:ext uri="{FF2B5EF4-FFF2-40B4-BE49-F238E27FC236}">
                <a16:creationId xmlns:a16="http://schemas.microsoft.com/office/drawing/2014/main" id="{896D2CA2-E953-0EDB-4273-1ACA10BF78D8}"/>
              </a:ext>
            </a:extLst>
          </p:cNvPr>
          <p:cNvSpPr txBox="1"/>
          <p:nvPr/>
        </p:nvSpPr>
        <p:spPr>
          <a:xfrm>
            <a:off x="3699714" y="2996750"/>
            <a:ext cx="2167561" cy="646331"/>
          </a:xfrm>
          <a:prstGeom prst="rect">
            <a:avLst/>
          </a:prstGeom>
          <a:noFill/>
        </p:spPr>
        <p:txBody>
          <a:bodyPr wrap="square" rtlCol="0">
            <a:spAutoFit/>
          </a:bodyPr>
          <a:lstStyle/>
          <a:p>
            <a:pPr algn="ctr"/>
            <a:r>
              <a:rPr lang="en-US" sz="1200" b="1">
                <a:latin typeface="Avenir Next" panose="020B0503020202020204" pitchFamily="34" charset="0"/>
              </a:rPr>
              <a:t>Derived Switching Matrix using Historical POS (Volume &amp; Price) Data</a:t>
            </a:r>
          </a:p>
        </p:txBody>
      </p:sp>
      <p:pic>
        <p:nvPicPr>
          <p:cNvPr id="6146" name="Picture 2">
            <a:extLst>
              <a:ext uri="{FF2B5EF4-FFF2-40B4-BE49-F238E27FC236}">
                <a16:creationId xmlns:a16="http://schemas.microsoft.com/office/drawing/2014/main" id="{8FA2EB6D-B63F-D14E-63BE-12C462EFF51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3103" y="1642420"/>
            <a:ext cx="1134650" cy="494991"/>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Ipsos – Logos Download">
            <a:extLst>
              <a:ext uri="{FF2B5EF4-FFF2-40B4-BE49-F238E27FC236}">
                <a16:creationId xmlns:a16="http://schemas.microsoft.com/office/drawing/2014/main" id="{B650E7E9-07B2-A281-7D97-FF716FEB90A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75375" y="2105123"/>
            <a:ext cx="573002" cy="523112"/>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976093BC-2F8C-421B-985C-C0BB1305C45D}"/>
              </a:ext>
            </a:extLst>
          </p:cNvPr>
          <p:cNvSpPr txBox="1"/>
          <p:nvPr/>
        </p:nvSpPr>
        <p:spPr>
          <a:xfrm>
            <a:off x="690063" y="3666386"/>
            <a:ext cx="5139397" cy="307777"/>
          </a:xfrm>
          <a:prstGeom prst="rect">
            <a:avLst/>
          </a:prstGeom>
          <a:noFill/>
        </p:spPr>
        <p:txBody>
          <a:bodyPr wrap="square">
            <a:spAutoFit/>
          </a:bodyPr>
          <a:lstStyle/>
          <a:p>
            <a:r>
              <a:rPr lang="en-IN" sz="1400" b="1">
                <a:solidFill>
                  <a:srgbClr val="F26538"/>
                </a:solidFill>
              </a:rPr>
              <a:t>Switching Matrix Analysis Benefits - </a:t>
            </a:r>
          </a:p>
        </p:txBody>
      </p:sp>
      <p:cxnSp>
        <p:nvCxnSpPr>
          <p:cNvPr id="35" name="Straight Connector 34">
            <a:extLst>
              <a:ext uri="{FF2B5EF4-FFF2-40B4-BE49-F238E27FC236}">
                <a16:creationId xmlns:a16="http://schemas.microsoft.com/office/drawing/2014/main" id="{8F3F883A-561D-5FE6-B3BD-B80847038BEF}"/>
              </a:ext>
            </a:extLst>
          </p:cNvPr>
          <p:cNvCxnSpPr/>
          <p:nvPr/>
        </p:nvCxnSpPr>
        <p:spPr>
          <a:xfrm>
            <a:off x="3291840" y="1893185"/>
            <a:ext cx="0" cy="152843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0A1A55A3-75C5-3D7B-0E53-9688B53A620E}"/>
              </a:ext>
            </a:extLst>
          </p:cNvPr>
          <p:cNvPicPr>
            <a:picLocks noChangeAspect="1"/>
          </p:cNvPicPr>
          <p:nvPr/>
        </p:nvPicPr>
        <p:blipFill>
          <a:blip r:embed="rId10"/>
          <a:stretch>
            <a:fillRect/>
          </a:stretch>
        </p:blipFill>
        <p:spPr>
          <a:xfrm>
            <a:off x="3785128" y="1918887"/>
            <a:ext cx="778311" cy="778311"/>
          </a:xfrm>
          <a:prstGeom prst="rect">
            <a:avLst/>
          </a:prstGeom>
        </p:spPr>
      </p:pic>
      <p:sp>
        <p:nvSpPr>
          <p:cNvPr id="37" name="TextBox 36">
            <a:extLst>
              <a:ext uri="{FF2B5EF4-FFF2-40B4-BE49-F238E27FC236}">
                <a16:creationId xmlns:a16="http://schemas.microsoft.com/office/drawing/2014/main" id="{C20CEEE7-47DB-F60C-E327-58AA40485A57}"/>
              </a:ext>
            </a:extLst>
          </p:cNvPr>
          <p:cNvSpPr txBox="1"/>
          <p:nvPr/>
        </p:nvSpPr>
        <p:spPr>
          <a:xfrm>
            <a:off x="4489759" y="1715034"/>
            <a:ext cx="1488230" cy="1107996"/>
          </a:xfrm>
          <a:prstGeom prst="rect">
            <a:avLst/>
          </a:prstGeom>
          <a:noFill/>
        </p:spPr>
        <p:txBody>
          <a:bodyPr wrap="square" rtlCol="0">
            <a:spAutoFit/>
          </a:bodyPr>
          <a:lstStyle/>
          <a:p>
            <a:pPr algn="ctr"/>
            <a:r>
              <a:rPr lang="en-US" sz="1200" b="1">
                <a:solidFill>
                  <a:srgbClr val="F26538"/>
                </a:solidFill>
                <a:latin typeface="Abadi" panose="020B0604020104020204" pitchFamily="34" charset="0"/>
              </a:rPr>
              <a:t>TSNE Model &amp; Euclidean Distance</a:t>
            </a:r>
          </a:p>
          <a:p>
            <a:pPr algn="ctr"/>
            <a:r>
              <a:rPr lang="en-US" b="1">
                <a:solidFill>
                  <a:srgbClr val="F26538"/>
                </a:solidFill>
                <a:latin typeface="Abadi" panose="020B0604020104020204" pitchFamily="34" charset="0"/>
              </a:rPr>
              <a:t>+</a:t>
            </a:r>
          </a:p>
          <a:p>
            <a:pPr algn="ctr"/>
            <a:r>
              <a:rPr lang="en-US" sz="1200" b="1">
                <a:solidFill>
                  <a:srgbClr val="F26538"/>
                </a:solidFill>
                <a:latin typeface="Abadi" panose="020B0604020104020204" pitchFamily="34" charset="0"/>
              </a:rPr>
              <a:t>Market Share Correlation</a:t>
            </a:r>
          </a:p>
        </p:txBody>
      </p:sp>
    </p:spTree>
    <p:extLst>
      <p:ext uri="{BB962C8B-B14F-4D97-AF65-F5344CB8AC3E}">
        <p14:creationId xmlns:p14="http://schemas.microsoft.com/office/powerpoint/2010/main" val="2522773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28576-1ACB-021D-7765-01DDA5A69DF6}"/>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38C1D551-FA59-B337-6389-CC03D1EF50D8}"/>
              </a:ext>
            </a:extLst>
          </p:cNvPr>
          <p:cNvSpPr/>
          <p:nvPr/>
        </p:nvSpPr>
        <p:spPr>
          <a:xfrm>
            <a:off x="377215" y="1265704"/>
            <a:ext cx="5670346" cy="4248453"/>
          </a:xfrm>
          <a:prstGeom prst="rect">
            <a:avLst/>
          </a:prstGeom>
          <a:solidFill>
            <a:schemeClr val="bg1">
              <a:lumMod val="95000"/>
            </a:schemeClr>
          </a:solidFill>
          <a:ln>
            <a:noFill/>
          </a:ln>
          <a:effectLst>
            <a:softEdge rad="0"/>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52" name="Group 151">
            <a:extLst>
              <a:ext uri="{FF2B5EF4-FFF2-40B4-BE49-F238E27FC236}">
                <a16:creationId xmlns:a16="http://schemas.microsoft.com/office/drawing/2014/main" id="{99E4E58F-B8CE-4078-430C-779B1E672C96}"/>
              </a:ext>
            </a:extLst>
          </p:cNvPr>
          <p:cNvGrpSpPr/>
          <p:nvPr/>
        </p:nvGrpSpPr>
        <p:grpSpPr>
          <a:xfrm>
            <a:off x="10373258" y="2073550"/>
            <a:ext cx="1651102" cy="2615304"/>
            <a:chOff x="10142208" y="3897517"/>
            <a:chExt cx="1651102" cy="2615304"/>
          </a:xfrm>
        </p:grpSpPr>
        <p:grpSp>
          <p:nvGrpSpPr>
            <p:cNvPr id="3" name="Group 2">
              <a:extLst>
                <a:ext uri="{FF2B5EF4-FFF2-40B4-BE49-F238E27FC236}">
                  <a16:creationId xmlns:a16="http://schemas.microsoft.com/office/drawing/2014/main" id="{2B12255B-5B27-36B5-7E56-23926701CC2F}"/>
                </a:ext>
              </a:extLst>
            </p:cNvPr>
            <p:cNvGrpSpPr/>
            <p:nvPr/>
          </p:nvGrpSpPr>
          <p:grpSpPr>
            <a:xfrm>
              <a:off x="10142208" y="3897517"/>
              <a:ext cx="1651102" cy="2615304"/>
              <a:chOff x="4723058" y="1994510"/>
              <a:chExt cx="2748294" cy="2127495"/>
            </a:xfrm>
          </p:grpSpPr>
          <p:grpSp>
            <p:nvGrpSpPr>
              <p:cNvPr id="5" name="Group 4">
                <a:extLst>
                  <a:ext uri="{FF2B5EF4-FFF2-40B4-BE49-F238E27FC236}">
                    <a16:creationId xmlns:a16="http://schemas.microsoft.com/office/drawing/2014/main" id="{E4B29885-4B46-AFE5-A1E1-6531BEF957B0}"/>
                  </a:ext>
                </a:extLst>
              </p:cNvPr>
              <p:cNvGrpSpPr/>
              <p:nvPr/>
            </p:nvGrpSpPr>
            <p:grpSpPr>
              <a:xfrm>
                <a:off x="4745090" y="1994510"/>
                <a:ext cx="2726262" cy="2127495"/>
                <a:chOff x="9147449" y="1419909"/>
                <a:chExt cx="2726262" cy="1887554"/>
              </a:xfrm>
            </p:grpSpPr>
            <p:sp>
              <p:nvSpPr>
                <p:cNvPr id="7" name="Rectangle 6">
                  <a:extLst>
                    <a:ext uri="{FF2B5EF4-FFF2-40B4-BE49-F238E27FC236}">
                      <a16:creationId xmlns:a16="http://schemas.microsoft.com/office/drawing/2014/main" id="{1C828140-C8C7-F4A8-5F66-EFD0BB93FD1B}"/>
                    </a:ext>
                  </a:extLst>
                </p:cNvPr>
                <p:cNvSpPr/>
                <p:nvPr/>
              </p:nvSpPr>
              <p:spPr>
                <a:xfrm>
                  <a:off x="9148359" y="1419909"/>
                  <a:ext cx="2700000" cy="1887554"/>
                </a:xfrm>
                <a:prstGeom prst="rect">
                  <a:avLst/>
                </a:prstGeom>
                <a:noFill/>
                <a:ln>
                  <a:solidFill>
                    <a:srgbClr val="ED7D3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B924DBD-DF50-7933-BC08-1EA6D7EB2273}"/>
                    </a:ext>
                  </a:extLst>
                </p:cNvPr>
                <p:cNvSpPr txBox="1"/>
                <p:nvPr/>
              </p:nvSpPr>
              <p:spPr>
                <a:xfrm>
                  <a:off x="9147449" y="1419910"/>
                  <a:ext cx="2726262" cy="205504"/>
                </a:xfrm>
                <a:prstGeom prst="rect">
                  <a:avLst/>
                </a:prstGeom>
                <a:solidFill>
                  <a:schemeClr val="accent4">
                    <a:lumMod val="40000"/>
                    <a:lumOff val="60000"/>
                  </a:schemeClr>
                </a:solidFill>
                <a:ln>
                  <a:noFill/>
                </a:ln>
              </p:spPr>
              <p:txBody>
                <a:bodyPr wrap="square" rtlCol="0">
                  <a:spAutoFit/>
                </a:bodyPr>
                <a:lstStyle/>
                <a:p>
                  <a:pPr algn="ctr"/>
                  <a:r>
                    <a:rPr lang="en-US" sz="1200" b="1"/>
                    <a:t>Business Outcome</a:t>
                  </a:r>
                  <a:endParaRPr lang="en-IN" sz="1200" b="1"/>
                </a:p>
              </p:txBody>
            </p:sp>
          </p:grpSp>
          <p:sp>
            <p:nvSpPr>
              <p:cNvPr id="6" name="TextBox 5">
                <a:extLst>
                  <a:ext uri="{FF2B5EF4-FFF2-40B4-BE49-F238E27FC236}">
                    <a16:creationId xmlns:a16="http://schemas.microsoft.com/office/drawing/2014/main" id="{FC060AFC-82B7-BDB5-E6DD-507DD476DB32}"/>
                  </a:ext>
                </a:extLst>
              </p:cNvPr>
              <p:cNvSpPr txBox="1"/>
              <p:nvPr/>
            </p:nvSpPr>
            <p:spPr>
              <a:xfrm>
                <a:off x="4723058" y="2287719"/>
                <a:ext cx="2722942" cy="163892"/>
              </a:xfrm>
              <a:prstGeom prst="rect">
                <a:avLst/>
              </a:prstGeom>
              <a:noFill/>
            </p:spPr>
            <p:txBody>
              <a:bodyPr wrap="square">
                <a:spAutoFit/>
              </a:bodyPr>
              <a:lstStyle/>
              <a:p>
                <a:endParaRPr lang="en-IN" sz="1200"/>
              </a:p>
            </p:txBody>
          </p:sp>
        </p:grpSp>
        <p:sp>
          <p:nvSpPr>
            <p:cNvPr id="4" name="TextBox 3">
              <a:extLst>
                <a:ext uri="{FF2B5EF4-FFF2-40B4-BE49-F238E27FC236}">
                  <a16:creationId xmlns:a16="http://schemas.microsoft.com/office/drawing/2014/main" id="{DC25A98B-0E86-1F78-28E8-3C53202C8970}"/>
                </a:ext>
              </a:extLst>
            </p:cNvPr>
            <p:cNvSpPr txBox="1"/>
            <p:nvPr/>
          </p:nvSpPr>
          <p:spPr>
            <a:xfrm>
              <a:off x="10326872" y="4342512"/>
              <a:ext cx="1395906" cy="186974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Simulate “what-if” scenarios across pricing, promo, and media to support strategic planning</a:t>
              </a:r>
              <a:br>
                <a:rPr kumimoji="0" lang="en-US" altLang="en-US" sz="105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br>
                <a:rPr kumimoji="0" lang="en-US" altLang="en-US" sz="105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endParaRPr kumimoji="0" lang="en-US" altLang="en-US" sz="105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Identify optimal spend levels across levers to maximize sales and margin</a:t>
              </a:r>
            </a:p>
          </p:txBody>
        </p:sp>
      </p:grpSp>
      <p:sp>
        <p:nvSpPr>
          <p:cNvPr id="18" name="TextBox 17">
            <a:extLst>
              <a:ext uri="{FF2B5EF4-FFF2-40B4-BE49-F238E27FC236}">
                <a16:creationId xmlns:a16="http://schemas.microsoft.com/office/drawing/2014/main" id="{032E2DD2-DC2C-4BB1-3232-320DB556BBB7}"/>
              </a:ext>
            </a:extLst>
          </p:cNvPr>
          <p:cNvSpPr txBox="1"/>
          <p:nvPr/>
        </p:nvSpPr>
        <p:spPr>
          <a:xfrm>
            <a:off x="469222" y="1582904"/>
            <a:ext cx="1207470" cy="276999"/>
          </a:xfrm>
          <a:prstGeom prst="rect">
            <a:avLst/>
          </a:prstGeom>
          <a:noFill/>
          <a:ln>
            <a:solidFill>
              <a:schemeClr val="bg2">
                <a:lumMod val="90000"/>
              </a:schemeClr>
            </a:solidFill>
          </a:ln>
          <a:effectLst>
            <a:innerShdw blurRad="63500" dist="50800" dir="5400000">
              <a:prstClr val="black">
                <a:alpha val="50000"/>
              </a:prstClr>
            </a:innerShdw>
          </a:effectLst>
        </p:spPr>
        <p:txBody>
          <a:bodyPr wrap="square" rtlCol="0">
            <a:spAutoFit/>
          </a:bodyPr>
          <a:lstStyle/>
          <a:p>
            <a:pPr algn="ctr"/>
            <a:r>
              <a:rPr lang="en-IN" sz="1200" b="1"/>
              <a:t>Price ($)</a:t>
            </a:r>
          </a:p>
        </p:txBody>
      </p:sp>
      <p:sp>
        <p:nvSpPr>
          <p:cNvPr id="19" name="TextBox 18">
            <a:extLst>
              <a:ext uri="{FF2B5EF4-FFF2-40B4-BE49-F238E27FC236}">
                <a16:creationId xmlns:a16="http://schemas.microsoft.com/office/drawing/2014/main" id="{2BB2EE5D-6026-A77D-8142-B4EC381A4BB7}"/>
              </a:ext>
            </a:extLst>
          </p:cNvPr>
          <p:cNvSpPr txBox="1"/>
          <p:nvPr/>
        </p:nvSpPr>
        <p:spPr>
          <a:xfrm>
            <a:off x="469222" y="2055120"/>
            <a:ext cx="1207470" cy="276999"/>
          </a:xfrm>
          <a:prstGeom prst="rect">
            <a:avLst/>
          </a:prstGeom>
          <a:noFill/>
          <a:ln>
            <a:solidFill>
              <a:schemeClr val="bg2">
                <a:lumMod val="90000"/>
              </a:schemeClr>
            </a:solidFill>
          </a:ln>
          <a:effectLst>
            <a:innerShdw blurRad="63500" dist="50800" dir="5400000">
              <a:prstClr val="black">
                <a:alpha val="50000"/>
              </a:prstClr>
            </a:innerShdw>
          </a:effectLst>
        </p:spPr>
        <p:txBody>
          <a:bodyPr wrap="square" rtlCol="0">
            <a:spAutoFit/>
          </a:bodyPr>
          <a:lstStyle/>
          <a:p>
            <a:pPr algn="ctr"/>
            <a:r>
              <a:rPr lang="en-IN" sz="1200" b="1" dirty="0"/>
              <a:t>Discount (%)</a:t>
            </a:r>
          </a:p>
        </p:txBody>
      </p:sp>
      <p:sp>
        <p:nvSpPr>
          <p:cNvPr id="20" name="TextBox 19">
            <a:extLst>
              <a:ext uri="{FF2B5EF4-FFF2-40B4-BE49-F238E27FC236}">
                <a16:creationId xmlns:a16="http://schemas.microsoft.com/office/drawing/2014/main" id="{6D7A6B8A-D0AA-C8E0-4245-ACEBFFEEFA34}"/>
              </a:ext>
            </a:extLst>
          </p:cNvPr>
          <p:cNvSpPr txBox="1"/>
          <p:nvPr/>
        </p:nvSpPr>
        <p:spPr>
          <a:xfrm>
            <a:off x="469222" y="2527336"/>
            <a:ext cx="1207470" cy="276999"/>
          </a:xfrm>
          <a:prstGeom prst="rect">
            <a:avLst/>
          </a:prstGeom>
          <a:noFill/>
          <a:ln>
            <a:solidFill>
              <a:schemeClr val="bg2">
                <a:lumMod val="90000"/>
              </a:schemeClr>
            </a:solidFill>
          </a:ln>
          <a:effectLst>
            <a:innerShdw blurRad="63500" dist="50800" dir="5400000">
              <a:prstClr val="black">
                <a:alpha val="50000"/>
              </a:prstClr>
            </a:innerShdw>
          </a:effectLst>
        </p:spPr>
        <p:txBody>
          <a:bodyPr wrap="square" rtlCol="0">
            <a:spAutoFit/>
          </a:bodyPr>
          <a:lstStyle>
            <a:defPPr>
              <a:defRPr lang="en-US"/>
            </a:defPPr>
            <a:lvl1pPr algn="ctr">
              <a:defRPr sz="1200" b="1"/>
            </a:lvl1pPr>
          </a:lstStyle>
          <a:p>
            <a:r>
              <a:rPr lang="en-IN" dirty="0"/>
              <a:t>TV Spend ($)</a:t>
            </a:r>
          </a:p>
        </p:txBody>
      </p:sp>
      <p:sp>
        <p:nvSpPr>
          <p:cNvPr id="21" name="TextBox 20">
            <a:extLst>
              <a:ext uri="{FF2B5EF4-FFF2-40B4-BE49-F238E27FC236}">
                <a16:creationId xmlns:a16="http://schemas.microsoft.com/office/drawing/2014/main" id="{D52A6F04-F378-9051-793E-B7EF9A028DCA}"/>
              </a:ext>
            </a:extLst>
          </p:cNvPr>
          <p:cNvSpPr txBox="1"/>
          <p:nvPr/>
        </p:nvSpPr>
        <p:spPr>
          <a:xfrm>
            <a:off x="469222" y="2999552"/>
            <a:ext cx="1207470" cy="276999"/>
          </a:xfrm>
          <a:prstGeom prst="rect">
            <a:avLst/>
          </a:prstGeom>
          <a:noFill/>
          <a:ln>
            <a:solidFill>
              <a:schemeClr val="bg2">
                <a:lumMod val="90000"/>
              </a:schemeClr>
            </a:solidFill>
          </a:ln>
          <a:effectLst>
            <a:innerShdw blurRad="63500" dist="50800" dir="5400000">
              <a:prstClr val="black">
                <a:alpha val="50000"/>
              </a:prstClr>
            </a:innerShdw>
          </a:effectLst>
        </p:spPr>
        <p:txBody>
          <a:bodyPr wrap="square" rtlCol="0">
            <a:spAutoFit/>
          </a:bodyPr>
          <a:lstStyle>
            <a:defPPr>
              <a:defRPr lang="en-US"/>
            </a:defPPr>
            <a:lvl1pPr algn="ctr">
              <a:defRPr sz="1200" b="1"/>
            </a:lvl1pPr>
          </a:lstStyle>
          <a:p>
            <a:r>
              <a:rPr lang="en-IN" dirty="0"/>
              <a:t>Digital Spend($)</a:t>
            </a:r>
          </a:p>
        </p:txBody>
      </p:sp>
      <p:sp>
        <p:nvSpPr>
          <p:cNvPr id="22" name="TextBox 21">
            <a:extLst>
              <a:ext uri="{FF2B5EF4-FFF2-40B4-BE49-F238E27FC236}">
                <a16:creationId xmlns:a16="http://schemas.microsoft.com/office/drawing/2014/main" id="{51F0B7E5-4C82-8764-9E97-A4A20A1DB211}"/>
              </a:ext>
            </a:extLst>
          </p:cNvPr>
          <p:cNvSpPr txBox="1"/>
          <p:nvPr/>
        </p:nvSpPr>
        <p:spPr>
          <a:xfrm>
            <a:off x="469222" y="3435853"/>
            <a:ext cx="1207470" cy="461665"/>
          </a:xfrm>
          <a:prstGeom prst="rect">
            <a:avLst/>
          </a:prstGeom>
          <a:noFill/>
          <a:ln>
            <a:solidFill>
              <a:schemeClr val="bg2">
                <a:lumMod val="90000"/>
              </a:schemeClr>
            </a:solidFill>
          </a:ln>
          <a:effectLst>
            <a:innerShdw blurRad="63500" dist="50800" dir="5400000">
              <a:prstClr val="black">
                <a:alpha val="50000"/>
              </a:prstClr>
            </a:innerShdw>
          </a:effectLst>
        </p:spPr>
        <p:txBody>
          <a:bodyPr wrap="square" rtlCol="0">
            <a:spAutoFit/>
          </a:bodyPr>
          <a:lstStyle>
            <a:defPPr>
              <a:defRPr lang="en-US"/>
            </a:defPPr>
            <a:lvl1pPr algn="ctr">
              <a:defRPr sz="1200" b="1"/>
            </a:lvl1pPr>
          </a:lstStyle>
          <a:p>
            <a:r>
              <a:rPr lang="en-IN"/>
              <a:t>Promo Spend 1 ($)</a:t>
            </a:r>
          </a:p>
        </p:txBody>
      </p:sp>
      <p:sp>
        <p:nvSpPr>
          <p:cNvPr id="23" name="TextBox 22">
            <a:extLst>
              <a:ext uri="{FF2B5EF4-FFF2-40B4-BE49-F238E27FC236}">
                <a16:creationId xmlns:a16="http://schemas.microsoft.com/office/drawing/2014/main" id="{13C75609-AB85-E27C-F370-CD0CB6F64CF5}"/>
              </a:ext>
            </a:extLst>
          </p:cNvPr>
          <p:cNvSpPr txBox="1"/>
          <p:nvPr/>
        </p:nvSpPr>
        <p:spPr>
          <a:xfrm>
            <a:off x="469222" y="4011428"/>
            <a:ext cx="1207470" cy="461665"/>
          </a:xfrm>
          <a:prstGeom prst="rect">
            <a:avLst/>
          </a:prstGeom>
          <a:noFill/>
          <a:ln>
            <a:solidFill>
              <a:schemeClr val="bg2">
                <a:lumMod val="90000"/>
              </a:schemeClr>
            </a:solidFill>
          </a:ln>
          <a:effectLst>
            <a:innerShdw blurRad="63500" dist="50800" dir="5400000">
              <a:prstClr val="black">
                <a:alpha val="50000"/>
              </a:prstClr>
            </a:innerShdw>
          </a:effectLst>
        </p:spPr>
        <p:txBody>
          <a:bodyPr wrap="square" rtlCol="0">
            <a:spAutoFit/>
          </a:bodyPr>
          <a:lstStyle>
            <a:defPPr>
              <a:defRPr lang="en-US"/>
            </a:defPPr>
            <a:lvl1pPr algn="ctr">
              <a:defRPr sz="1200" b="1"/>
            </a:lvl1pPr>
          </a:lstStyle>
          <a:p>
            <a:r>
              <a:rPr lang="en-IN"/>
              <a:t>Promo Spend 2 ($)</a:t>
            </a:r>
          </a:p>
        </p:txBody>
      </p:sp>
      <p:sp>
        <p:nvSpPr>
          <p:cNvPr id="24" name="TextBox 23">
            <a:extLst>
              <a:ext uri="{FF2B5EF4-FFF2-40B4-BE49-F238E27FC236}">
                <a16:creationId xmlns:a16="http://schemas.microsoft.com/office/drawing/2014/main" id="{3CA13300-1D28-1A72-DBEF-81BDD74C9DA4}"/>
              </a:ext>
            </a:extLst>
          </p:cNvPr>
          <p:cNvSpPr txBox="1"/>
          <p:nvPr/>
        </p:nvSpPr>
        <p:spPr>
          <a:xfrm>
            <a:off x="469222" y="4580313"/>
            <a:ext cx="1207470" cy="276999"/>
          </a:xfrm>
          <a:prstGeom prst="rect">
            <a:avLst/>
          </a:prstGeom>
          <a:noFill/>
          <a:ln>
            <a:solidFill>
              <a:schemeClr val="bg2">
                <a:lumMod val="90000"/>
              </a:schemeClr>
            </a:solidFill>
          </a:ln>
          <a:effectLst>
            <a:innerShdw blurRad="63500" dist="50800" dir="5400000">
              <a:prstClr val="black">
                <a:alpha val="50000"/>
              </a:prstClr>
            </a:innerShdw>
          </a:effectLst>
        </p:spPr>
        <p:txBody>
          <a:bodyPr wrap="square" rtlCol="0">
            <a:spAutoFit/>
          </a:bodyPr>
          <a:lstStyle>
            <a:defPPr>
              <a:defRPr lang="en-US"/>
            </a:defPPr>
            <a:lvl1pPr algn="ctr">
              <a:defRPr sz="1200" b="1"/>
            </a:lvl1pPr>
          </a:lstStyle>
          <a:p>
            <a:r>
              <a:rPr lang="en-IN"/>
              <a:t>Seasonality</a:t>
            </a:r>
          </a:p>
        </p:txBody>
      </p:sp>
      <p:sp>
        <p:nvSpPr>
          <p:cNvPr id="25" name="TextBox 24">
            <a:extLst>
              <a:ext uri="{FF2B5EF4-FFF2-40B4-BE49-F238E27FC236}">
                <a16:creationId xmlns:a16="http://schemas.microsoft.com/office/drawing/2014/main" id="{22B0441F-2692-BEA0-9AB0-73FFF2D8920F}"/>
              </a:ext>
            </a:extLst>
          </p:cNvPr>
          <p:cNvSpPr txBox="1"/>
          <p:nvPr/>
        </p:nvSpPr>
        <p:spPr>
          <a:xfrm>
            <a:off x="2534096" y="5091277"/>
            <a:ext cx="1207470" cy="276999"/>
          </a:xfrm>
          <a:prstGeom prst="rect">
            <a:avLst/>
          </a:prstGeom>
          <a:solidFill>
            <a:srgbClr val="E27D05"/>
          </a:solidFill>
          <a:ln>
            <a:noFill/>
          </a:ln>
          <a:effectLst/>
          <a:scene3d>
            <a:camera prst="orthographicFront">
              <a:rot lat="0" lon="0" rev="0"/>
            </a:camera>
            <a:lightRig rig="chilly" dir="t">
              <a:rot lat="0" lon="0" rev="18480000"/>
            </a:lightRig>
          </a:scene3d>
          <a:sp3d prstMaterial="clear">
            <a:bevelT h="63500"/>
          </a:sp3d>
        </p:spPr>
        <p:txBody>
          <a:bodyPr wrap="square" rtlCol="0" anchor="ctr">
            <a:spAutoFit/>
          </a:bodyPr>
          <a:lstStyle/>
          <a:p>
            <a:pPr algn="ctr"/>
            <a:r>
              <a:rPr lang="en-IN" sz="1200" b="1"/>
              <a:t>Simulate</a:t>
            </a:r>
          </a:p>
        </p:txBody>
      </p:sp>
      <p:sp>
        <p:nvSpPr>
          <p:cNvPr id="90" name="Rectangle 89">
            <a:extLst>
              <a:ext uri="{FF2B5EF4-FFF2-40B4-BE49-F238E27FC236}">
                <a16:creationId xmlns:a16="http://schemas.microsoft.com/office/drawing/2014/main" id="{06E7E3E4-EA40-3909-97DF-D469566DB960}"/>
              </a:ext>
            </a:extLst>
          </p:cNvPr>
          <p:cNvSpPr/>
          <p:nvPr/>
        </p:nvSpPr>
        <p:spPr>
          <a:xfrm>
            <a:off x="2879752" y="1644516"/>
            <a:ext cx="1450993" cy="5346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Rectangle 90">
            <a:extLst>
              <a:ext uri="{FF2B5EF4-FFF2-40B4-BE49-F238E27FC236}">
                <a16:creationId xmlns:a16="http://schemas.microsoft.com/office/drawing/2014/main" id="{DB1DAC6F-B6C8-201B-4A2A-10D69958A60D}"/>
              </a:ext>
            </a:extLst>
          </p:cNvPr>
          <p:cNvSpPr/>
          <p:nvPr/>
        </p:nvSpPr>
        <p:spPr>
          <a:xfrm rot="5400000">
            <a:off x="3636185" y="1647482"/>
            <a:ext cx="262834" cy="60887"/>
          </a:xfrm>
          <a:prstGeom prst="rect">
            <a:avLst/>
          </a:prstGeom>
          <a:solidFill>
            <a:srgbClr val="F196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TextBox 87">
            <a:extLst>
              <a:ext uri="{FF2B5EF4-FFF2-40B4-BE49-F238E27FC236}">
                <a16:creationId xmlns:a16="http://schemas.microsoft.com/office/drawing/2014/main" id="{4E839AE4-2783-C76A-6513-8463E7640CCC}"/>
              </a:ext>
            </a:extLst>
          </p:cNvPr>
          <p:cNvSpPr txBox="1"/>
          <p:nvPr/>
        </p:nvSpPr>
        <p:spPr>
          <a:xfrm>
            <a:off x="2661596" y="1697983"/>
            <a:ext cx="540723" cy="230833"/>
          </a:xfrm>
          <a:prstGeom prst="rect">
            <a:avLst/>
          </a:prstGeom>
          <a:noFill/>
        </p:spPr>
        <p:txBody>
          <a:bodyPr wrap="square" rtlCol="0">
            <a:spAutoFit/>
          </a:bodyPr>
          <a:lstStyle/>
          <a:p>
            <a:r>
              <a:rPr lang="en-IN" sz="900"/>
              <a:t>-100%</a:t>
            </a:r>
          </a:p>
        </p:txBody>
      </p:sp>
      <p:sp>
        <p:nvSpPr>
          <p:cNvPr id="89" name="TextBox 88">
            <a:extLst>
              <a:ext uri="{FF2B5EF4-FFF2-40B4-BE49-F238E27FC236}">
                <a16:creationId xmlns:a16="http://schemas.microsoft.com/office/drawing/2014/main" id="{92F7BD95-D3D0-1AA8-1CAC-A62F9AB4B7B1}"/>
              </a:ext>
            </a:extLst>
          </p:cNvPr>
          <p:cNvSpPr txBox="1"/>
          <p:nvPr/>
        </p:nvSpPr>
        <p:spPr>
          <a:xfrm>
            <a:off x="4076465" y="1697982"/>
            <a:ext cx="513029" cy="230832"/>
          </a:xfrm>
          <a:prstGeom prst="rect">
            <a:avLst/>
          </a:prstGeom>
          <a:noFill/>
        </p:spPr>
        <p:txBody>
          <a:bodyPr wrap="square" rtlCol="0">
            <a:spAutoFit/>
          </a:bodyPr>
          <a:lstStyle/>
          <a:p>
            <a:r>
              <a:rPr lang="en-IN" sz="900"/>
              <a:t>+100%</a:t>
            </a:r>
          </a:p>
        </p:txBody>
      </p:sp>
      <p:sp>
        <p:nvSpPr>
          <p:cNvPr id="27" name="TextBox 26">
            <a:extLst>
              <a:ext uri="{FF2B5EF4-FFF2-40B4-BE49-F238E27FC236}">
                <a16:creationId xmlns:a16="http://schemas.microsoft.com/office/drawing/2014/main" id="{D99F4E13-0FC3-2284-A5E2-21F331EB8292}"/>
              </a:ext>
            </a:extLst>
          </p:cNvPr>
          <p:cNvSpPr txBox="1"/>
          <p:nvPr/>
        </p:nvSpPr>
        <p:spPr>
          <a:xfrm>
            <a:off x="1609017" y="1278528"/>
            <a:ext cx="1209366" cy="246221"/>
          </a:xfrm>
          <a:prstGeom prst="rect">
            <a:avLst/>
          </a:prstGeom>
          <a:noFill/>
        </p:spPr>
        <p:txBody>
          <a:bodyPr wrap="square" rtlCol="0">
            <a:spAutoFit/>
          </a:bodyPr>
          <a:lstStyle/>
          <a:p>
            <a:pPr algn="ctr"/>
            <a:r>
              <a:rPr lang="en-IN" sz="1000" b="1"/>
              <a:t>BASELINE VALUE</a:t>
            </a:r>
          </a:p>
        </p:txBody>
      </p:sp>
      <p:sp>
        <p:nvSpPr>
          <p:cNvPr id="28" name="TextBox 27">
            <a:extLst>
              <a:ext uri="{FF2B5EF4-FFF2-40B4-BE49-F238E27FC236}">
                <a16:creationId xmlns:a16="http://schemas.microsoft.com/office/drawing/2014/main" id="{3976D48D-51CC-88FD-D079-3264855C3ADF}"/>
              </a:ext>
            </a:extLst>
          </p:cNvPr>
          <p:cNvSpPr txBox="1"/>
          <p:nvPr/>
        </p:nvSpPr>
        <p:spPr>
          <a:xfrm>
            <a:off x="1889831" y="1587473"/>
            <a:ext cx="593594" cy="276999"/>
          </a:xfrm>
          <a:prstGeom prst="rect">
            <a:avLst/>
          </a:prstGeom>
          <a:noFill/>
        </p:spPr>
        <p:txBody>
          <a:bodyPr wrap="square" rtlCol="0">
            <a:spAutoFit/>
          </a:bodyPr>
          <a:lstStyle/>
          <a:p>
            <a:pPr algn="ctr"/>
            <a:r>
              <a:rPr lang="en-IN" sz="1200"/>
              <a:t>20</a:t>
            </a:r>
          </a:p>
        </p:txBody>
      </p:sp>
      <p:sp>
        <p:nvSpPr>
          <p:cNvPr id="29" name="TextBox 28">
            <a:extLst>
              <a:ext uri="{FF2B5EF4-FFF2-40B4-BE49-F238E27FC236}">
                <a16:creationId xmlns:a16="http://schemas.microsoft.com/office/drawing/2014/main" id="{5333A6B6-4BCD-C173-63AD-5909B7EA5962}"/>
              </a:ext>
            </a:extLst>
          </p:cNvPr>
          <p:cNvSpPr txBox="1"/>
          <p:nvPr/>
        </p:nvSpPr>
        <p:spPr>
          <a:xfrm>
            <a:off x="1910125" y="2081287"/>
            <a:ext cx="593594" cy="276999"/>
          </a:xfrm>
          <a:prstGeom prst="rect">
            <a:avLst/>
          </a:prstGeom>
          <a:noFill/>
        </p:spPr>
        <p:txBody>
          <a:bodyPr wrap="square" rtlCol="0">
            <a:spAutoFit/>
          </a:bodyPr>
          <a:lstStyle>
            <a:defPPr>
              <a:defRPr lang="en-US"/>
            </a:defPPr>
            <a:lvl1pPr algn="ctr">
              <a:defRPr sz="1200"/>
            </a:lvl1pPr>
          </a:lstStyle>
          <a:p>
            <a:r>
              <a:rPr lang="en-IN"/>
              <a:t>55</a:t>
            </a:r>
          </a:p>
        </p:txBody>
      </p:sp>
      <p:sp>
        <p:nvSpPr>
          <p:cNvPr id="30" name="TextBox 29">
            <a:extLst>
              <a:ext uri="{FF2B5EF4-FFF2-40B4-BE49-F238E27FC236}">
                <a16:creationId xmlns:a16="http://schemas.microsoft.com/office/drawing/2014/main" id="{D0B89FE0-F67E-079E-23BE-ABE523CB5E74}"/>
              </a:ext>
            </a:extLst>
          </p:cNvPr>
          <p:cNvSpPr txBox="1"/>
          <p:nvPr/>
        </p:nvSpPr>
        <p:spPr>
          <a:xfrm>
            <a:off x="1818801" y="2575100"/>
            <a:ext cx="781312" cy="276999"/>
          </a:xfrm>
          <a:prstGeom prst="rect">
            <a:avLst/>
          </a:prstGeom>
          <a:noFill/>
        </p:spPr>
        <p:txBody>
          <a:bodyPr wrap="square" rtlCol="0">
            <a:spAutoFit/>
          </a:bodyPr>
          <a:lstStyle>
            <a:defPPr>
              <a:defRPr lang="en-US"/>
            </a:defPPr>
            <a:lvl1pPr algn="ctr">
              <a:defRPr sz="1200"/>
            </a:lvl1pPr>
          </a:lstStyle>
          <a:p>
            <a:r>
              <a:rPr lang="en-IN" dirty="0"/>
              <a:t>500,000</a:t>
            </a:r>
          </a:p>
        </p:txBody>
      </p:sp>
      <p:sp>
        <p:nvSpPr>
          <p:cNvPr id="31" name="TextBox 30">
            <a:extLst>
              <a:ext uri="{FF2B5EF4-FFF2-40B4-BE49-F238E27FC236}">
                <a16:creationId xmlns:a16="http://schemas.microsoft.com/office/drawing/2014/main" id="{6790FBB3-9B16-AB93-E6ED-D1DDCDF2A8F3}"/>
              </a:ext>
            </a:extLst>
          </p:cNvPr>
          <p:cNvSpPr txBox="1"/>
          <p:nvPr/>
        </p:nvSpPr>
        <p:spPr>
          <a:xfrm>
            <a:off x="1732563" y="3068914"/>
            <a:ext cx="892919" cy="276999"/>
          </a:xfrm>
          <a:prstGeom prst="rect">
            <a:avLst/>
          </a:prstGeom>
          <a:noFill/>
        </p:spPr>
        <p:txBody>
          <a:bodyPr wrap="square" rtlCol="0">
            <a:spAutoFit/>
          </a:bodyPr>
          <a:lstStyle>
            <a:defPPr>
              <a:defRPr lang="en-US"/>
            </a:defPPr>
            <a:lvl1pPr algn="ctr">
              <a:defRPr sz="1200"/>
            </a:lvl1pPr>
          </a:lstStyle>
          <a:p>
            <a:r>
              <a:rPr lang="en-IN"/>
              <a:t>1,000,000</a:t>
            </a:r>
          </a:p>
        </p:txBody>
      </p:sp>
      <p:sp>
        <p:nvSpPr>
          <p:cNvPr id="32" name="TextBox 31">
            <a:extLst>
              <a:ext uri="{FF2B5EF4-FFF2-40B4-BE49-F238E27FC236}">
                <a16:creationId xmlns:a16="http://schemas.microsoft.com/office/drawing/2014/main" id="{3B2A90CD-F602-DE20-1A16-DDE298BA3552}"/>
              </a:ext>
            </a:extLst>
          </p:cNvPr>
          <p:cNvSpPr txBox="1"/>
          <p:nvPr/>
        </p:nvSpPr>
        <p:spPr>
          <a:xfrm>
            <a:off x="1879683" y="3562728"/>
            <a:ext cx="700141" cy="276999"/>
          </a:xfrm>
          <a:prstGeom prst="rect">
            <a:avLst/>
          </a:prstGeom>
          <a:noFill/>
        </p:spPr>
        <p:txBody>
          <a:bodyPr wrap="square" rtlCol="0">
            <a:spAutoFit/>
          </a:bodyPr>
          <a:lstStyle>
            <a:defPPr>
              <a:defRPr lang="en-US"/>
            </a:defPPr>
            <a:lvl1pPr algn="ctr">
              <a:defRPr sz="1200"/>
            </a:lvl1pPr>
          </a:lstStyle>
          <a:p>
            <a:r>
              <a:rPr lang="en-IN"/>
              <a:t>200,000</a:t>
            </a:r>
          </a:p>
        </p:txBody>
      </p:sp>
      <p:sp>
        <p:nvSpPr>
          <p:cNvPr id="33" name="TextBox 32">
            <a:extLst>
              <a:ext uri="{FF2B5EF4-FFF2-40B4-BE49-F238E27FC236}">
                <a16:creationId xmlns:a16="http://schemas.microsoft.com/office/drawing/2014/main" id="{89A906AC-4159-106D-061D-BB1A153DE3CD}"/>
              </a:ext>
            </a:extLst>
          </p:cNvPr>
          <p:cNvSpPr txBox="1"/>
          <p:nvPr/>
        </p:nvSpPr>
        <p:spPr>
          <a:xfrm>
            <a:off x="1869542" y="4056542"/>
            <a:ext cx="755947" cy="276999"/>
          </a:xfrm>
          <a:prstGeom prst="rect">
            <a:avLst/>
          </a:prstGeom>
          <a:noFill/>
        </p:spPr>
        <p:txBody>
          <a:bodyPr wrap="square" rtlCol="0">
            <a:spAutoFit/>
          </a:bodyPr>
          <a:lstStyle>
            <a:defPPr>
              <a:defRPr lang="en-US"/>
            </a:defPPr>
            <a:lvl1pPr algn="ctr">
              <a:defRPr sz="1200"/>
            </a:lvl1pPr>
          </a:lstStyle>
          <a:p>
            <a:r>
              <a:rPr lang="en-IN"/>
              <a:t>100,000</a:t>
            </a:r>
          </a:p>
        </p:txBody>
      </p:sp>
      <p:sp>
        <p:nvSpPr>
          <p:cNvPr id="34" name="TextBox 33">
            <a:extLst>
              <a:ext uri="{FF2B5EF4-FFF2-40B4-BE49-F238E27FC236}">
                <a16:creationId xmlns:a16="http://schemas.microsoft.com/office/drawing/2014/main" id="{6EE7DFA4-B0F3-8383-98D9-CE78A09D71FD}"/>
              </a:ext>
            </a:extLst>
          </p:cNvPr>
          <p:cNvSpPr txBox="1"/>
          <p:nvPr/>
        </p:nvSpPr>
        <p:spPr>
          <a:xfrm>
            <a:off x="1879683" y="4550355"/>
            <a:ext cx="624036" cy="276999"/>
          </a:xfrm>
          <a:prstGeom prst="rect">
            <a:avLst/>
          </a:prstGeom>
          <a:noFill/>
        </p:spPr>
        <p:txBody>
          <a:bodyPr wrap="square" rtlCol="0">
            <a:spAutoFit/>
          </a:bodyPr>
          <a:lstStyle>
            <a:defPPr>
              <a:defRPr lang="en-US"/>
            </a:defPPr>
            <a:lvl1pPr algn="ctr">
              <a:defRPr sz="1200"/>
            </a:lvl1pPr>
          </a:lstStyle>
          <a:p>
            <a:r>
              <a:rPr lang="en-IN"/>
              <a:t>1.05</a:t>
            </a:r>
          </a:p>
        </p:txBody>
      </p:sp>
      <p:sp>
        <p:nvSpPr>
          <p:cNvPr id="85" name="Rectangle 84">
            <a:extLst>
              <a:ext uri="{FF2B5EF4-FFF2-40B4-BE49-F238E27FC236}">
                <a16:creationId xmlns:a16="http://schemas.microsoft.com/office/drawing/2014/main" id="{C836D1AF-ADE1-5FB8-29C1-36F08A8FAF24}"/>
              </a:ext>
            </a:extLst>
          </p:cNvPr>
          <p:cNvSpPr/>
          <p:nvPr/>
        </p:nvSpPr>
        <p:spPr>
          <a:xfrm>
            <a:off x="2879752" y="2128673"/>
            <a:ext cx="1450993" cy="5346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Rectangle 85">
            <a:extLst>
              <a:ext uri="{FF2B5EF4-FFF2-40B4-BE49-F238E27FC236}">
                <a16:creationId xmlns:a16="http://schemas.microsoft.com/office/drawing/2014/main" id="{9B11B0BC-6451-AEAC-3CEB-DF67C3BDFC8B}"/>
              </a:ext>
            </a:extLst>
          </p:cNvPr>
          <p:cNvSpPr/>
          <p:nvPr/>
        </p:nvSpPr>
        <p:spPr>
          <a:xfrm rot="5400000">
            <a:off x="3666626" y="2131639"/>
            <a:ext cx="262834" cy="60887"/>
          </a:xfrm>
          <a:prstGeom prst="rect">
            <a:avLst/>
          </a:prstGeom>
          <a:solidFill>
            <a:srgbClr val="F196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Rectangle 79">
            <a:extLst>
              <a:ext uri="{FF2B5EF4-FFF2-40B4-BE49-F238E27FC236}">
                <a16:creationId xmlns:a16="http://schemas.microsoft.com/office/drawing/2014/main" id="{60015C7A-C9CC-C96B-9F69-44D4F5CC5596}"/>
              </a:ext>
            </a:extLst>
          </p:cNvPr>
          <p:cNvSpPr/>
          <p:nvPr/>
        </p:nvSpPr>
        <p:spPr>
          <a:xfrm>
            <a:off x="2879752" y="2622487"/>
            <a:ext cx="1450993" cy="5346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Rectangle 80">
            <a:extLst>
              <a:ext uri="{FF2B5EF4-FFF2-40B4-BE49-F238E27FC236}">
                <a16:creationId xmlns:a16="http://schemas.microsoft.com/office/drawing/2014/main" id="{11E1F2F9-CD74-55AC-BB8D-A43CC7D6B1D7}"/>
              </a:ext>
            </a:extLst>
          </p:cNvPr>
          <p:cNvSpPr/>
          <p:nvPr/>
        </p:nvSpPr>
        <p:spPr>
          <a:xfrm rot="5400000">
            <a:off x="3331777" y="2625453"/>
            <a:ext cx="262834" cy="60887"/>
          </a:xfrm>
          <a:prstGeom prst="rect">
            <a:avLst/>
          </a:prstGeom>
          <a:solidFill>
            <a:srgbClr val="F196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Rectangle 74">
            <a:extLst>
              <a:ext uri="{FF2B5EF4-FFF2-40B4-BE49-F238E27FC236}">
                <a16:creationId xmlns:a16="http://schemas.microsoft.com/office/drawing/2014/main" id="{D0B50177-C869-BC71-00C9-B5287EE7E934}"/>
              </a:ext>
            </a:extLst>
          </p:cNvPr>
          <p:cNvSpPr/>
          <p:nvPr/>
        </p:nvSpPr>
        <p:spPr>
          <a:xfrm>
            <a:off x="2879752" y="3083538"/>
            <a:ext cx="1450993" cy="5346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Rectangle 75">
            <a:extLst>
              <a:ext uri="{FF2B5EF4-FFF2-40B4-BE49-F238E27FC236}">
                <a16:creationId xmlns:a16="http://schemas.microsoft.com/office/drawing/2014/main" id="{013D2D86-7DDC-0F99-B6D3-6CFDFC554223}"/>
              </a:ext>
            </a:extLst>
          </p:cNvPr>
          <p:cNvSpPr/>
          <p:nvPr/>
        </p:nvSpPr>
        <p:spPr>
          <a:xfrm rot="5400000">
            <a:off x="3595598" y="3086504"/>
            <a:ext cx="262834" cy="60887"/>
          </a:xfrm>
          <a:prstGeom prst="rect">
            <a:avLst/>
          </a:prstGeom>
          <a:solidFill>
            <a:srgbClr val="F196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Rectangle 69">
            <a:extLst>
              <a:ext uri="{FF2B5EF4-FFF2-40B4-BE49-F238E27FC236}">
                <a16:creationId xmlns:a16="http://schemas.microsoft.com/office/drawing/2014/main" id="{D4D132AC-52DC-60E2-01D6-CD9E1F97B897}"/>
              </a:ext>
            </a:extLst>
          </p:cNvPr>
          <p:cNvSpPr/>
          <p:nvPr/>
        </p:nvSpPr>
        <p:spPr>
          <a:xfrm>
            <a:off x="2879752" y="3610584"/>
            <a:ext cx="1450993" cy="5346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Rectangle 70">
            <a:extLst>
              <a:ext uri="{FF2B5EF4-FFF2-40B4-BE49-F238E27FC236}">
                <a16:creationId xmlns:a16="http://schemas.microsoft.com/office/drawing/2014/main" id="{60C43945-9C0C-42D2-EEED-F7BF8C7E610D}"/>
              </a:ext>
            </a:extLst>
          </p:cNvPr>
          <p:cNvSpPr/>
          <p:nvPr/>
        </p:nvSpPr>
        <p:spPr>
          <a:xfrm rot="5400000">
            <a:off x="4163820" y="3613550"/>
            <a:ext cx="262834" cy="60887"/>
          </a:xfrm>
          <a:prstGeom prst="rect">
            <a:avLst/>
          </a:prstGeom>
          <a:solidFill>
            <a:srgbClr val="F196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Rectangle 64">
            <a:extLst>
              <a:ext uri="{FF2B5EF4-FFF2-40B4-BE49-F238E27FC236}">
                <a16:creationId xmlns:a16="http://schemas.microsoft.com/office/drawing/2014/main" id="{02A1DFF0-D31D-E58F-2840-84AE546ACD33}"/>
              </a:ext>
            </a:extLst>
          </p:cNvPr>
          <p:cNvSpPr/>
          <p:nvPr/>
        </p:nvSpPr>
        <p:spPr>
          <a:xfrm>
            <a:off x="2879752" y="4103928"/>
            <a:ext cx="1450993" cy="5346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Rectangle 65">
            <a:extLst>
              <a:ext uri="{FF2B5EF4-FFF2-40B4-BE49-F238E27FC236}">
                <a16:creationId xmlns:a16="http://schemas.microsoft.com/office/drawing/2014/main" id="{84F67B1E-9B9B-1378-BD26-EEDE7498787E}"/>
              </a:ext>
            </a:extLst>
          </p:cNvPr>
          <p:cNvSpPr/>
          <p:nvPr/>
        </p:nvSpPr>
        <p:spPr>
          <a:xfrm rot="5400000">
            <a:off x="3686918" y="4106894"/>
            <a:ext cx="262834" cy="60887"/>
          </a:xfrm>
          <a:prstGeom prst="rect">
            <a:avLst/>
          </a:prstGeom>
          <a:solidFill>
            <a:srgbClr val="F196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Rectangle 59">
            <a:extLst>
              <a:ext uri="{FF2B5EF4-FFF2-40B4-BE49-F238E27FC236}">
                <a16:creationId xmlns:a16="http://schemas.microsoft.com/office/drawing/2014/main" id="{9B6982A1-8FB3-BFD7-BD2F-E42742B90D88}"/>
              </a:ext>
            </a:extLst>
          </p:cNvPr>
          <p:cNvSpPr/>
          <p:nvPr/>
        </p:nvSpPr>
        <p:spPr>
          <a:xfrm>
            <a:off x="2879752" y="4597742"/>
            <a:ext cx="1450993" cy="5346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Rectangle 60">
            <a:extLst>
              <a:ext uri="{FF2B5EF4-FFF2-40B4-BE49-F238E27FC236}">
                <a16:creationId xmlns:a16="http://schemas.microsoft.com/office/drawing/2014/main" id="{EE5428B8-5C95-9A1F-2208-DA3788A5438D}"/>
              </a:ext>
            </a:extLst>
          </p:cNvPr>
          <p:cNvSpPr/>
          <p:nvPr/>
        </p:nvSpPr>
        <p:spPr>
          <a:xfrm rot="5400000">
            <a:off x="3494128" y="4600708"/>
            <a:ext cx="262834" cy="60887"/>
          </a:xfrm>
          <a:prstGeom prst="rect">
            <a:avLst/>
          </a:prstGeom>
          <a:solidFill>
            <a:srgbClr val="F196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06F8CDB3-0062-5356-DEFC-B5A7B2C54F16}"/>
              </a:ext>
            </a:extLst>
          </p:cNvPr>
          <p:cNvSpPr txBox="1"/>
          <p:nvPr/>
        </p:nvSpPr>
        <p:spPr>
          <a:xfrm>
            <a:off x="2946597" y="1277726"/>
            <a:ext cx="1359688" cy="246221"/>
          </a:xfrm>
          <a:prstGeom prst="rect">
            <a:avLst/>
          </a:prstGeom>
          <a:noFill/>
        </p:spPr>
        <p:txBody>
          <a:bodyPr wrap="square" rtlCol="0">
            <a:spAutoFit/>
          </a:bodyPr>
          <a:lstStyle>
            <a:defPPr>
              <a:defRPr lang="en-US"/>
            </a:defPPr>
            <a:lvl1pPr algn="ctr">
              <a:defRPr sz="1000" b="1"/>
            </a:lvl1pPr>
          </a:lstStyle>
          <a:p>
            <a:r>
              <a:rPr lang="en-IN"/>
              <a:t>SCENARIO SLIDER</a:t>
            </a:r>
          </a:p>
        </p:txBody>
      </p:sp>
      <p:sp>
        <p:nvSpPr>
          <p:cNvPr id="42" name="TextBox 41">
            <a:extLst>
              <a:ext uri="{FF2B5EF4-FFF2-40B4-BE49-F238E27FC236}">
                <a16:creationId xmlns:a16="http://schemas.microsoft.com/office/drawing/2014/main" id="{5477FD15-A163-8E4C-44EF-5931DAA32D60}"/>
              </a:ext>
            </a:extLst>
          </p:cNvPr>
          <p:cNvSpPr txBox="1"/>
          <p:nvPr/>
        </p:nvSpPr>
        <p:spPr>
          <a:xfrm>
            <a:off x="4664598" y="1265704"/>
            <a:ext cx="1111071" cy="246221"/>
          </a:xfrm>
          <a:prstGeom prst="rect">
            <a:avLst/>
          </a:prstGeom>
          <a:noFill/>
        </p:spPr>
        <p:txBody>
          <a:bodyPr wrap="square" rtlCol="0">
            <a:spAutoFit/>
          </a:bodyPr>
          <a:lstStyle>
            <a:defPPr>
              <a:defRPr lang="en-US"/>
            </a:defPPr>
            <a:lvl1pPr algn="ctr">
              <a:defRPr sz="1000" b="1"/>
            </a:lvl1pPr>
          </a:lstStyle>
          <a:p>
            <a:r>
              <a:rPr lang="en-IN"/>
              <a:t>SCENARIO VALUE</a:t>
            </a:r>
          </a:p>
        </p:txBody>
      </p:sp>
      <p:sp>
        <p:nvSpPr>
          <p:cNvPr id="43" name="TextBox 42">
            <a:extLst>
              <a:ext uri="{FF2B5EF4-FFF2-40B4-BE49-F238E27FC236}">
                <a16:creationId xmlns:a16="http://schemas.microsoft.com/office/drawing/2014/main" id="{E741BA01-8224-02FB-718B-ADC0010FA96C}"/>
              </a:ext>
            </a:extLst>
          </p:cNvPr>
          <p:cNvSpPr txBox="1"/>
          <p:nvPr/>
        </p:nvSpPr>
        <p:spPr>
          <a:xfrm>
            <a:off x="4942604" y="1587473"/>
            <a:ext cx="593594" cy="276999"/>
          </a:xfrm>
          <a:prstGeom prst="rect">
            <a:avLst/>
          </a:prstGeom>
          <a:noFill/>
        </p:spPr>
        <p:txBody>
          <a:bodyPr wrap="square" rtlCol="0">
            <a:spAutoFit/>
          </a:bodyPr>
          <a:lstStyle/>
          <a:p>
            <a:pPr algn="ctr"/>
            <a:r>
              <a:rPr lang="en-IN" sz="1200"/>
              <a:t>22</a:t>
            </a:r>
          </a:p>
        </p:txBody>
      </p:sp>
      <p:sp>
        <p:nvSpPr>
          <p:cNvPr id="44" name="TextBox 43">
            <a:extLst>
              <a:ext uri="{FF2B5EF4-FFF2-40B4-BE49-F238E27FC236}">
                <a16:creationId xmlns:a16="http://schemas.microsoft.com/office/drawing/2014/main" id="{F2274832-23E9-FE02-DEB7-BD01CEC0C5FB}"/>
              </a:ext>
            </a:extLst>
          </p:cNvPr>
          <p:cNvSpPr txBox="1"/>
          <p:nvPr/>
        </p:nvSpPr>
        <p:spPr>
          <a:xfrm>
            <a:off x="4962898" y="2081287"/>
            <a:ext cx="593594" cy="276999"/>
          </a:xfrm>
          <a:prstGeom prst="rect">
            <a:avLst/>
          </a:prstGeom>
          <a:noFill/>
        </p:spPr>
        <p:txBody>
          <a:bodyPr wrap="square" rtlCol="0">
            <a:spAutoFit/>
          </a:bodyPr>
          <a:lstStyle/>
          <a:p>
            <a:pPr algn="ctr"/>
            <a:r>
              <a:rPr lang="en-IN" sz="1200"/>
              <a:t>60</a:t>
            </a:r>
          </a:p>
        </p:txBody>
      </p:sp>
      <p:sp>
        <p:nvSpPr>
          <p:cNvPr id="45" name="TextBox 44">
            <a:extLst>
              <a:ext uri="{FF2B5EF4-FFF2-40B4-BE49-F238E27FC236}">
                <a16:creationId xmlns:a16="http://schemas.microsoft.com/office/drawing/2014/main" id="{2937C9B1-907A-0AC8-5E56-B72D1867F278}"/>
              </a:ext>
            </a:extLst>
          </p:cNvPr>
          <p:cNvSpPr txBox="1"/>
          <p:nvPr/>
        </p:nvSpPr>
        <p:spPr>
          <a:xfrm>
            <a:off x="4881721" y="2575100"/>
            <a:ext cx="781312" cy="276999"/>
          </a:xfrm>
          <a:prstGeom prst="rect">
            <a:avLst/>
          </a:prstGeom>
          <a:noFill/>
        </p:spPr>
        <p:txBody>
          <a:bodyPr wrap="square" rtlCol="0">
            <a:spAutoFit/>
          </a:bodyPr>
          <a:lstStyle/>
          <a:p>
            <a:pPr algn="ctr"/>
            <a:r>
              <a:rPr lang="en-IN" sz="1200" dirty="0"/>
              <a:t>450,000</a:t>
            </a:r>
          </a:p>
        </p:txBody>
      </p:sp>
      <p:sp>
        <p:nvSpPr>
          <p:cNvPr id="46" name="TextBox 45">
            <a:extLst>
              <a:ext uri="{FF2B5EF4-FFF2-40B4-BE49-F238E27FC236}">
                <a16:creationId xmlns:a16="http://schemas.microsoft.com/office/drawing/2014/main" id="{8ABA7CAA-1B5C-EA7A-0A5E-48FE90311C21}"/>
              </a:ext>
            </a:extLst>
          </p:cNvPr>
          <p:cNvSpPr txBox="1"/>
          <p:nvPr/>
        </p:nvSpPr>
        <p:spPr>
          <a:xfrm>
            <a:off x="4795483" y="3068914"/>
            <a:ext cx="892919" cy="276999"/>
          </a:xfrm>
          <a:prstGeom prst="rect">
            <a:avLst/>
          </a:prstGeom>
          <a:noFill/>
        </p:spPr>
        <p:txBody>
          <a:bodyPr wrap="square" rtlCol="0">
            <a:spAutoFit/>
          </a:bodyPr>
          <a:lstStyle/>
          <a:p>
            <a:pPr algn="ctr"/>
            <a:r>
              <a:rPr lang="en-IN" sz="1200"/>
              <a:t>1,100,000</a:t>
            </a:r>
          </a:p>
        </p:txBody>
      </p:sp>
      <p:sp>
        <p:nvSpPr>
          <p:cNvPr id="47" name="TextBox 46">
            <a:extLst>
              <a:ext uri="{FF2B5EF4-FFF2-40B4-BE49-F238E27FC236}">
                <a16:creationId xmlns:a16="http://schemas.microsoft.com/office/drawing/2014/main" id="{E5EF9514-E03D-FC2F-6605-FB394ED4B60D}"/>
              </a:ext>
            </a:extLst>
          </p:cNvPr>
          <p:cNvSpPr txBox="1"/>
          <p:nvPr/>
        </p:nvSpPr>
        <p:spPr>
          <a:xfrm>
            <a:off x="4942603" y="3562728"/>
            <a:ext cx="700141" cy="276999"/>
          </a:xfrm>
          <a:prstGeom prst="rect">
            <a:avLst/>
          </a:prstGeom>
          <a:noFill/>
        </p:spPr>
        <p:txBody>
          <a:bodyPr wrap="square" rtlCol="0">
            <a:spAutoFit/>
          </a:bodyPr>
          <a:lstStyle/>
          <a:p>
            <a:pPr algn="ctr"/>
            <a:r>
              <a:rPr lang="en-IN" sz="1200"/>
              <a:t>400,000</a:t>
            </a:r>
          </a:p>
        </p:txBody>
      </p:sp>
      <p:sp>
        <p:nvSpPr>
          <p:cNvPr id="48" name="TextBox 47">
            <a:extLst>
              <a:ext uri="{FF2B5EF4-FFF2-40B4-BE49-F238E27FC236}">
                <a16:creationId xmlns:a16="http://schemas.microsoft.com/office/drawing/2014/main" id="{E3B12FD9-7BAB-EB03-8237-44773163B5E0}"/>
              </a:ext>
            </a:extLst>
          </p:cNvPr>
          <p:cNvSpPr txBox="1"/>
          <p:nvPr/>
        </p:nvSpPr>
        <p:spPr>
          <a:xfrm>
            <a:off x="4932462" y="4056542"/>
            <a:ext cx="755947" cy="276999"/>
          </a:xfrm>
          <a:prstGeom prst="rect">
            <a:avLst/>
          </a:prstGeom>
          <a:noFill/>
        </p:spPr>
        <p:txBody>
          <a:bodyPr wrap="square" rtlCol="0">
            <a:spAutoFit/>
          </a:bodyPr>
          <a:lstStyle/>
          <a:p>
            <a:pPr algn="ctr"/>
            <a:r>
              <a:rPr lang="en-IN" sz="1200"/>
              <a:t>120,000</a:t>
            </a:r>
          </a:p>
        </p:txBody>
      </p:sp>
      <p:sp>
        <p:nvSpPr>
          <p:cNvPr id="49" name="TextBox 48">
            <a:extLst>
              <a:ext uri="{FF2B5EF4-FFF2-40B4-BE49-F238E27FC236}">
                <a16:creationId xmlns:a16="http://schemas.microsoft.com/office/drawing/2014/main" id="{8BC9BEC4-FE02-B577-8865-FC28D0BA01E7}"/>
              </a:ext>
            </a:extLst>
          </p:cNvPr>
          <p:cNvSpPr txBox="1"/>
          <p:nvPr/>
        </p:nvSpPr>
        <p:spPr>
          <a:xfrm>
            <a:off x="4864447" y="4561454"/>
            <a:ext cx="705201" cy="276999"/>
          </a:xfrm>
          <a:prstGeom prst="rect">
            <a:avLst/>
          </a:prstGeom>
          <a:noFill/>
        </p:spPr>
        <p:txBody>
          <a:bodyPr wrap="square" rtlCol="0" anchor="ctr">
            <a:spAutoFit/>
          </a:bodyPr>
          <a:lstStyle/>
          <a:p>
            <a:pPr algn="ctr"/>
            <a:r>
              <a:rPr lang="en-IN" sz="1200"/>
              <a:t>0.9</a:t>
            </a:r>
          </a:p>
        </p:txBody>
      </p:sp>
      <p:sp>
        <p:nvSpPr>
          <p:cNvPr id="50" name="Rectangle 49">
            <a:extLst>
              <a:ext uri="{FF2B5EF4-FFF2-40B4-BE49-F238E27FC236}">
                <a16:creationId xmlns:a16="http://schemas.microsoft.com/office/drawing/2014/main" id="{ED5CBE29-E5A5-7853-AF4F-E74AA38E328F}"/>
              </a:ext>
            </a:extLst>
          </p:cNvPr>
          <p:cNvSpPr/>
          <p:nvPr/>
        </p:nvSpPr>
        <p:spPr>
          <a:xfrm>
            <a:off x="4851291" y="3074628"/>
            <a:ext cx="776228" cy="241113"/>
          </a:xfrm>
          <a:prstGeom prst="rect">
            <a:avLst/>
          </a:prstGeom>
          <a:noFill/>
          <a:ln>
            <a:solidFill>
              <a:schemeClr val="bg2">
                <a:lumMod val="90000"/>
              </a:schemeClr>
            </a:solidFill>
          </a:ln>
          <a:effectLst>
            <a:innerShdw blurRad="63500" dist="50800" dir="5400000">
              <a:prstClr val="black">
                <a:alpha val="50000"/>
              </a:prstClr>
            </a:innerShdw>
          </a:effectLst>
        </p:spPr>
        <p:txBody>
          <a:bodyPr wrap="square" rtlCol="0">
            <a:spAutoFit/>
          </a:bodyPr>
          <a:lstStyle/>
          <a:p>
            <a:pPr algn="ctr"/>
            <a:endParaRPr lang="en-IN" b="1">
              <a:solidFill>
                <a:schemeClr val="tx1"/>
              </a:solidFill>
            </a:endParaRPr>
          </a:p>
        </p:txBody>
      </p:sp>
      <p:sp>
        <p:nvSpPr>
          <p:cNvPr id="51" name="Rectangle 50">
            <a:extLst>
              <a:ext uri="{FF2B5EF4-FFF2-40B4-BE49-F238E27FC236}">
                <a16:creationId xmlns:a16="http://schemas.microsoft.com/office/drawing/2014/main" id="{FFCADB01-DDAF-5C47-6A76-5BA0A1AC2FBE}"/>
              </a:ext>
            </a:extLst>
          </p:cNvPr>
          <p:cNvSpPr/>
          <p:nvPr/>
        </p:nvSpPr>
        <p:spPr>
          <a:xfrm>
            <a:off x="4851291" y="2565054"/>
            <a:ext cx="776228" cy="369332"/>
          </a:xfrm>
          <a:prstGeom prst="rect">
            <a:avLst/>
          </a:prstGeom>
          <a:noFill/>
          <a:ln>
            <a:solidFill>
              <a:schemeClr val="bg2">
                <a:lumMod val="90000"/>
              </a:schemeClr>
            </a:solidFill>
          </a:ln>
          <a:effectLst>
            <a:innerShdw blurRad="63500" dist="50800" dir="5400000">
              <a:prstClr val="black">
                <a:alpha val="50000"/>
              </a:prstClr>
            </a:innerShdw>
          </a:effectLst>
        </p:spPr>
        <p:txBody>
          <a:bodyPr wrap="square" rtlCol="0">
            <a:spAutoFit/>
          </a:bodyPr>
          <a:lstStyle/>
          <a:p>
            <a:pPr algn="ctr"/>
            <a:endParaRPr lang="en-IN" b="1"/>
          </a:p>
        </p:txBody>
      </p:sp>
      <p:sp>
        <p:nvSpPr>
          <p:cNvPr id="52" name="Rectangle 51">
            <a:extLst>
              <a:ext uri="{FF2B5EF4-FFF2-40B4-BE49-F238E27FC236}">
                <a16:creationId xmlns:a16="http://schemas.microsoft.com/office/drawing/2014/main" id="{553C250F-C297-8FAF-65E2-8C844C7C50D2}"/>
              </a:ext>
            </a:extLst>
          </p:cNvPr>
          <p:cNvSpPr/>
          <p:nvPr/>
        </p:nvSpPr>
        <p:spPr>
          <a:xfrm>
            <a:off x="4851291" y="2093076"/>
            <a:ext cx="776228" cy="241113"/>
          </a:xfrm>
          <a:prstGeom prst="rect">
            <a:avLst/>
          </a:prstGeom>
          <a:noFill/>
          <a:ln>
            <a:solidFill>
              <a:schemeClr val="bg2">
                <a:lumMod val="90000"/>
              </a:schemeClr>
            </a:solidFill>
          </a:ln>
          <a:effectLst>
            <a:innerShdw blurRad="63500" dist="50800" dir="5400000">
              <a:prstClr val="black">
                <a:alpha val="50000"/>
              </a:prstClr>
            </a:innerShdw>
          </a:effectLst>
        </p:spPr>
        <p:txBody>
          <a:bodyPr wrap="square" rtlCol="0">
            <a:spAutoFit/>
          </a:bodyPr>
          <a:lstStyle/>
          <a:p>
            <a:pPr algn="ctr"/>
            <a:endParaRPr lang="en-IN" b="1">
              <a:solidFill>
                <a:schemeClr val="tx1"/>
              </a:solidFill>
            </a:endParaRPr>
          </a:p>
        </p:txBody>
      </p:sp>
      <p:sp>
        <p:nvSpPr>
          <p:cNvPr id="53" name="Rectangle 52">
            <a:extLst>
              <a:ext uri="{FF2B5EF4-FFF2-40B4-BE49-F238E27FC236}">
                <a16:creationId xmlns:a16="http://schemas.microsoft.com/office/drawing/2014/main" id="{36A02BB1-C418-D8CE-30D7-6E08FCB26850}"/>
              </a:ext>
            </a:extLst>
          </p:cNvPr>
          <p:cNvSpPr/>
          <p:nvPr/>
        </p:nvSpPr>
        <p:spPr>
          <a:xfrm>
            <a:off x="4851291" y="1596028"/>
            <a:ext cx="776228" cy="241113"/>
          </a:xfrm>
          <a:prstGeom prst="rect">
            <a:avLst/>
          </a:prstGeom>
          <a:noFill/>
          <a:ln>
            <a:solidFill>
              <a:schemeClr val="bg2">
                <a:lumMod val="90000"/>
              </a:schemeClr>
            </a:solidFill>
          </a:ln>
          <a:effectLst>
            <a:innerShdw blurRad="63500" dist="50800" dir="5400000">
              <a:prstClr val="black">
                <a:alpha val="50000"/>
              </a:prstClr>
            </a:innerShdw>
          </a:effectLst>
        </p:spPr>
        <p:txBody>
          <a:bodyPr wrap="square" rtlCol="0">
            <a:spAutoFit/>
          </a:bodyPr>
          <a:lstStyle/>
          <a:p>
            <a:pPr algn="ctr"/>
            <a:endParaRPr lang="en-IN" b="1">
              <a:solidFill>
                <a:schemeClr val="tx1"/>
              </a:solidFill>
            </a:endParaRPr>
          </a:p>
        </p:txBody>
      </p:sp>
      <p:sp>
        <p:nvSpPr>
          <p:cNvPr id="54" name="Rectangle 53">
            <a:extLst>
              <a:ext uri="{FF2B5EF4-FFF2-40B4-BE49-F238E27FC236}">
                <a16:creationId xmlns:a16="http://schemas.microsoft.com/office/drawing/2014/main" id="{5242BBF0-32A4-4A87-E465-629901E6F9C8}"/>
              </a:ext>
            </a:extLst>
          </p:cNvPr>
          <p:cNvSpPr/>
          <p:nvPr/>
        </p:nvSpPr>
        <p:spPr>
          <a:xfrm>
            <a:off x="4851291" y="3563865"/>
            <a:ext cx="776228" cy="241113"/>
          </a:xfrm>
          <a:prstGeom prst="rect">
            <a:avLst/>
          </a:prstGeom>
          <a:noFill/>
          <a:ln>
            <a:solidFill>
              <a:schemeClr val="bg2">
                <a:lumMod val="90000"/>
              </a:schemeClr>
            </a:solidFill>
          </a:ln>
          <a:effectLst>
            <a:innerShdw blurRad="63500" dist="50800" dir="5400000">
              <a:prstClr val="black">
                <a:alpha val="50000"/>
              </a:prstClr>
            </a:innerShdw>
          </a:effectLst>
        </p:spPr>
        <p:txBody>
          <a:bodyPr wrap="square" rtlCol="0">
            <a:spAutoFit/>
          </a:bodyPr>
          <a:lstStyle/>
          <a:p>
            <a:pPr algn="ctr"/>
            <a:endParaRPr lang="en-IN" b="1">
              <a:solidFill>
                <a:schemeClr val="tx1"/>
              </a:solidFill>
            </a:endParaRPr>
          </a:p>
        </p:txBody>
      </p:sp>
      <p:sp>
        <p:nvSpPr>
          <p:cNvPr id="55" name="Rectangle 54">
            <a:extLst>
              <a:ext uri="{FF2B5EF4-FFF2-40B4-BE49-F238E27FC236}">
                <a16:creationId xmlns:a16="http://schemas.microsoft.com/office/drawing/2014/main" id="{9E01F4C2-580C-07B5-DE88-80562EDFB709}"/>
              </a:ext>
            </a:extLst>
          </p:cNvPr>
          <p:cNvSpPr/>
          <p:nvPr/>
        </p:nvSpPr>
        <p:spPr>
          <a:xfrm>
            <a:off x="4851291" y="4047120"/>
            <a:ext cx="776228" cy="241113"/>
          </a:xfrm>
          <a:prstGeom prst="rect">
            <a:avLst/>
          </a:prstGeom>
          <a:noFill/>
          <a:ln>
            <a:solidFill>
              <a:schemeClr val="bg2">
                <a:lumMod val="90000"/>
              </a:schemeClr>
            </a:solidFill>
          </a:ln>
          <a:effectLst>
            <a:innerShdw blurRad="63500" dist="50800" dir="5400000">
              <a:prstClr val="black">
                <a:alpha val="50000"/>
              </a:prstClr>
            </a:innerShdw>
          </a:effectLst>
        </p:spPr>
        <p:txBody>
          <a:bodyPr wrap="square" rtlCol="0">
            <a:spAutoFit/>
          </a:bodyPr>
          <a:lstStyle/>
          <a:p>
            <a:pPr algn="ctr"/>
            <a:endParaRPr lang="en-IN" b="1">
              <a:solidFill>
                <a:schemeClr val="tx1"/>
              </a:solidFill>
            </a:endParaRPr>
          </a:p>
        </p:txBody>
      </p:sp>
      <p:sp>
        <p:nvSpPr>
          <p:cNvPr id="56" name="Rectangle 55">
            <a:extLst>
              <a:ext uri="{FF2B5EF4-FFF2-40B4-BE49-F238E27FC236}">
                <a16:creationId xmlns:a16="http://schemas.microsoft.com/office/drawing/2014/main" id="{D0FD25D2-FCD4-93D2-CD7D-E86AE88DF303}"/>
              </a:ext>
            </a:extLst>
          </p:cNvPr>
          <p:cNvSpPr/>
          <p:nvPr/>
        </p:nvSpPr>
        <p:spPr>
          <a:xfrm>
            <a:off x="4851291" y="4539684"/>
            <a:ext cx="776228" cy="241113"/>
          </a:xfrm>
          <a:prstGeom prst="rect">
            <a:avLst/>
          </a:prstGeom>
          <a:noFill/>
          <a:ln>
            <a:solidFill>
              <a:schemeClr val="bg2">
                <a:lumMod val="90000"/>
              </a:schemeClr>
            </a:solidFill>
          </a:ln>
          <a:effectLst>
            <a:innerShdw blurRad="63500" dist="50800" dir="5400000">
              <a:prstClr val="black">
                <a:alpha val="50000"/>
              </a:prstClr>
            </a:innerShdw>
          </a:effectLst>
        </p:spPr>
        <p:txBody>
          <a:bodyPr wrap="square" rtlCol="0">
            <a:spAutoFit/>
          </a:bodyPr>
          <a:lstStyle/>
          <a:p>
            <a:pPr algn="ctr"/>
            <a:endParaRPr lang="en-IN" b="1">
              <a:solidFill>
                <a:schemeClr val="tx1"/>
              </a:solidFill>
            </a:endParaRPr>
          </a:p>
        </p:txBody>
      </p:sp>
      <p:sp>
        <p:nvSpPr>
          <p:cNvPr id="93" name="Rectangle 92">
            <a:extLst>
              <a:ext uri="{FF2B5EF4-FFF2-40B4-BE49-F238E27FC236}">
                <a16:creationId xmlns:a16="http://schemas.microsoft.com/office/drawing/2014/main" id="{C6B71407-2089-E525-6995-549DB25C8254}"/>
              </a:ext>
            </a:extLst>
          </p:cNvPr>
          <p:cNvSpPr/>
          <p:nvPr/>
        </p:nvSpPr>
        <p:spPr>
          <a:xfrm>
            <a:off x="6143117" y="1219767"/>
            <a:ext cx="3674342" cy="2062619"/>
          </a:xfrm>
          <a:prstGeom prst="rect">
            <a:avLst/>
          </a:prstGeom>
          <a:noFill/>
          <a:ln>
            <a:solidFill>
              <a:schemeClr val="bg1">
                <a:lumMod val="95000"/>
              </a:schemeClr>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Rectangle 93">
            <a:extLst>
              <a:ext uri="{FF2B5EF4-FFF2-40B4-BE49-F238E27FC236}">
                <a16:creationId xmlns:a16="http://schemas.microsoft.com/office/drawing/2014/main" id="{F055B2D0-3B76-7FCF-D627-7FF0377F3A71}"/>
              </a:ext>
            </a:extLst>
          </p:cNvPr>
          <p:cNvSpPr/>
          <p:nvPr/>
        </p:nvSpPr>
        <p:spPr>
          <a:xfrm>
            <a:off x="6316831" y="1669066"/>
            <a:ext cx="1171456" cy="347346"/>
          </a:xfrm>
          <a:prstGeom prst="rect">
            <a:avLst/>
          </a:prstGeom>
          <a:solidFill>
            <a:srgbClr val="F196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a:t>500,000</a:t>
            </a:r>
          </a:p>
        </p:txBody>
      </p:sp>
      <p:sp>
        <p:nvSpPr>
          <p:cNvPr id="95" name="Rectangle 94">
            <a:extLst>
              <a:ext uri="{FF2B5EF4-FFF2-40B4-BE49-F238E27FC236}">
                <a16:creationId xmlns:a16="http://schemas.microsoft.com/office/drawing/2014/main" id="{05034CD9-BE51-8D71-C57C-D4678AC31A93}"/>
              </a:ext>
            </a:extLst>
          </p:cNvPr>
          <p:cNvSpPr/>
          <p:nvPr/>
        </p:nvSpPr>
        <p:spPr>
          <a:xfrm>
            <a:off x="7732101" y="1669065"/>
            <a:ext cx="1157389" cy="3473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a:t>510,000</a:t>
            </a:r>
          </a:p>
        </p:txBody>
      </p:sp>
      <p:sp>
        <p:nvSpPr>
          <p:cNvPr id="96" name="Rectangle 95">
            <a:extLst>
              <a:ext uri="{FF2B5EF4-FFF2-40B4-BE49-F238E27FC236}">
                <a16:creationId xmlns:a16="http://schemas.microsoft.com/office/drawing/2014/main" id="{02441A31-2FC5-5FB2-217A-4CD0B48A4376}"/>
              </a:ext>
            </a:extLst>
          </p:cNvPr>
          <p:cNvSpPr/>
          <p:nvPr/>
        </p:nvSpPr>
        <p:spPr>
          <a:xfrm>
            <a:off x="6316831" y="2565462"/>
            <a:ext cx="1171456" cy="347346"/>
          </a:xfrm>
          <a:prstGeom prst="rect">
            <a:avLst/>
          </a:prstGeom>
          <a:solidFill>
            <a:srgbClr val="F196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a:t>17,500,000</a:t>
            </a:r>
          </a:p>
        </p:txBody>
      </p:sp>
      <p:sp>
        <p:nvSpPr>
          <p:cNvPr id="97" name="Rectangle 96">
            <a:extLst>
              <a:ext uri="{FF2B5EF4-FFF2-40B4-BE49-F238E27FC236}">
                <a16:creationId xmlns:a16="http://schemas.microsoft.com/office/drawing/2014/main" id="{9D8CB017-A9F3-B449-E739-62D333D8536F}"/>
              </a:ext>
            </a:extLst>
          </p:cNvPr>
          <p:cNvSpPr/>
          <p:nvPr/>
        </p:nvSpPr>
        <p:spPr>
          <a:xfrm>
            <a:off x="7744719" y="2565462"/>
            <a:ext cx="1171456" cy="34734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a:t>17,885,000</a:t>
            </a:r>
          </a:p>
        </p:txBody>
      </p:sp>
      <p:sp>
        <p:nvSpPr>
          <p:cNvPr id="98" name="TextBox 97">
            <a:extLst>
              <a:ext uri="{FF2B5EF4-FFF2-40B4-BE49-F238E27FC236}">
                <a16:creationId xmlns:a16="http://schemas.microsoft.com/office/drawing/2014/main" id="{DAF92E07-165F-C235-684E-513B2FBD75D4}"/>
              </a:ext>
            </a:extLst>
          </p:cNvPr>
          <p:cNvSpPr txBox="1"/>
          <p:nvPr/>
        </p:nvSpPr>
        <p:spPr>
          <a:xfrm>
            <a:off x="6094510" y="1339251"/>
            <a:ext cx="1590594" cy="276999"/>
          </a:xfrm>
          <a:prstGeom prst="rect">
            <a:avLst/>
          </a:prstGeom>
          <a:noFill/>
          <a:ln>
            <a:noFill/>
          </a:ln>
          <a:effectLst>
            <a:innerShdw blurRad="63500" dist="50800" dir="5400000">
              <a:prstClr val="black">
                <a:alpha val="50000"/>
              </a:prstClr>
            </a:innerShdw>
          </a:effectLst>
        </p:spPr>
        <p:txBody>
          <a:bodyPr wrap="square" rtlCol="0">
            <a:spAutoFit/>
          </a:bodyPr>
          <a:lstStyle/>
          <a:p>
            <a:pPr algn="ctr"/>
            <a:r>
              <a:rPr lang="en-IN" sz="1200" b="1"/>
              <a:t>Baseline Volume (Oz)</a:t>
            </a:r>
          </a:p>
        </p:txBody>
      </p:sp>
      <p:sp>
        <p:nvSpPr>
          <p:cNvPr id="99" name="TextBox 98">
            <a:extLst>
              <a:ext uri="{FF2B5EF4-FFF2-40B4-BE49-F238E27FC236}">
                <a16:creationId xmlns:a16="http://schemas.microsoft.com/office/drawing/2014/main" id="{CF052146-8468-3351-EEFE-0748B2DC5376}"/>
              </a:ext>
            </a:extLst>
          </p:cNvPr>
          <p:cNvSpPr txBox="1"/>
          <p:nvPr/>
        </p:nvSpPr>
        <p:spPr>
          <a:xfrm>
            <a:off x="7553517" y="1339251"/>
            <a:ext cx="1573606" cy="276999"/>
          </a:xfrm>
          <a:prstGeom prst="rect">
            <a:avLst/>
          </a:prstGeom>
          <a:noFill/>
          <a:ln>
            <a:noFill/>
          </a:ln>
          <a:effectLst>
            <a:innerShdw blurRad="63500" dist="50800" dir="5400000">
              <a:prstClr val="black">
                <a:alpha val="50000"/>
              </a:prstClr>
            </a:innerShdw>
          </a:effectLst>
        </p:spPr>
        <p:txBody>
          <a:bodyPr wrap="square" rtlCol="0">
            <a:spAutoFit/>
          </a:bodyPr>
          <a:lstStyle/>
          <a:p>
            <a:pPr algn="ctr"/>
            <a:r>
              <a:rPr lang="en-IN" sz="1200" b="1"/>
              <a:t>Scenario Volume (Oz)</a:t>
            </a:r>
          </a:p>
        </p:txBody>
      </p:sp>
      <p:sp>
        <p:nvSpPr>
          <p:cNvPr id="100" name="TextBox 99">
            <a:extLst>
              <a:ext uri="{FF2B5EF4-FFF2-40B4-BE49-F238E27FC236}">
                <a16:creationId xmlns:a16="http://schemas.microsoft.com/office/drawing/2014/main" id="{964980C4-3A8D-BB86-6FF4-322025826D0B}"/>
              </a:ext>
            </a:extLst>
          </p:cNvPr>
          <p:cNvSpPr txBox="1"/>
          <p:nvPr/>
        </p:nvSpPr>
        <p:spPr>
          <a:xfrm>
            <a:off x="6235563" y="2245205"/>
            <a:ext cx="1333990" cy="276999"/>
          </a:xfrm>
          <a:prstGeom prst="rect">
            <a:avLst/>
          </a:prstGeom>
          <a:noFill/>
          <a:ln>
            <a:noFill/>
          </a:ln>
          <a:effectLst>
            <a:innerShdw blurRad="63500" dist="50800" dir="5400000">
              <a:prstClr val="black">
                <a:alpha val="50000"/>
              </a:prstClr>
            </a:innerShdw>
          </a:effectLst>
        </p:spPr>
        <p:txBody>
          <a:bodyPr wrap="square" rtlCol="0">
            <a:spAutoFit/>
          </a:bodyPr>
          <a:lstStyle/>
          <a:p>
            <a:pPr algn="ctr"/>
            <a:r>
              <a:rPr lang="en-IN" sz="1200" b="1"/>
              <a:t>Baseline Value ($)</a:t>
            </a:r>
          </a:p>
        </p:txBody>
      </p:sp>
      <p:sp>
        <p:nvSpPr>
          <p:cNvPr id="101" name="TextBox 100">
            <a:extLst>
              <a:ext uri="{FF2B5EF4-FFF2-40B4-BE49-F238E27FC236}">
                <a16:creationId xmlns:a16="http://schemas.microsoft.com/office/drawing/2014/main" id="{96F7C83F-1C2C-FECF-97E0-8A97297C5E01}"/>
              </a:ext>
            </a:extLst>
          </p:cNvPr>
          <p:cNvSpPr txBox="1"/>
          <p:nvPr/>
        </p:nvSpPr>
        <p:spPr>
          <a:xfrm>
            <a:off x="7663452" y="2233820"/>
            <a:ext cx="1333990" cy="276999"/>
          </a:xfrm>
          <a:prstGeom prst="rect">
            <a:avLst/>
          </a:prstGeom>
          <a:noFill/>
          <a:ln>
            <a:noFill/>
          </a:ln>
          <a:effectLst>
            <a:innerShdw blurRad="63500" dist="50800" dir="5400000">
              <a:prstClr val="black">
                <a:alpha val="50000"/>
              </a:prstClr>
            </a:innerShdw>
          </a:effectLst>
        </p:spPr>
        <p:txBody>
          <a:bodyPr wrap="square" rtlCol="0">
            <a:spAutoFit/>
          </a:bodyPr>
          <a:lstStyle/>
          <a:p>
            <a:pPr algn="ctr"/>
            <a:r>
              <a:rPr lang="en-IN" sz="1200" b="1"/>
              <a:t>Scenario Value ($)</a:t>
            </a:r>
          </a:p>
        </p:txBody>
      </p:sp>
      <p:sp>
        <p:nvSpPr>
          <p:cNvPr id="102" name="TextBox 101">
            <a:extLst>
              <a:ext uri="{FF2B5EF4-FFF2-40B4-BE49-F238E27FC236}">
                <a16:creationId xmlns:a16="http://schemas.microsoft.com/office/drawing/2014/main" id="{7B778A05-D498-54AA-3212-D26C7044F42F}"/>
              </a:ext>
            </a:extLst>
          </p:cNvPr>
          <p:cNvSpPr txBox="1"/>
          <p:nvPr/>
        </p:nvSpPr>
        <p:spPr>
          <a:xfrm>
            <a:off x="8999984" y="1336926"/>
            <a:ext cx="784254" cy="276999"/>
          </a:xfrm>
          <a:prstGeom prst="rect">
            <a:avLst/>
          </a:prstGeom>
          <a:noFill/>
          <a:ln>
            <a:noFill/>
          </a:ln>
          <a:effectLst>
            <a:innerShdw blurRad="63500" dist="50800" dir="5400000">
              <a:prstClr val="black">
                <a:alpha val="50000"/>
              </a:prstClr>
            </a:innerShdw>
          </a:effectLst>
        </p:spPr>
        <p:txBody>
          <a:bodyPr wrap="square" rtlCol="0">
            <a:spAutoFit/>
          </a:bodyPr>
          <a:lstStyle/>
          <a:p>
            <a:pPr algn="ctr"/>
            <a:r>
              <a:rPr lang="en-IN" sz="1200" b="1"/>
              <a:t>% change</a:t>
            </a:r>
          </a:p>
        </p:txBody>
      </p:sp>
      <p:sp>
        <p:nvSpPr>
          <p:cNvPr id="104" name="Rectangle 103">
            <a:extLst>
              <a:ext uri="{FF2B5EF4-FFF2-40B4-BE49-F238E27FC236}">
                <a16:creationId xmlns:a16="http://schemas.microsoft.com/office/drawing/2014/main" id="{825408F5-4CD5-54C7-60DC-B964624DA348}"/>
              </a:ext>
            </a:extLst>
          </p:cNvPr>
          <p:cNvSpPr/>
          <p:nvPr/>
        </p:nvSpPr>
        <p:spPr>
          <a:xfrm>
            <a:off x="9127123" y="2565462"/>
            <a:ext cx="603116" cy="347346"/>
          </a:xfrm>
          <a:prstGeom prst="rect">
            <a:avLst/>
          </a:prstGeom>
          <a:solidFill>
            <a:srgbClr val="DE8F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a:t>2.2%</a:t>
            </a:r>
          </a:p>
        </p:txBody>
      </p:sp>
      <p:sp>
        <p:nvSpPr>
          <p:cNvPr id="105" name="TextBox 104">
            <a:extLst>
              <a:ext uri="{FF2B5EF4-FFF2-40B4-BE49-F238E27FC236}">
                <a16:creationId xmlns:a16="http://schemas.microsoft.com/office/drawing/2014/main" id="{8B99D8A4-9741-8AE4-77E8-21366DE2625C}"/>
              </a:ext>
            </a:extLst>
          </p:cNvPr>
          <p:cNvSpPr txBox="1"/>
          <p:nvPr/>
        </p:nvSpPr>
        <p:spPr>
          <a:xfrm>
            <a:off x="9015323" y="2235103"/>
            <a:ext cx="784254" cy="276999"/>
          </a:xfrm>
          <a:prstGeom prst="rect">
            <a:avLst/>
          </a:prstGeom>
          <a:noFill/>
          <a:ln>
            <a:noFill/>
          </a:ln>
          <a:effectLst>
            <a:innerShdw blurRad="63500" dist="50800" dir="5400000">
              <a:prstClr val="black">
                <a:alpha val="50000"/>
              </a:prstClr>
            </a:innerShdw>
          </a:effectLst>
        </p:spPr>
        <p:txBody>
          <a:bodyPr wrap="square" rtlCol="0">
            <a:spAutoFit/>
          </a:bodyPr>
          <a:lstStyle/>
          <a:p>
            <a:pPr algn="ctr"/>
            <a:r>
              <a:rPr lang="en-IN" sz="1200" b="1"/>
              <a:t>% change</a:t>
            </a:r>
          </a:p>
        </p:txBody>
      </p:sp>
      <p:sp>
        <p:nvSpPr>
          <p:cNvPr id="107" name="TextBox 106">
            <a:extLst>
              <a:ext uri="{FF2B5EF4-FFF2-40B4-BE49-F238E27FC236}">
                <a16:creationId xmlns:a16="http://schemas.microsoft.com/office/drawing/2014/main" id="{9A4C08FB-A22C-FB4A-F6EA-01797C065490}"/>
              </a:ext>
            </a:extLst>
          </p:cNvPr>
          <p:cNvSpPr txBox="1"/>
          <p:nvPr/>
        </p:nvSpPr>
        <p:spPr>
          <a:xfrm>
            <a:off x="6297096" y="3401871"/>
            <a:ext cx="1702929" cy="461665"/>
          </a:xfrm>
          <a:prstGeom prst="rect">
            <a:avLst/>
          </a:prstGeom>
          <a:noFill/>
        </p:spPr>
        <p:txBody>
          <a:bodyPr wrap="square" rtlCol="0">
            <a:spAutoFit/>
          </a:bodyPr>
          <a:lstStyle/>
          <a:p>
            <a:pPr algn="ctr"/>
            <a:r>
              <a:rPr lang="en-IN" sz="1200" b="1"/>
              <a:t>Sales Decomposition-</a:t>
            </a:r>
            <a:br>
              <a:rPr lang="en-IN" sz="1200" b="1"/>
            </a:br>
            <a:r>
              <a:rPr lang="en-IN" sz="1200" b="1">
                <a:solidFill>
                  <a:srgbClr val="FFC000"/>
                </a:solidFill>
              </a:rPr>
              <a:t>Baseline</a:t>
            </a:r>
          </a:p>
        </p:txBody>
      </p:sp>
      <p:sp>
        <p:nvSpPr>
          <p:cNvPr id="108" name="TextBox 107">
            <a:extLst>
              <a:ext uri="{FF2B5EF4-FFF2-40B4-BE49-F238E27FC236}">
                <a16:creationId xmlns:a16="http://schemas.microsoft.com/office/drawing/2014/main" id="{2D9F344E-E9D3-E550-99E0-6C97FC132477}"/>
              </a:ext>
            </a:extLst>
          </p:cNvPr>
          <p:cNvSpPr txBox="1"/>
          <p:nvPr/>
        </p:nvSpPr>
        <p:spPr>
          <a:xfrm>
            <a:off x="8027308" y="3401871"/>
            <a:ext cx="1702929" cy="461665"/>
          </a:xfrm>
          <a:prstGeom prst="rect">
            <a:avLst/>
          </a:prstGeom>
          <a:noFill/>
        </p:spPr>
        <p:txBody>
          <a:bodyPr wrap="square" rtlCol="0">
            <a:spAutoFit/>
          </a:bodyPr>
          <a:lstStyle/>
          <a:p>
            <a:pPr algn="ctr"/>
            <a:r>
              <a:rPr lang="en-IN" sz="1200" b="1"/>
              <a:t>Sales Decomposition-</a:t>
            </a:r>
            <a:br>
              <a:rPr lang="en-IN" sz="1200" b="1"/>
            </a:br>
            <a:r>
              <a:rPr lang="en-IN" sz="1200" b="1">
                <a:solidFill>
                  <a:srgbClr val="ED7D31"/>
                </a:solidFill>
              </a:rPr>
              <a:t>Scenario</a:t>
            </a:r>
          </a:p>
        </p:txBody>
      </p:sp>
      <p:sp>
        <p:nvSpPr>
          <p:cNvPr id="110" name="TextBox 109">
            <a:extLst>
              <a:ext uri="{FF2B5EF4-FFF2-40B4-BE49-F238E27FC236}">
                <a16:creationId xmlns:a16="http://schemas.microsoft.com/office/drawing/2014/main" id="{E09BF841-112D-7D21-686D-B75D0E435590}"/>
              </a:ext>
            </a:extLst>
          </p:cNvPr>
          <p:cNvSpPr txBox="1"/>
          <p:nvPr/>
        </p:nvSpPr>
        <p:spPr>
          <a:xfrm>
            <a:off x="8044123" y="906750"/>
            <a:ext cx="1755454" cy="307777"/>
          </a:xfrm>
          <a:prstGeom prst="rect">
            <a:avLst/>
          </a:prstGeom>
          <a:noFill/>
          <a:ln>
            <a:noFill/>
          </a:ln>
          <a:effectLst>
            <a:innerShdw blurRad="63500" dist="50800" dir="5400000">
              <a:prstClr val="black">
                <a:alpha val="50000"/>
              </a:prstClr>
            </a:innerShdw>
          </a:effectLst>
        </p:spPr>
        <p:txBody>
          <a:bodyPr wrap="square" rtlCol="0">
            <a:spAutoFit/>
          </a:bodyPr>
          <a:lstStyle/>
          <a:p>
            <a:pPr algn="ctr"/>
            <a:r>
              <a:rPr lang="en-IN" sz="1400" b="1"/>
              <a:t>OUTPUT SECTION</a:t>
            </a:r>
          </a:p>
        </p:txBody>
      </p:sp>
      <p:sp>
        <p:nvSpPr>
          <p:cNvPr id="111" name="Rectangle 110">
            <a:extLst>
              <a:ext uri="{FF2B5EF4-FFF2-40B4-BE49-F238E27FC236}">
                <a16:creationId xmlns:a16="http://schemas.microsoft.com/office/drawing/2014/main" id="{CFDBDA9E-34E1-9EF5-AFF8-3A8619E3AB92}"/>
              </a:ext>
            </a:extLst>
          </p:cNvPr>
          <p:cNvSpPr/>
          <p:nvPr/>
        </p:nvSpPr>
        <p:spPr>
          <a:xfrm>
            <a:off x="6143117" y="3412351"/>
            <a:ext cx="3674342" cy="2062619"/>
          </a:xfrm>
          <a:prstGeom prst="rect">
            <a:avLst/>
          </a:prstGeom>
          <a:noFill/>
          <a:ln>
            <a:solidFill>
              <a:schemeClr val="bg1">
                <a:lumMod val="95000"/>
              </a:schemeClr>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TextBox 111">
            <a:extLst>
              <a:ext uri="{FF2B5EF4-FFF2-40B4-BE49-F238E27FC236}">
                <a16:creationId xmlns:a16="http://schemas.microsoft.com/office/drawing/2014/main" id="{B5AA6AC7-3637-7770-794D-CD4A58D734AB}"/>
              </a:ext>
            </a:extLst>
          </p:cNvPr>
          <p:cNvSpPr txBox="1"/>
          <p:nvPr/>
        </p:nvSpPr>
        <p:spPr>
          <a:xfrm>
            <a:off x="2661596" y="2225160"/>
            <a:ext cx="540723" cy="230833"/>
          </a:xfrm>
          <a:prstGeom prst="rect">
            <a:avLst/>
          </a:prstGeom>
          <a:noFill/>
        </p:spPr>
        <p:txBody>
          <a:bodyPr wrap="square" rtlCol="0">
            <a:spAutoFit/>
          </a:bodyPr>
          <a:lstStyle/>
          <a:p>
            <a:r>
              <a:rPr lang="en-IN" sz="900"/>
              <a:t>-100%</a:t>
            </a:r>
          </a:p>
        </p:txBody>
      </p:sp>
      <p:sp>
        <p:nvSpPr>
          <p:cNvPr id="113" name="TextBox 112">
            <a:extLst>
              <a:ext uri="{FF2B5EF4-FFF2-40B4-BE49-F238E27FC236}">
                <a16:creationId xmlns:a16="http://schemas.microsoft.com/office/drawing/2014/main" id="{980F7F6E-323A-65CE-5A90-ACBC6BCA2FD6}"/>
              </a:ext>
            </a:extLst>
          </p:cNvPr>
          <p:cNvSpPr txBox="1"/>
          <p:nvPr/>
        </p:nvSpPr>
        <p:spPr>
          <a:xfrm>
            <a:off x="4076465" y="2225159"/>
            <a:ext cx="513029" cy="230832"/>
          </a:xfrm>
          <a:prstGeom prst="rect">
            <a:avLst/>
          </a:prstGeom>
          <a:noFill/>
        </p:spPr>
        <p:txBody>
          <a:bodyPr wrap="square" rtlCol="0">
            <a:spAutoFit/>
          </a:bodyPr>
          <a:lstStyle/>
          <a:p>
            <a:r>
              <a:rPr lang="en-IN" sz="900"/>
              <a:t>+100%</a:t>
            </a:r>
          </a:p>
        </p:txBody>
      </p:sp>
      <p:sp>
        <p:nvSpPr>
          <p:cNvPr id="114" name="TextBox 113">
            <a:extLst>
              <a:ext uri="{FF2B5EF4-FFF2-40B4-BE49-F238E27FC236}">
                <a16:creationId xmlns:a16="http://schemas.microsoft.com/office/drawing/2014/main" id="{9A3F24E6-7DC5-4EBB-851E-5A15D740E4C6}"/>
              </a:ext>
            </a:extLst>
          </p:cNvPr>
          <p:cNvSpPr txBox="1"/>
          <p:nvPr/>
        </p:nvSpPr>
        <p:spPr>
          <a:xfrm>
            <a:off x="2661596" y="2697278"/>
            <a:ext cx="540723" cy="230833"/>
          </a:xfrm>
          <a:prstGeom prst="rect">
            <a:avLst/>
          </a:prstGeom>
          <a:noFill/>
        </p:spPr>
        <p:txBody>
          <a:bodyPr wrap="square" rtlCol="0">
            <a:spAutoFit/>
          </a:bodyPr>
          <a:lstStyle/>
          <a:p>
            <a:r>
              <a:rPr lang="en-IN" sz="900"/>
              <a:t>-100%</a:t>
            </a:r>
          </a:p>
        </p:txBody>
      </p:sp>
      <p:sp>
        <p:nvSpPr>
          <p:cNvPr id="115" name="TextBox 114">
            <a:extLst>
              <a:ext uri="{FF2B5EF4-FFF2-40B4-BE49-F238E27FC236}">
                <a16:creationId xmlns:a16="http://schemas.microsoft.com/office/drawing/2014/main" id="{8E302C81-0AD5-DDB0-F71E-BEF50DB8917B}"/>
              </a:ext>
            </a:extLst>
          </p:cNvPr>
          <p:cNvSpPr txBox="1"/>
          <p:nvPr/>
        </p:nvSpPr>
        <p:spPr>
          <a:xfrm>
            <a:off x="4076465" y="2697277"/>
            <a:ext cx="513029" cy="230832"/>
          </a:xfrm>
          <a:prstGeom prst="rect">
            <a:avLst/>
          </a:prstGeom>
          <a:noFill/>
        </p:spPr>
        <p:txBody>
          <a:bodyPr wrap="square" rtlCol="0">
            <a:spAutoFit/>
          </a:bodyPr>
          <a:lstStyle/>
          <a:p>
            <a:r>
              <a:rPr lang="en-IN" sz="900"/>
              <a:t>+100%</a:t>
            </a:r>
          </a:p>
        </p:txBody>
      </p:sp>
      <p:sp>
        <p:nvSpPr>
          <p:cNvPr id="116" name="TextBox 115">
            <a:extLst>
              <a:ext uri="{FF2B5EF4-FFF2-40B4-BE49-F238E27FC236}">
                <a16:creationId xmlns:a16="http://schemas.microsoft.com/office/drawing/2014/main" id="{431AE13C-E2A9-9550-A29B-2F68D9917B2F}"/>
              </a:ext>
            </a:extLst>
          </p:cNvPr>
          <p:cNvSpPr txBox="1"/>
          <p:nvPr/>
        </p:nvSpPr>
        <p:spPr>
          <a:xfrm>
            <a:off x="2661596" y="3188265"/>
            <a:ext cx="540723" cy="230833"/>
          </a:xfrm>
          <a:prstGeom prst="rect">
            <a:avLst/>
          </a:prstGeom>
          <a:noFill/>
        </p:spPr>
        <p:txBody>
          <a:bodyPr wrap="square" rtlCol="0">
            <a:spAutoFit/>
          </a:bodyPr>
          <a:lstStyle/>
          <a:p>
            <a:r>
              <a:rPr lang="en-IN" sz="900"/>
              <a:t>-100%</a:t>
            </a:r>
          </a:p>
        </p:txBody>
      </p:sp>
      <p:sp>
        <p:nvSpPr>
          <p:cNvPr id="117" name="TextBox 116">
            <a:extLst>
              <a:ext uri="{FF2B5EF4-FFF2-40B4-BE49-F238E27FC236}">
                <a16:creationId xmlns:a16="http://schemas.microsoft.com/office/drawing/2014/main" id="{3343F941-100A-FFE3-A389-35D39F0B1A29}"/>
              </a:ext>
            </a:extLst>
          </p:cNvPr>
          <p:cNvSpPr txBox="1"/>
          <p:nvPr/>
        </p:nvSpPr>
        <p:spPr>
          <a:xfrm>
            <a:off x="4076465" y="3188264"/>
            <a:ext cx="513029" cy="230832"/>
          </a:xfrm>
          <a:prstGeom prst="rect">
            <a:avLst/>
          </a:prstGeom>
          <a:noFill/>
        </p:spPr>
        <p:txBody>
          <a:bodyPr wrap="square" rtlCol="0">
            <a:spAutoFit/>
          </a:bodyPr>
          <a:lstStyle/>
          <a:p>
            <a:r>
              <a:rPr lang="en-IN" sz="900"/>
              <a:t>+100%</a:t>
            </a:r>
          </a:p>
        </p:txBody>
      </p:sp>
      <p:sp>
        <p:nvSpPr>
          <p:cNvPr id="118" name="TextBox 117">
            <a:extLst>
              <a:ext uri="{FF2B5EF4-FFF2-40B4-BE49-F238E27FC236}">
                <a16:creationId xmlns:a16="http://schemas.microsoft.com/office/drawing/2014/main" id="{7B11D624-7809-FB56-DF8A-9876AC7A63E5}"/>
              </a:ext>
            </a:extLst>
          </p:cNvPr>
          <p:cNvSpPr txBox="1"/>
          <p:nvPr/>
        </p:nvSpPr>
        <p:spPr>
          <a:xfrm>
            <a:off x="2661596" y="3737611"/>
            <a:ext cx="540723" cy="230833"/>
          </a:xfrm>
          <a:prstGeom prst="rect">
            <a:avLst/>
          </a:prstGeom>
          <a:noFill/>
        </p:spPr>
        <p:txBody>
          <a:bodyPr wrap="square" rtlCol="0">
            <a:spAutoFit/>
          </a:bodyPr>
          <a:lstStyle/>
          <a:p>
            <a:r>
              <a:rPr lang="en-IN" sz="900"/>
              <a:t>-100%</a:t>
            </a:r>
          </a:p>
        </p:txBody>
      </p:sp>
      <p:sp>
        <p:nvSpPr>
          <p:cNvPr id="119" name="TextBox 118">
            <a:extLst>
              <a:ext uri="{FF2B5EF4-FFF2-40B4-BE49-F238E27FC236}">
                <a16:creationId xmlns:a16="http://schemas.microsoft.com/office/drawing/2014/main" id="{DC46CC4F-701C-EBF5-38D0-B2CCF5E13511}"/>
              </a:ext>
            </a:extLst>
          </p:cNvPr>
          <p:cNvSpPr txBox="1"/>
          <p:nvPr/>
        </p:nvSpPr>
        <p:spPr>
          <a:xfrm>
            <a:off x="4076465" y="3737610"/>
            <a:ext cx="513029" cy="230832"/>
          </a:xfrm>
          <a:prstGeom prst="rect">
            <a:avLst/>
          </a:prstGeom>
          <a:noFill/>
        </p:spPr>
        <p:txBody>
          <a:bodyPr wrap="square" rtlCol="0">
            <a:spAutoFit/>
          </a:bodyPr>
          <a:lstStyle/>
          <a:p>
            <a:r>
              <a:rPr lang="en-IN" sz="900"/>
              <a:t>+100%</a:t>
            </a:r>
          </a:p>
        </p:txBody>
      </p:sp>
      <p:sp>
        <p:nvSpPr>
          <p:cNvPr id="120" name="TextBox 119">
            <a:extLst>
              <a:ext uri="{FF2B5EF4-FFF2-40B4-BE49-F238E27FC236}">
                <a16:creationId xmlns:a16="http://schemas.microsoft.com/office/drawing/2014/main" id="{7A949DF5-E167-62A3-985F-BBA95222CC08}"/>
              </a:ext>
            </a:extLst>
          </p:cNvPr>
          <p:cNvSpPr txBox="1"/>
          <p:nvPr/>
        </p:nvSpPr>
        <p:spPr>
          <a:xfrm>
            <a:off x="2661596" y="4235840"/>
            <a:ext cx="540723" cy="230833"/>
          </a:xfrm>
          <a:prstGeom prst="rect">
            <a:avLst/>
          </a:prstGeom>
          <a:noFill/>
        </p:spPr>
        <p:txBody>
          <a:bodyPr wrap="square" rtlCol="0">
            <a:spAutoFit/>
          </a:bodyPr>
          <a:lstStyle/>
          <a:p>
            <a:r>
              <a:rPr lang="en-IN" sz="900"/>
              <a:t>-100%</a:t>
            </a:r>
          </a:p>
        </p:txBody>
      </p:sp>
      <p:sp>
        <p:nvSpPr>
          <p:cNvPr id="121" name="TextBox 120">
            <a:extLst>
              <a:ext uri="{FF2B5EF4-FFF2-40B4-BE49-F238E27FC236}">
                <a16:creationId xmlns:a16="http://schemas.microsoft.com/office/drawing/2014/main" id="{B3F84613-552F-39B1-B184-401178242700}"/>
              </a:ext>
            </a:extLst>
          </p:cNvPr>
          <p:cNvSpPr txBox="1"/>
          <p:nvPr/>
        </p:nvSpPr>
        <p:spPr>
          <a:xfrm>
            <a:off x="4076465" y="4235839"/>
            <a:ext cx="513029" cy="230832"/>
          </a:xfrm>
          <a:prstGeom prst="rect">
            <a:avLst/>
          </a:prstGeom>
          <a:noFill/>
        </p:spPr>
        <p:txBody>
          <a:bodyPr wrap="square" rtlCol="0">
            <a:spAutoFit/>
          </a:bodyPr>
          <a:lstStyle/>
          <a:p>
            <a:r>
              <a:rPr lang="en-IN" sz="900"/>
              <a:t>+100%</a:t>
            </a:r>
          </a:p>
        </p:txBody>
      </p:sp>
      <p:sp>
        <p:nvSpPr>
          <p:cNvPr id="122" name="TextBox 121">
            <a:extLst>
              <a:ext uri="{FF2B5EF4-FFF2-40B4-BE49-F238E27FC236}">
                <a16:creationId xmlns:a16="http://schemas.microsoft.com/office/drawing/2014/main" id="{043EF9F2-632E-DF5E-0C30-A06EDD1DCD31}"/>
              </a:ext>
            </a:extLst>
          </p:cNvPr>
          <p:cNvSpPr txBox="1"/>
          <p:nvPr/>
        </p:nvSpPr>
        <p:spPr>
          <a:xfrm>
            <a:off x="2661596" y="4711939"/>
            <a:ext cx="540723" cy="230833"/>
          </a:xfrm>
          <a:prstGeom prst="rect">
            <a:avLst/>
          </a:prstGeom>
          <a:noFill/>
        </p:spPr>
        <p:txBody>
          <a:bodyPr wrap="square" rtlCol="0">
            <a:spAutoFit/>
          </a:bodyPr>
          <a:lstStyle/>
          <a:p>
            <a:r>
              <a:rPr lang="en-IN" sz="900"/>
              <a:t>-100%</a:t>
            </a:r>
          </a:p>
        </p:txBody>
      </p:sp>
      <p:sp>
        <p:nvSpPr>
          <p:cNvPr id="123" name="TextBox 122">
            <a:extLst>
              <a:ext uri="{FF2B5EF4-FFF2-40B4-BE49-F238E27FC236}">
                <a16:creationId xmlns:a16="http://schemas.microsoft.com/office/drawing/2014/main" id="{9000494D-8EC0-E8C1-3A33-E987D4F90F85}"/>
              </a:ext>
            </a:extLst>
          </p:cNvPr>
          <p:cNvSpPr txBox="1"/>
          <p:nvPr/>
        </p:nvSpPr>
        <p:spPr>
          <a:xfrm>
            <a:off x="4076465" y="4711938"/>
            <a:ext cx="513029" cy="230832"/>
          </a:xfrm>
          <a:prstGeom prst="rect">
            <a:avLst/>
          </a:prstGeom>
          <a:noFill/>
        </p:spPr>
        <p:txBody>
          <a:bodyPr wrap="square" rtlCol="0">
            <a:spAutoFit/>
          </a:bodyPr>
          <a:lstStyle/>
          <a:p>
            <a:r>
              <a:rPr lang="en-IN" sz="900"/>
              <a:t>+100%</a:t>
            </a:r>
          </a:p>
        </p:txBody>
      </p:sp>
      <p:sp>
        <p:nvSpPr>
          <p:cNvPr id="125" name="TextBox 124">
            <a:extLst>
              <a:ext uri="{FF2B5EF4-FFF2-40B4-BE49-F238E27FC236}">
                <a16:creationId xmlns:a16="http://schemas.microsoft.com/office/drawing/2014/main" id="{7B0E09C4-E2DF-0E80-2460-5712C360E8F7}"/>
              </a:ext>
            </a:extLst>
          </p:cNvPr>
          <p:cNvSpPr txBox="1"/>
          <p:nvPr/>
        </p:nvSpPr>
        <p:spPr>
          <a:xfrm>
            <a:off x="216165" y="915496"/>
            <a:ext cx="1333990" cy="307777"/>
          </a:xfrm>
          <a:prstGeom prst="rect">
            <a:avLst/>
          </a:prstGeom>
          <a:noFill/>
          <a:ln>
            <a:noFill/>
          </a:ln>
          <a:effectLst>
            <a:innerShdw blurRad="63500" dist="50800" dir="5400000">
              <a:prstClr val="black">
                <a:alpha val="50000"/>
              </a:prstClr>
            </a:innerShdw>
          </a:effectLst>
        </p:spPr>
        <p:txBody>
          <a:bodyPr wrap="square" rtlCol="0">
            <a:spAutoFit/>
          </a:bodyPr>
          <a:lstStyle/>
          <a:p>
            <a:pPr algn="ctr"/>
            <a:r>
              <a:rPr lang="en-IN" sz="1400" b="1"/>
              <a:t>PPG Level</a:t>
            </a:r>
          </a:p>
        </p:txBody>
      </p:sp>
      <p:grpSp>
        <p:nvGrpSpPr>
          <p:cNvPr id="128" name="Group 127">
            <a:extLst>
              <a:ext uri="{FF2B5EF4-FFF2-40B4-BE49-F238E27FC236}">
                <a16:creationId xmlns:a16="http://schemas.microsoft.com/office/drawing/2014/main" id="{EDCCAEAE-3F06-508B-ECB2-A40168C64DA4}"/>
              </a:ext>
            </a:extLst>
          </p:cNvPr>
          <p:cNvGrpSpPr/>
          <p:nvPr/>
        </p:nvGrpSpPr>
        <p:grpSpPr>
          <a:xfrm>
            <a:off x="5267617" y="5023252"/>
            <a:ext cx="993105" cy="507831"/>
            <a:chOff x="5341872" y="676335"/>
            <a:chExt cx="993105" cy="507831"/>
          </a:xfrm>
        </p:grpSpPr>
        <p:sp>
          <p:nvSpPr>
            <p:cNvPr id="126" name="Callout: Line 125">
              <a:extLst>
                <a:ext uri="{FF2B5EF4-FFF2-40B4-BE49-F238E27FC236}">
                  <a16:creationId xmlns:a16="http://schemas.microsoft.com/office/drawing/2014/main" id="{B9AC2C7C-352D-B971-35DE-6E8474277850}"/>
                </a:ext>
              </a:extLst>
            </p:cNvPr>
            <p:cNvSpPr/>
            <p:nvPr/>
          </p:nvSpPr>
          <p:spPr>
            <a:xfrm>
              <a:off x="5384690" y="715425"/>
              <a:ext cx="892919" cy="451815"/>
            </a:xfrm>
            <a:prstGeom prst="borderCallout1">
              <a:avLst>
                <a:gd name="adj1" fmla="val 39363"/>
                <a:gd name="adj2" fmla="val -5488"/>
                <a:gd name="adj3" fmla="val -66222"/>
                <a:gd name="adj4" fmla="val -16607"/>
              </a:avLst>
            </a:prstGeom>
            <a:noFill/>
            <a:ln>
              <a:solidFill>
                <a:srgbClr val="CF85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TextBox 126">
              <a:extLst>
                <a:ext uri="{FF2B5EF4-FFF2-40B4-BE49-F238E27FC236}">
                  <a16:creationId xmlns:a16="http://schemas.microsoft.com/office/drawing/2014/main" id="{097FB03D-BAF3-D68B-59A2-3C076A996B71}"/>
                </a:ext>
              </a:extLst>
            </p:cNvPr>
            <p:cNvSpPr txBox="1"/>
            <p:nvPr/>
          </p:nvSpPr>
          <p:spPr>
            <a:xfrm>
              <a:off x="5341872" y="676335"/>
              <a:ext cx="993105" cy="507831"/>
            </a:xfrm>
            <a:prstGeom prst="rect">
              <a:avLst/>
            </a:prstGeom>
            <a:noFill/>
          </p:spPr>
          <p:txBody>
            <a:bodyPr wrap="square" rtlCol="0">
              <a:spAutoFit/>
            </a:bodyPr>
            <a:lstStyle/>
            <a:p>
              <a:pPr algn="ctr"/>
              <a:r>
                <a:rPr lang="en-IN" sz="900"/>
                <a:t>Set the scenario value for variables</a:t>
              </a:r>
            </a:p>
          </p:txBody>
        </p:sp>
      </p:grpSp>
      <p:grpSp>
        <p:nvGrpSpPr>
          <p:cNvPr id="129" name="Group 128">
            <a:extLst>
              <a:ext uri="{FF2B5EF4-FFF2-40B4-BE49-F238E27FC236}">
                <a16:creationId xmlns:a16="http://schemas.microsoft.com/office/drawing/2014/main" id="{FE293EC4-9062-8E45-7121-41BC8F3A5C78}"/>
              </a:ext>
            </a:extLst>
          </p:cNvPr>
          <p:cNvGrpSpPr/>
          <p:nvPr/>
        </p:nvGrpSpPr>
        <p:grpSpPr>
          <a:xfrm>
            <a:off x="1254410" y="5128071"/>
            <a:ext cx="993105" cy="511641"/>
            <a:chOff x="5373260" y="676006"/>
            <a:chExt cx="993105" cy="511641"/>
          </a:xfrm>
        </p:grpSpPr>
        <p:sp>
          <p:nvSpPr>
            <p:cNvPr id="130" name="Callout: Line 129">
              <a:extLst>
                <a:ext uri="{FF2B5EF4-FFF2-40B4-BE49-F238E27FC236}">
                  <a16:creationId xmlns:a16="http://schemas.microsoft.com/office/drawing/2014/main" id="{55CD0887-7D0D-A6ED-C3C9-E0463756F1F1}"/>
                </a:ext>
              </a:extLst>
            </p:cNvPr>
            <p:cNvSpPr/>
            <p:nvPr/>
          </p:nvSpPr>
          <p:spPr>
            <a:xfrm>
              <a:off x="5384690" y="676006"/>
              <a:ext cx="892919" cy="451815"/>
            </a:xfrm>
            <a:prstGeom prst="borderCallout1">
              <a:avLst>
                <a:gd name="adj1" fmla="val -645"/>
                <a:gd name="adj2" fmla="val 54249"/>
                <a:gd name="adj3" fmla="val -59195"/>
                <a:gd name="adj4" fmla="val 97603"/>
              </a:avLst>
            </a:prstGeom>
            <a:noFill/>
            <a:ln>
              <a:solidFill>
                <a:srgbClr val="CF85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1" name="TextBox 130">
              <a:extLst>
                <a:ext uri="{FF2B5EF4-FFF2-40B4-BE49-F238E27FC236}">
                  <a16:creationId xmlns:a16="http://schemas.microsoft.com/office/drawing/2014/main" id="{860BA6DA-4405-61FE-085E-DA86B22F5627}"/>
                </a:ext>
              </a:extLst>
            </p:cNvPr>
            <p:cNvSpPr txBox="1"/>
            <p:nvPr/>
          </p:nvSpPr>
          <p:spPr>
            <a:xfrm>
              <a:off x="5373260" y="679816"/>
              <a:ext cx="993105" cy="507831"/>
            </a:xfrm>
            <a:prstGeom prst="rect">
              <a:avLst/>
            </a:prstGeom>
            <a:noFill/>
          </p:spPr>
          <p:txBody>
            <a:bodyPr wrap="square" rtlCol="0">
              <a:spAutoFit/>
            </a:bodyPr>
            <a:lstStyle/>
            <a:p>
              <a:pPr algn="ctr"/>
              <a:r>
                <a:rPr lang="en-IN" sz="900"/>
                <a:t>Baseline Values calculated for last 12 months</a:t>
              </a:r>
            </a:p>
          </p:txBody>
        </p:sp>
      </p:grpSp>
      <p:grpSp>
        <p:nvGrpSpPr>
          <p:cNvPr id="132" name="Group 131">
            <a:extLst>
              <a:ext uri="{FF2B5EF4-FFF2-40B4-BE49-F238E27FC236}">
                <a16:creationId xmlns:a16="http://schemas.microsoft.com/office/drawing/2014/main" id="{12CCCE5F-FAC7-D68E-7F27-849D972D4595}"/>
              </a:ext>
            </a:extLst>
          </p:cNvPr>
          <p:cNvGrpSpPr/>
          <p:nvPr/>
        </p:nvGrpSpPr>
        <p:grpSpPr>
          <a:xfrm>
            <a:off x="4090528" y="4941011"/>
            <a:ext cx="993105" cy="524533"/>
            <a:chOff x="5300126" y="676006"/>
            <a:chExt cx="993105" cy="524533"/>
          </a:xfrm>
        </p:grpSpPr>
        <p:sp>
          <p:nvSpPr>
            <p:cNvPr id="133" name="Callout: Line 132">
              <a:extLst>
                <a:ext uri="{FF2B5EF4-FFF2-40B4-BE49-F238E27FC236}">
                  <a16:creationId xmlns:a16="http://schemas.microsoft.com/office/drawing/2014/main" id="{513DC024-3044-D102-C49F-76E3D70FBBD0}"/>
                </a:ext>
              </a:extLst>
            </p:cNvPr>
            <p:cNvSpPr/>
            <p:nvPr/>
          </p:nvSpPr>
          <p:spPr>
            <a:xfrm>
              <a:off x="5384690" y="676006"/>
              <a:ext cx="892919" cy="451815"/>
            </a:xfrm>
            <a:prstGeom prst="borderCallout1">
              <a:avLst>
                <a:gd name="adj1" fmla="val 22405"/>
                <a:gd name="adj2" fmla="val -6010"/>
                <a:gd name="adj3" fmla="val 66733"/>
                <a:gd name="adj4" fmla="val -41379"/>
              </a:avLst>
            </a:prstGeom>
            <a:noFill/>
            <a:ln>
              <a:solidFill>
                <a:srgbClr val="CF85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4" name="TextBox 133">
              <a:extLst>
                <a:ext uri="{FF2B5EF4-FFF2-40B4-BE49-F238E27FC236}">
                  <a16:creationId xmlns:a16="http://schemas.microsoft.com/office/drawing/2014/main" id="{B3E3AD5A-77FB-23C5-DDC4-B5C9F267038F}"/>
                </a:ext>
              </a:extLst>
            </p:cNvPr>
            <p:cNvSpPr txBox="1"/>
            <p:nvPr/>
          </p:nvSpPr>
          <p:spPr>
            <a:xfrm>
              <a:off x="5300126" y="692708"/>
              <a:ext cx="993105" cy="507831"/>
            </a:xfrm>
            <a:prstGeom prst="rect">
              <a:avLst/>
            </a:prstGeom>
            <a:noFill/>
          </p:spPr>
          <p:txBody>
            <a:bodyPr wrap="square" rtlCol="0">
              <a:spAutoFit/>
            </a:bodyPr>
            <a:lstStyle/>
            <a:p>
              <a:pPr algn="ctr"/>
              <a:r>
                <a:rPr lang="en-IN" sz="900"/>
                <a:t>Press “Simulate” for future outcomes</a:t>
              </a:r>
            </a:p>
          </p:txBody>
        </p:sp>
      </p:grpSp>
      <p:sp>
        <p:nvSpPr>
          <p:cNvPr id="139" name="Title 1">
            <a:extLst>
              <a:ext uri="{FF2B5EF4-FFF2-40B4-BE49-F238E27FC236}">
                <a16:creationId xmlns:a16="http://schemas.microsoft.com/office/drawing/2014/main" id="{69D23A9B-8295-9A62-5B11-6AC156C0E76A}"/>
              </a:ext>
            </a:extLst>
          </p:cNvPr>
          <p:cNvSpPr txBox="1">
            <a:spLocks/>
          </p:cNvSpPr>
          <p:nvPr/>
        </p:nvSpPr>
        <p:spPr>
          <a:xfrm>
            <a:off x="149547" y="278557"/>
            <a:ext cx="10007323" cy="533193"/>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400">
                <a:latin typeface="Avenir Next"/>
                <a:ea typeface="+mj-ea"/>
                <a:cs typeface="+mj-cs"/>
              </a:defRPr>
            </a:lvl1pPr>
          </a:lstStyle>
          <a:p>
            <a:r>
              <a:rPr lang="en-US" sz="2000"/>
              <a:t>From What-If to What Matters: Forecasting Sales with Simulation</a:t>
            </a:r>
            <a:endParaRPr lang="en-IN" sz="2000"/>
          </a:p>
        </p:txBody>
      </p:sp>
      <p:graphicFrame>
        <p:nvGraphicFramePr>
          <p:cNvPr id="144" name="Chart 143">
            <a:extLst>
              <a:ext uri="{FF2B5EF4-FFF2-40B4-BE49-F238E27FC236}">
                <a16:creationId xmlns:a16="http://schemas.microsoft.com/office/drawing/2014/main" id="{B297F4EA-E391-DC95-DDEE-9F9B6DF46C14}"/>
              </a:ext>
            </a:extLst>
          </p:cNvPr>
          <p:cNvGraphicFramePr/>
          <p:nvPr>
            <p:extLst>
              <p:ext uri="{D42A27DB-BD31-4B8C-83A1-F6EECF244321}">
                <p14:modId xmlns:p14="http://schemas.microsoft.com/office/powerpoint/2010/main" val="578160287"/>
              </p:ext>
            </p:extLst>
          </p:nvPr>
        </p:nvGraphicFramePr>
        <p:xfrm>
          <a:off x="6235563" y="3804978"/>
          <a:ext cx="1914248" cy="172113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5" name="Chart 144">
            <a:extLst>
              <a:ext uri="{FF2B5EF4-FFF2-40B4-BE49-F238E27FC236}">
                <a16:creationId xmlns:a16="http://schemas.microsoft.com/office/drawing/2014/main" id="{5C43D45D-40C1-BAD1-062F-199B52E1B711}"/>
              </a:ext>
            </a:extLst>
          </p:cNvPr>
          <p:cNvGraphicFramePr/>
          <p:nvPr/>
        </p:nvGraphicFramePr>
        <p:xfrm>
          <a:off x="7932366" y="3863536"/>
          <a:ext cx="1914248" cy="1721139"/>
        </p:xfrm>
        <a:graphic>
          <a:graphicData uri="http://schemas.openxmlformats.org/drawingml/2006/chart">
            <c:chart xmlns:c="http://schemas.openxmlformats.org/drawingml/2006/chart" xmlns:r="http://schemas.openxmlformats.org/officeDocument/2006/relationships" r:id="rId3"/>
          </a:graphicData>
        </a:graphic>
      </p:graphicFrame>
      <p:sp>
        <p:nvSpPr>
          <p:cNvPr id="148" name="Rectangle: Rounded Corners 147">
            <a:extLst>
              <a:ext uri="{FF2B5EF4-FFF2-40B4-BE49-F238E27FC236}">
                <a16:creationId xmlns:a16="http://schemas.microsoft.com/office/drawing/2014/main" id="{4BDA9041-3E9C-55AA-9763-593D1DD81B46}"/>
              </a:ext>
            </a:extLst>
          </p:cNvPr>
          <p:cNvSpPr/>
          <p:nvPr/>
        </p:nvSpPr>
        <p:spPr>
          <a:xfrm>
            <a:off x="210013" y="5663987"/>
            <a:ext cx="9618876" cy="612785"/>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b="1"/>
          </a:p>
        </p:txBody>
      </p:sp>
      <p:sp>
        <p:nvSpPr>
          <p:cNvPr id="149" name="Rectangle 1">
            <a:extLst>
              <a:ext uri="{FF2B5EF4-FFF2-40B4-BE49-F238E27FC236}">
                <a16:creationId xmlns:a16="http://schemas.microsoft.com/office/drawing/2014/main" id="{31FF3AF0-DE83-7E6D-F0C6-2E2A8B250EDF}"/>
              </a:ext>
            </a:extLst>
          </p:cNvPr>
          <p:cNvSpPr>
            <a:spLocks noChangeArrowheads="1"/>
          </p:cNvSpPr>
          <p:nvPr/>
        </p:nvSpPr>
        <p:spPr bwMode="auto">
          <a:xfrm>
            <a:off x="286873" y="5733564"/>
            <a:ext cx="91161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1200" b="1"/>
          </a:p>
        </p:txBody>
      </p:sp>
      <p:sp>
        <p:nvSpPr>
          <p:cNvPr id="150" name="TextBox 149">
            <a:extLst>
              <a:ext uri="{FF2B5EF4-FFF2-40B4-BE49-F238E27FC236}">
                <a16:creationId xmlns:a16="http://schemas.microsoft.com/office/drawing/2014/main" id="{C462A3AC-4E67-D4AF-9A99-BE940496BE93}"/>
              </a:ext>
            </a:extLst>
          </p:cNvPr>
          <p:cNvSpPr txBox="1"/>
          <p:nvPr/>
        </p:nvSpPr>
        <p:spPr>
          <a:xfrm>
            <a:off x="256043" y="5764978"/>
            <a:ext cx="9317531" cy="461665"/>
          </a:xfrm>
          <a:prstGeom prst="rect">
            <a:avLst/>
          </a:prstGeom>
          <a:noFill/>
        </p:spPr>
        <p:txBody>
          <a:bodyPr wrap="square" rtlCol="0">
            <a:spAutoFit/>
          </a:bodyPr>
          <a:lstStyle/>
          <a:p>
            <a:pPr algn="ctr"/>
            <a:r>
              <a:rPr lang="en-US" sz="1200">
                <a:solidFill>
                  <a:schemeClr val="bg1">
                    <a:lumMod val="50000"/>
                  </a:schemeClr>
                </a:solidFill>
              </a:rPr>
              <a:t>The scenario planner quantifies the ROI of key commercial levers—like </a:t>
            </a:r>
            <a:r>
              <a:rPr lang="en-US" sz="1200" b="1">
                <a:solidFill>
                  <a:schemeClr val="bg1">
                    <a:lumMod val="50000"/>
                  </a:schemeClr>
                </a:solidFill>
              </a:rPr>
              <a:t>media, pricing, and promo spend</a:t>
            </a:r>
            <a:r>
              <a:rPr lang="en-US" sz="1200">
                <a:solidFill>
                  <a:schemeClr val="bg1">
                    <a:lumMod val="50000"/>
                  </a:schemeClr>
                </a:solidFill>
              </a:rPr>
              <a:t>—by simulating their </a:t>
            </a:r>
            <a:r>
              <a:rPr lang="en-US" sz="1200" b="1">
                <a:solidFill>
                  <a:schemeClr val="bg1">
                    <a:lumMod val="50000"/>
                  </a:schemeClr>
                </a:solidFill>
              </a:rPr>
              <a:t>impact on sales</a:t>
            </a:r>
            <a:r>
              <a:rPr lang="en-US" sz="1200">
                <a:solidFill>
                  <a:schemeClr val="bg1">
                    <a:lumMod val="50000"/>
                  </a:schemeClr>
                </a:solidFill>
              </a:rPr>
              <a:t>. Stakeholders can adjust inputs in real time to visualize outcomes and make data-backed investment decisions</a:t>
            </a:r>
            <a:endParaRPr lang="en-IN" sz="1200">
              <a:solidFill>
                <a:schemeClr val="bg1">
                  <a:lumMod val="50000"/>
                </a:schemeClr>
              </a:solidFill>
            </a:endParaRPr>
          </a:p>
        </p:txBody>
      </p:sp>
      <p:sp>
        <p:nvSpPr>
          <p:cNvPr id="151" name="Rectangle 150">
            <a:extLst>
              <a:ext uri="{FF2B5EF4-FFF2-40B4-BE49-F238E27FC236}">
                <a16:creationId xmlns:a16="http://schemas.microsoft.com/office/drawing/2014/main" id="{B4E5C664-41DA-80BC-6838-FD5B73511E2D}"/>
              </a:ext>
            </a:extLst>
          </p:cNvPr>
          <p:cNvSpPr/>
          <p:nvPr/>
        </p:nvSpPr>
        <p:spPr>
          <a:xfrm>
            <a:off x="9127123" y="1663468"/>
            <a:ext cx="603116" cy="347346"/>
          </a:xfrm>
          <a:prstGeom prst="rect">
            <a:avLst/>
          </a:prstGeom>
          <a:solidFill>
            <a:srgbClr val="DE8F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a:t>2%</a:t>
            </a:r>
          </a:p>
        </p:txBody>
      </p:sp>
      <p:sp>
        <p:nvSpPr>
          <p:cNvPr id="2" name="TextBox 1">
            <a:extLst>
              <a:ext uri="{FF2B5EF4-FFF2-40B4-BE49-F238E27FC236}">
                <a16:creationId xmlns:a16="http://schemas.microsoft.com/office/drawing/2014/main" id="{7840B98E-FDAE-4B2B-B315-4C6B2C1BCE98}"/>
              </a:ext>
            </a:extLst>
          </p:cNvPr>
          <p:cNvSpPr txBox="1"/>
          <p:nvPr/>
        </p:nvSpPr>
        <p:spPr>
          <a:xfrm>
            <a:off x="9065491" y="6626951"/>
            <a:ext cx="3187469" cy="21544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lang="en-US" sz="800" i="1"/>
              <a:t>*All figures shown are indicative and intended solely for representation</a:t>
            </a:r>
            <a:endParaRPr lang="en-US" altLang="en-US" sz="800" i="1"/>
          </a:p>
        </p:txBody>
      </p:sp>
      <p:sp>
        <p:nvSpPr>
          <p:cNvPr id="16" name="Right Brace 15">
            <a:extLst>
              <a:ext uri="{FF2B5EF4-FFF2-40B4-BE49-F238E27FC236}">
                <a16:creationId xmlns:a16="http://schemas.microsoft.com/office/drawing/2014/main" id="{53B40003-592D-1FD4-76CA-E7C55985E042}"/>
              </a:ext>
            </a:extLst>
          </p:cNvPr>
          <p:cNvSpPr/>
          <p:nvPr/>
        </p:nvSpPr>
        <p:spPr>
          <a:xfrm>
            <a:off x="10069648" y="524997"/>
            <a:ext cx="185957" cy="5975158"/>
          </a:xfrm>
          <a:prstGeom prst="rightBrace">
            <a:avLst/>
          </a:prstGeom>
          <a:ln>
            <a:solidFill>
              <a:srgbClr val="FBA239"/>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5" name="Rectangle 34">
            <a:extLst>
              <a:ext uri="{FF2B5EF4-FFF2-40B4-BE49-F238E27FC236}">
                <a16:creationId xmlns:a16="http://schemas.microsoft.com/office/drawing/2014/main" id="{F4415BDA-A3BE-CD86-9F72-262EF6970233}"/>
              </a:ext>
            </a:extLst>
          </p:cNvPr>
          <p:cNvSpPr/>
          <p:nvPr/>
        </p:nvSpPr>
        <p:spPr>
          <a:xfrm>
            <a:off x="112449" y="101647"/>
            <a:ext cx="1850065" cy="2445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5. Simulation &amp; Optimization</a:t>
            </a:r>
          </a:p>
        </p:txBody>
      </p:sp>
      <p:sp>
        <p:nvSpPr>
          <p:cNvPr id="9" name="Rectangle 8">
            <a:extLst>
              <a:ext uri="{FF2B5EF4-FFF2-40B4-BE49-F238E27FC236}">
                <a16:creationId xmlns:a16="http://schemas.microsoft.com/office/drawing/2014/main" id="{B7004F23-DAA8-858C-1DD7-401F5DEF08B1}"/>
              </a:ext>
            </a:extLst>
          </p:cNvPr>
          <p:cNvSpPr/>
          <p:nvPr/>
        </p:nvSpPr>
        <p:spPr>
          <a:xfrm>
            <a:off x="7928869" y="601149"/>
            <a:ext cx="1801368" cy="278280"/>
          </a:xfrm>
          <a:prstGeom prst="rect">
            <a:avLst/>
          </a:prstGeom>
          <a:solidFill>
            <a:srgbClr val="F196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Illustrative</a:t>
            </a:r>
          </a:p>
        </p:txBody>
      </p:sp>
    </p:spTree>
    <p:extLst>
      <p:ext uri="{BB962C8B-B14F-4D97-AF65-F5344CB8AC3E}">
        <p14:creationId xmlns:p14="http://schemas.microsoft.com/office/powerpoint/2010/main" val="2545403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2CA58-9468-7B5C-F82A-4A3A0798ACF4}"/>
            </a:ext>
          </a:extLst>
        </p:cNvPr>
        <p:cNvGrpSpPr/>
        <p:nvPr/>
      </p:nvGrpSpPr>
      <p:grpSpPr>
        <a:xfrm>
          <a:off x="0" y="0"/>
          <a:ext cx="0" cy="0"/>
          <a:chOff x="0" y="0"/>
          <a:chExt cx="0" cy="0"/>
        </a:xfrm>
      </p:grpSpPr>
      <p:sp>
        <p:nvSpPr>
          <p:cNvPr id="27" name="Title 2">
            <a:extLst>
              <a:ext uri="{FF2B5EF4-FFF2-40B4-BE49-F238E27FC236}">
                <a16:creationId xmlns:a16="http://schemas.microsoft.com/office/drawing/2014/main" id="{943D8980-34A0-80C2-527A-F85966592D43}"/>
              </a:ext>
            </a:extLst>
          </p:cNvPr>
          <p:cNvSpPr>
            <a:spLocks noGrp="1"/>
          </p:cNvSpPr>
          <p:nvPr>
            <p:ph type="title"/>
          </p:nvPr>
        </p:nvSpPr>
        <p:spPr>
          <a:xfrm>
            <a:off x="362397" y="283980"/>
            <a:ext cx="12086373" cy="394382"/>
          </a:xfrm>
        </p:spPr>
        <p:txBody>
          <a:bodyPr>
            <a:noAutofit/>
          </a:bodyPr>
          <a:lstStyle/>
          <a:p>
            <a:r>
              <a:rPr lang="en-IN" sz="2200" dirty="0"/>
              <a:t>Forecasting &amp; Pricing Capability development for a Global Tobacco Major</a:t>
            </a:r>
          </a:p>
        </p:txBody>
      </p:sp>
      <p:sp>
        <p:nvSpPr>
          <p:cNvPr id="28" name="Rectangle: Top Corners Rounded 4">
            <a:extLst>
              <a:ext uri="{FF2B5EF4-FFF2-40B4-BE49-F238E27FC236}">
                <a16:creationId xmlns:a16="http://schemas.microsoft.com/office/drawing/2014/main" id="{0C5CA754-D580-7665-3C2D-7A21417D00D8}"/>
              </a:ext>
            </a:extLst>
          </p:cNvPr>
          <p:cNvSpPr/>
          <p:nvPr/>
        </p:nvSpPr>
        <p:spPr>
          <a:xfrm>
            <a:off x="362397" y="861676"/>
            <a:ext cx="2667000" cy="341150"/>
          </a:xfrm>
          <a:prstGeom prst="round2Same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chemeClr val="bg1"/>
                </a:solidFill>
                <a:effectLst/>
                <a:uLnTx/>
                <a:uFillTx/>
                <a:latin typeface="Calibri"/>
                <a:ea typeface="+mn-ea"/>
                <a:cs typeface="+mn-cs"/>
              </a:rPr>
              <a:t>Problem Statement</a:t>
            </a:r>
          </a:p>
        </p:txBody>
      </p:sp>
      <p:sp>
        <p:nvSpPr>
          <p:cNvPr id="30" name="TextBox 29">
            <a:extLst>
              <a:ext uri="{FF2B5EF4-FFF2-40B4-BE49-F238E27FC236}">
                <a16:creationId xmlns:a16="http://schemas.microsoft.com/office/drawing/2014/main" id="{1078287A-043A-74AC-D867-CAC928D13AA7}"/>
              </a:ext>
            </a:extLst>
          </p:cNvPr>
          <p:cNvSpPr txBox="1"/>
          <p:nvPr/>
        </p:nvSpPr>
        <p:spPr>
          <a:xfrm>
            <a:off x="362397" y="1270941"/>
            <a:ext cx="5400000" cy="461665"/>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Understand the impact of changing prices on product volumes and accordingly define the right pricing strategies for client’s product portfolio across geographies </a:t>
            </a:r>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Rectangle: Top Corners Rounded 9">
            <a:extLst>
              <a:ext uri="{FF2B5EF4-FFF2-40B4-BE49-F238E27FC236}">
                <a16:creationId xmlns:a16="http://schemas.microsoft.com/office/drawing/2014/main" id="{D16F7C1A-F176-C09D-E083-431448D93D12}"/>
              </a:ext>
            </a:extLst>
          </p:cNvPr>
          <p:cNvSpPr/>
          <p:nvPr/>
        </p:nvSpPr>
        <p:spPr>
          <a:xfrm>
            <a:off x="362397" y="2264109"/>
            <a:ext cx="2667000" cy="341150"/>
          </a:xfrm>
          <a:prstGeom prst="round2Same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chemeClr val="bg1"/>
                </a:solidFill>
                <a:effectLst/>
                <a:uLnTx/>
                <a:uFillTx/>
                <a:latin typeface="Calibri"/>
                <a:ea typeface="+mn-ea"/>
                <a:cs typeface="+mn-cs"/>
              </a:rPr>
              <a:t>Approach and Solution </a:t>
            </a:r>
          </a:p>
        </p:txBody>
      </p:sp>
      <p:sp>
        <p:nvSpPr>
          <p:cNvPr id="32" name="TextBox 31">
            <a:extLst>
              <a:ext uri="{FF2B5EF4-FFF2-40B4-BE49-F238E27FC236}">
                <a16:creationId xmlns:a16="http://schemas.microsoft.com/office/drawing/2014/main" id="{46AE7FB4-DE29-B478-AF76-5C0FF1EEDD1C}"/>
              </a:ext>
            </a:extLst>
          </p:cNvPr>
          <p:cNvSpPr txBox="1"/>
          <p:nvPr/>
        </p:nvSpPr>
        <p:spPr>
          <a:xfrm>
            <a:off x="362397" y="2639961"/>
            <a:ext cx="5400000" cy="1015663"/>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R="0" lvl="0" algn="l" defTabSz="913943" rtl="0" eaLnBrk="1" fontAlgn="auto" latinLnBrk="0" hangingPunct="1">
              <a:lnSpc>
                <a:spcPct val="100000"/>
              </a:lnSpc>
              <a:spcBef>
                <a:spcPts val="0"/>
              </a:spcBef>
              <a:spcAft>
                <a:spcPts val="0"/>
              </a:spcAft>
              <a:buClrTx/>
              <a:buSzTx/>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Developed a price predictor and simulation solution. Key components include :</a:t>
            </a:r>
          </a:p>
          <a:p>
            <a:pPr marL="285750" marR="0" lvl="0" indent="-285750" algn="l" defTabSz="913943" rtl="0" eaLnBrk="1" fontAlgn="auto" latinLnBrk="0" hangingPunct="1">
              <a:lnSpc>
                <a:spcPct val="100000"/>
              </a:lnSpc>
              <a:spcBef>
                <a:spcPts val="0"/>
              </a:spcBef>
              <a:spcAft>
                <a:spcPts val="0"/>
              </a:spcAft>
              <a:buClrTx/>
              <a:buSzTx/>
              <a:buFontTx/>
              <a:buChar char="-"/>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Forecasting engine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to predict volumes for the next two years</a:t>
            </a:r>
          </a:p>
          <a:p>
            <a:pPr marL="285750" indent="-285750" defTabSz="913943">
              <a:buFontTx/>
              <a:buChar char="-"/>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Cross elasticity estimations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using switching matrix to understand volume transfer across SKUs</a:t>
            </a:r>
          </a:p>
          <a:p>
            <a:pPr marL="285750" marR="0" lvl="0" indent="-285750" algn="l" defTabSz="913943" rtl="0" eaLnBrk="1" fontAlgn="auto" latinLnBrk="0" hangingPunct="1">
              <a:lnSpc>
                <a:spcPct val="100000"/>
              </a:lnSpc>
              <a:spcBef>
                <a:spcPts val="0"/>
              </a:spcBef>
              <a:spcAft>
                <a:spcPts val="0"/>
              </a:spcAft>
              <a:buClrTx/>
              <a:buSzTx/>
              <a:buFontTx/>
              <a:buChar char="-"/>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Simulation tool to run pricing scenarios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Segoe UI Semilight" panose="020B0402040204020203" pitchFamily="34" charset="0"/>
            </a:endParaRPr>
          </a:p>
        </p:txBody>
      </p:sp>
      <p:sp>
        <p:nvSpPr>
          <p:cNvPr id="33" name="Rectangle: Top Corners Rounded 22">
            <a:extLst>
              <a:ext uri="{FF2B5EF4-FFF2-40B4-BE49-F238E27FC236}">
                <a16:creationId xmlns:a16="http://schemas.microsoft.com/office/drawing/2014/main" id="{C476A794-4A75-B46F-C3F0-849E21B011FE}"/>
              </a:ext>
            </a:extLst>
          </p:cNvPr>
          <p:cNvSpPr/>
          <p:nvPr/>
        </p:nvSpPr>
        <p:spPr>
          <a:xfrm>
            <a:off x="362397" y="4270932"/>
            <a:ext cx="2667000" cy="341150"/>
          </a:xfrm>
          <a:prstGeom prst="round2Same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chemeClr val="bg1"/>
                </a:solidFill>
                <a:effectLst/>
                <a:uLnTx/>
                <a:uFillTx/>
                <a:latin typeface="Calibri"/>
                <a:ea typeface="+mn-ea"/>
                <a:cs typeface="+mn-cs"/>
              </a:rPr>
              <a:t>Business Impact</a:t>
            </a:r>
          </a:p>
        </p:txBody>
      </p:sp>
      <p:pic>
        <p:nvPicPr>
          <p:cNvPr id="35" name="Picture 34" descr="Graphical user interface, chart, application, pie chart&#10;&#10;Description automatically generated">
            <a:extLst>
              <a:ext uri="{FF2B5EF4-FFF2-40B4-BE49-F238E27FC236}">
                <a16:creationId xmlns:a16="http://schemas.microsoft.com/office/drawing/2014/main" id="{EF3D37E9-08FC-368A-B5BA-A274922D34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18695" y="1841810"/>
            <a:ext cx="3087436" cy="1587190"/>
          </a:xfrm>
          <a:prstGeom prst="rect">
            <a:avLst/>
          </a:prstGeom>
        </p:spPr>
      </p:pic>
      <p:pic>
        <p:nvPicPr>
          <p:cNvPr id="36" name="Picture 35" descr="Graphical user interface, chart, application&#10;&#10;Description automatically generated">
            <a:extLst>
              <a:ext uri="{FF2B5EF4-FFF2-40B4-BE49-F238E27FC236}">
                <a16:creationId xmlns:a16="http://schemas.microsoft.com/office/drawing/2014/main" id="{4DD072B8-5ED2-34F6-4584-5459C4E594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63389" y="3520580"/>
            <a:ext cx="3087437" cy="1460198"/>
          </a:xfrm>
          <a:prstGeom prst="rect">
            <a:avLst/>
          </a:prstGeom>
        </p:spPr>
      </p:pic>
      <p:pic>
        <p:nvPicPr>
          <p:cNvPr id="37" name="Picture 36">
            <a:extLst>
              <a:ext uri="{FF2B5EF4-FFF2-40B4-BE49-F238E27FC236}">
                <a16:creationId xmlns:a16="http://schemas.microsoft.com/office/drawing/2014/main" id="{41507B92-CE14-891A-A5CE-B1441F5C5BD8}"/>
              </a:ext>
            </a:extLst>
          </p:cNvPr>
          <p:cNvPicPr>
            <a:picLocks noChangeAspect="1"/>
          </p:cNvPicPr>
          <p:nvPr/>
        </p:nvPicPr>
        <p:blipFill>
          <a:blip r:embed="rId4"/>
          <a:stretch>
            <a:fillRect/>
          </a:stretch>
        </p:blipFill>
        <p:spPr>
          <a:xfrm>
            <a:off x="8963388" y="2044151"/>
            <a:ext cx="3087438" cy="1274088"/>
          </a:xfrm>
          <a:prstGeom prst="rect">
            <a:avLst/>
          </a:prstGeom>
        </p:spPr>
      </p:pic>
      <p:pic>
        <p:nvPicPr>
          <p:cNvPr id="38" name="Picture 37" descr="A graph on a computer screen&#10;&#10;Description automatically generated">
            <a:extLst>
              <a:ext uri="{FF2B5EF4-FFF2-40B4-BE49-F238E27FC236}">
                <a16:creationId xmlns:a16="http://schemas.microsoft.com/office/drawing/2014/main" id="{601864DF-D421-514A-0559-3BDC97E280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17123" y="3752188"/>
            <a:ext cx="3087437" cy="1281365"/>
          </a:xfrm>
          <a:prstGeom prst="rect">
            <a:avLst/>
          </a:prstGeom>
        </p:spPr>
      </p:pic>
      <p:sp>
        <p:nvSpPr>
          <p:cNvPr id="3" name="TextBox 2">
            <a:extLst>
              <a:ext uri="{FF2B5EF4-FFF2-40B4-BE49-F238E27FC236}">
                <a16:creationId xmlns:a16="http://schemas.microsoft.com/office/drawing/2014/main" id="{FF328CB9-C8CD-CFF9-4B88-57E3206CC34F}"/>
              </a:ext>
            </a:extLst>
          </p:cNvPr>
          <p:cNvSpPr txBox="1"/>
          <p:nvPr/>
        </p:nvSpPr>
        <p:spPr>
          <a:xfrm>
            <a:off x="362397" y="4771134"/>
            <a:ext cx="5400000" cy="757130"/>
          </a:xfrm>
          <a:prstGeom prst="rect">
            <a:avLst/>
          </a:prstGeom>
          <a:noFill/>
        </p:spPr>
        <p:txBody>
          <a:bodyPr wrap="square">
            <a:spAutoFit/>
          </a:bodyPr>
          <a:lstStyle/>
          <a:p>
            <a:pPr marL="87313" marR="0" lvl="0" indent="0" algn="l" defTabSz="2133547" rtl="0" eaLnBrk="1" fontAlgn="auto" latinLnBrk="0" hangingPunct="1">
              <a:lnSpc>
                <a:spcPct val="90000"/>
              </a:lnSpc>
              <a:spcBef>
                <a:spcPct val="0"/>
              </a:spcBef>
              <a:spcAft>
                <a:spcPct val="35000"/>
              </a:spcAft>
              <a:buClrTx/>
              <a:buSzTx/>
              <a:buFontTx/>
              <a:buNone/>
              <a:tabLst/>
              <a:defRPr/>
            </a:pPr>
            <a:r>
              <a:rPr kumimoji="0" lang="en-US" sz="1200" b="0" i="0" u="none" strike="noStrike" kern="1200" cap="none" spc="0" normalizeH="0" baseline="0" noProof="0">
                <a:ln>
                  <a:noFill/>
                </a:ln>
                <a:solidFill>
                  <a:srgbClr val="0E101A"/>
                </a:solidFill>
                <a:effectLst/>
                <a:uLnTx/>
                <a:uFillTx/>
                <a:latin typeface="Calibri" panose="020F0502020204030204"/>
                <a:ea typeface="+mn-ea"/>
                <a:cs typeface="Segoe UI Semilight" panose="020B0402040204020203" pitchFamily="34" charset="0"/>
              </a:rPr>
              <a:t>The solution allows the client to forecast market volumes and see the impact of various pricing strategies for their portfolio not limiting them to investigate only their own price change impact, but also the competition pricing moves such that they can see the overall market volume and share evolution from a pricing view</a:t>
            </a:r>
            <a:endParaRPr kumimoji="0" lang="en-US" sz="1200" b="1" i="0" u="none" strike="noStrike" kern="1200" cap="none" spc="0" normalizeH="0" baseline="0" noProof="0">
              <a:ln>
                <a:noFill/>
              </a:ln>
              <a:solidFill>
                <a:prstClr val="black"/>
              </a:solidFill>
              <a:effectLst/>
              <a:uLnTx/>
              <a:uFillTx/>
              <a:latin typeface="Calibri" panose="020F0502020204030204"/>
              <a:ea typeface="+mn-ea"/>
              <a:cs typeface="Segoe UI Semilight" panose="020B0402040204020203" pitchFamily="34" charset="0"/>
            </a:endParaRPr>
          </a:p>
        </p:txBody>
      </p:sp>
      <p:sp>
        <p:nvSpPr>
          <p:cNvPr id="2" name="Round Diagonal Corner Rectangle 38">
            <a:extLst>
              <a:ext uri="{FF2B5EF4-FFF2-40B4-BE49-F238E27FC236}">
                <a16:creationId xmlns:a16="http://schemas.microsoft.com/office/drawing/2014/main" id="{676DD0AF-787A-AF43-5984-F9A3A559DD5A}"/>
              </a:ext>
            </a:extLst>
          </p:cNvPr>
          <p:cNvSpPr/>
          <p:nvPr/>
        </p:nvSpPr>
        <p:spPr>
          <a:xfrm>
            <a:off x="6769660" y="1399490"/>
            <a:ext cx="4531671" cy="341149"/>
          </a:xfrm>
          <a:prstGeom prst="round2Diag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Solution Snapshots</a:t>
            </a:r>
          </a:p>
        </p:txBody>
      </p:sp>
    </p:spTree>
    <p:extLst>
      <p:ext uri="{BB962C8B-B14F-4D97-AF65-F5344CB8AC3E}">
        <p14:creationId xmlns:p14="http://schemas.microsoft.com/office/powerpoint/2010/main" val="3793844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83720-0BDA-D759-6DE2-D6B2EC19AB61}"/>
            </a:ext>
          </a:extLst>
        </p:cNvPr>
        <p:cNvGrpSpPr/>
        <p:nvPr/>
      </p:nvGrpSpPr>
      <p:grpSpPr>
        <a:xfrm>
          <a:off x="0" y="0"/>
          <a:ext cx="0" cy="0"/>
          <a:chOff x="0" y="0"/>
          <a:chExt cx="0" cy="0"/>
        </a:xfrm>
      </p:grpSpPr>
      <p:sp>
        <p:nvSpPr>
          <p:cNvPr id="46" name="Title 1">
            <a:extLst>
              <a:ext uri="{FF2B5EF4-FFF2-40B4-BE49-F238E27FC236}">
                <a16:creationId xmlns:a16="http://schemas.microsoft.com/office/drawing/2014/main" id="{E64C00D8-32BE-9FF7-EBCE-86E2427353D0}"/>
              </a:ext>
            </a:extLst>
          </p:cNvPr>
          <p:cNvSpPr txBox="1">
            <a:spLocks/>
          </p:cNvSpPr>
          <p:nvPr/>
        </p:nvSpPr>
        <p:spPr>
          <a:xfrm>
            <a:off x="226535" y="301043"/>
            <a:ext cx="11485649" cy="53319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r>
              <a:rPr lang="en-US" sz="2000">
                <a:latin typeface="Avenir Next"/>
              </a:rPr>
              <a:t>Promo Simulator – Forecast future sales and uplift as a function of different promotion types for various product categories for a Transnational CPG Major</a:t>
            </a:r>
            <a:endParaRPr lang="en-IN" sz="2000">
              <a:latin typeface="Avenir Next"/>
            </a:endParaRPr>
          </a:p>
        </p:txBody>
      </p:sp>
      <p:sp>
        <p:nvSpPr>
          <p:cNvPr id="10" name="Rectangle 1">
            <a:extLst>
              <a:ext uri="{FF2B5EF4-FFF2-40B4-BE49-F238E27FC236}">
                <a16:creationId xmlns:a16="http://schemas.microsoft.com/office/drawing/2014/main" id="{971A06E1-8E0B-1C43-C03F-30DD7515AEC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7">
            <a:extLst>
              <a:ext uri="{FF2B5EF4-FFF2-40B4-BE49-F238E27FC236}">
                <a16:creationId xmlns:a16="http://schemas.microsoft.com/office/drawing/2014/main" id="{E7BE3703-C26C-B07A-2498-165A3F37D1C4}"/>
              </a:ext>
            </a:extLst>
          </p:cNvPr>
          <p:cNvSpPr/>
          <p:nvPr/>
        </p:nvSpPr>
        <p:spPr>
          <a:xfrm>
            <a:off x="413578" y="1483173"/>
            <a:ext cx="8377709" cy="960006"/>
          </a:xfrm>
          <a:prstGeom prst="rect">
            <a:avLst/>
          </a:prstGeom>
        </p:spPr>
        <p:txBody>
          <a:bodyPr wrap="square" lIns="91440" tIns="45720" rIns="91440" bIns="45720" anchor="t">
            <a:spAutoFit/>
          </a:bodyPr>
          <a:lstStyle/>
          <a:p>
            <a:pPr marL="285750" marR="0" lvl="0" indent="-285750" algn="just" defTabSz="914400" rtl="0" eaLnBrk="1" fontAlgn="auto" latinLnBrk="0" hangingPunct="1">
              <a:lnSpc>
                <a:spcPct val="112000"/>
              </a:lnSpc>
              <a:spcBef>
                <a:spcPts val="200"/>
              </a:spcBef>
              <a:spcAft>
                <a:spcPts val="200"/>
              </a:spcAft>
              <a:buClr>
                <a:srgbClr val="44546A"/>
              </a:buClr>
              <a:buSzTx/>
              <a:buFont typeface="Wingdings" panose="05000000000000000000" pitchFamily="2" charset="2"/>
              <a:buChar char="§"/>
              <a:tabLst/>
              <a:defRPr/>
            </a:pPr>
            <a:r>
              <a:rPr kumimoji="0" lang="en-IN" sz="1200" b="0" i="0" u="none"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rPr>
              <a:t>The demand planners needed a data driven AI/ML solution to anticipate the uplift in demand due to application of various Building-Block(s) such as Trade Promotions, and price changes</a:t>
            </a:r>
          </a:p>
          <a:p>
            <a:pPr marL="285750" marR="0" lvl="0" indent="-285750" algn="just" defTabSz="914400" rtl="0" eaLnBrk="1" fontAlgn="auto" latinLnBrk="0" hangingPunct="1">
              <a:lnSpc>
                <a:spcPct val="112000"/>
              </a:lnSpc>
              <a:spcBef>
                <a:spcPts val="200"/>
              </a:spcBef>
              <a:spcAft>
                <a:spcPts val="200"/>
              </a:spcAft>
              <a:buClr>
                <a:srgbClr val="44546A"/>
              </a:buClr>
              <a:buSzTx/>
              <a:buFont typeface="Wingdings" panose="05000000000000000000" pitchFamily="2" charset="2"/>
              <a:buChar char="§"/>
              <a:tabLst/>
              <a:defRPr/>
            </a:pPr>
            <a:r>
              <a:rPr kumimoji="0" lang="en-IN" sz="1200" b="0" i="0" u="none"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rPr>
              <a:t>Along with the anticipated uplift on demand, they also required the volume contributions from each of the Building-Block(s). </a:t>
            </a:r>
            <a:br>
              <a:rPr lang="en-IN" sz="1200">
                <a:solidFill>
                  <a:prstClr val="black"/>
                </a:solidFill>
                <a:latin typeface="Calibri" panose="020F0502020204030204"/>
                <a:ea typeface="Calibri" panose="020F0502020204030204"/>
                <a:cs typeface="Calibri" panose="020F0502020204030204"/>
              </a:rPr>
            </a:br>
            <a:r>
              <a:rPr kumimoji="0" lang="en-IN" sz="1200" b="0" i="0" u="none"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rPr>
              <a:t>In addition, the baseline forecasts had to be robust and incorporate both seasonality and recency features </a:t>
            </a:r>
          </a:p>
        </p:txBody>
      </p:sp>
      <p:grpSp>
        <p:nvGrpSpPr>
          <p:cNvPr id="21" name="Group 20">
            <a:extLst>
              <a:ext uri="{FF2B5EF4-FFF2-40B4-BE49-F238E27FC236}">
                <a16:creationId xmlns:a16="http://schemas.microsoft.com/office/drawing/2014/main" id="{44467288-C41F-FFF6-E9B1-422E2A9460DB}"/>
              </a:ext>
            </a:extLst>
          </p:cNvPr>
          <p:cNvGrpSpPr/>
          <p:nvPr/>
        </p:nvGrpSpPr>
        <p:grpSpPr>
          <a:xfrm>
            <a:off x="510831" y="4833471"/>
            <a:ext cx="9679343" cy="1663117"/>
            <a:chOff x="1117371" y="4328359"/>
            <a:chExt cx="6571986" cy="1663117"/>
          </a:xfrm>
        </p:grpSpPr>
        <p:sp>
          <p:nvSpPr>
            <p:cNvPr id="13" name="Rectangle 12">
              <a:extLst>
                <a:ext uri="{FF2B5EF4-FFF2-40B4-BE49-F238E27FC236}">
                  <a16:creationId xmlns:a16="http://schemas.microsoft.com/office/drawing/2014/main" id="{63F270D2-6837-640A-0284-20C4E8161873}"/>
                </a:ext>
              </a:extLst>
            </p:cNvPr>
            <p:cNvSpPr/>
            <p:nvPr/>
          </p:nvSpPr>
          <p:spPr>
            <a:xfrm>
              <a:off x="1490896" y="4328359"/>
              <a:ext cx="6198461" cy="801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Enables the demand planners to construct  informed demand plan with accuracy ranging between 65% - 70% </a:t>
              </a:r>
              <a:endParaRPr kumimoji="0" lang="en-IN" sz="12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2C8E53A9-F111-2858-D446-8CA58B5E2128}"/>
                </a:ext>
              </a:extLst>
            </p:cNvPr>
            <p:cNvSpPr/>
            <p:nvPr/>
          </p:nvSpPr>
          <p:spPr>
            <a:xfrm>
              <a:off x="1505144" y="4976537"/>
              <a:ext cx="5379328" cy="481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Real time simulation of various building blocks as inputs </a:t>
              </a:r>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84ACA25A-0E49-1FAF-A43C-8021A8C66506}"/>
                </a:ext>
              </a:extLst>
            </p:cNvPr>
            <p:cNvSpPr/>
            <p:nvPr/>
          </p:nvSpPr>
          <p:spPr>
            <a:xfrm>
              <a:off x="1505144" y="5510356"/>
              <a:ext cx="5379328" cy="481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solidFill>
                  <a:effectLst/>
                  <a:uLnTx/>
                  <a:uFillTx/>
                  <a:latin typeface="Calibri"/>
                  <a:ea typeface="+mn-ea"/>
                  <a:cs typeface="+mn-cs"/>
                </a:rPr>
                <a:t>The solution is hosted on the client’s cloud platform</a:t>
              </a:r>
              <a:endParaRPr kumimoji="0" lang="en-IN" sz="1200" b="1" i="0" u="none" strike="noStrike" kern="1200" cap="none" spc="0" normalizeH="0" baseline="0" noProof="0">
                <a:ln>
                  <a:noFill/>
                </a:ln>
                <a:solidFill>
                  <a:prstClr val="black"/>
                </a:solidFill>
                <a:effectLst/>
                <a:uLnTx/>
                <a:uFillTx/>
                <a:latin typeface="Calibri"/>
                <a:ea typeface="+mn-ea"/>
                <a:cs typeface="+mn-cs"/>
              </a:endParaRPr>
            </a:p>
          </p:txBody>
        </p:sp>
        <p:pic>
          <p:nvPicPr>
            <p:cNvPr id="16" name="Picture 15" descr="A close up of a logo&#10;&#10;Description automatically generated">
              <a:extLst>
                <a:ext uri="{FF2B5EF4-FFF2-40B4-BE49-F238E27FC236}">
                  <a16:creationId xmlns:a16="http://schemas.microsoft.com/office/drawing/2014/main" id="{DAA35C46-A715-C01A-D64E-C6F9616C452F}"/>
                </a:ext>
              </a:extLst>
            </p:cNvPr>
            <p:cNvPicPr>
              <a:picLocks noChangeAspect="1"/>
            </p:cNvPicPr>
            <p:nvPr/>
          </p:nvPicPr>
          <p:blipFill>
            <a:blip r:embed="rId3" cstate="email">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1163992" y="5046521"/>
              <a:ext cx="341152" cy="341152"/>
            </a:xfrm>
            <a:prstGeom prst="rect">
              <a:avLst/>
            </a:prstGeom>
          </p:spPr>
        </p:pic>
        <p:pic>
          <p:nvPicPr>
            <p:cNvPr id="17" name="Picture 16" descr="A close up of a logo&#10;&#10;Description automatically generated">
              <a:extLst>
                <a:ext uri="{FF2B5EF4-FFF2-40B4-BE49-F238E27FC236}">
                  <a16:creationId xmlns:a16="http://schemas.microsoft.com/office/drawing/2014/main" id="{EFA02C86-97A9-CA0B-9B1A-68441B0633C3}"/>
                </a:ext>
              </a:extLst>
            </p:cNvPr>
            <p:cNvPicPr>
              <a:picLocks noChangeAspect="1"/>
            </p:cNvPicPr>
            <p:nvPr/>
          </p:nvPicPr>
          <p:blipFill>
            <a:blip r:embed="rId4" cstate="email">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1149746" y="5637429"/>
              <a:ext cx="341150" cy="341150"/>
            </a:xfrm>
            <a:prstGeom prst="rect">
              <a:avLst/>
            </a:prstGeom>
          </p:spPr>
        </p:pic>
        <p:pic>
          <p:nvPicPr>
            <p:cNvPr id="25" name="Graphic 24" descr="Bar graph with upward trend with solid fill">
              <a:extLst>
                <a:ext uri="{FF2B5EF4-FFF2-40B4-BE49-F238E27FC236}">
                  <a16:creationId xmlns:a16="http://schemas.microsoft.com/office/drawing/2014/main" id="{BE9EA74A-2AB4-DB96-E0B3-46AAB212F15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7371" y="4582041"/>
              <a:ext cx="341797" cy="341797"/>
            </a:xfrm>
            <a:prstGeom prst="rect">
              <a:avLst/>
            </a:prstGeom>
          </p:spPr>
        </p:pic>
      </p:grpSp>
      <p:pic>
        <p:nvPicPr>
          <p:cNvPr id="19" name="Picture 18">
            <a:extLst>
              <a:ext uri="{FF2B5EF4-FFF2-40B4-BE49-F238E27FC236}">
                <a16:creationId xmlns:a16="http://schemas.microsoft.com/office/drawing/2014/main" id="{345F2ACF-A02B-59DA-A301-B2491C6AC5BC}"/>
              </a:ext>
            </a:extLst>
          </p:cNvPr>
          <p:cNvPicPr>
            <a:picLocks noChangeAspect="1"/>
          </p:cNvPicPr>
          <p:nvPr/>
        </p:nvPicPr>
        <p:blipFill>
          <a:blip r:embed="rId7"/>
          <a:stretch>
            <a:fillRect/>
          </a:stretch>
        </p:blipFill>
        <p:spPr>
          <a:xfrm>
            <a:off x="8791287" y="1222911"/>
            <a:ext cx="3400713" cy="2832794"/>
          </a:xfrm>
          <a:prstGeom prst="rect">
            <a:avLst/>
          </a:prstGeom>
        </p:spPr>
      </p:pic>
      <p:sp>
        <p:nvSpPr>
          <p:cNvPr id="20" name="Rectangle 19">
            <a:extLst>
              <a:ext uri="{FF2B5EF4-FFF2-40B4-BE49-F238E27FC236}">
                <a16:creationId xmlns:a16="http://schemas.microsoft.com/office/drawing/2014/main" id="{2D74AA64-47F0-51B0-1668-F05FECD872D8}"/>
              </a:ext>
            </a:extLst>
          </p:cNvPr>
          <p:cNvSpPr/>
          <p:nvPr/>
        </p:nvSpPr>
        <p:spPr>
          <a:xfrm>
            <a:off x="407637" y="3090908"/>
            <a:ext cx="8748710" cy="1320746"/>
          </a:xfrm>
          <a:prstGeom prst="rect">
            <a:avLst/>
          </a:prstGeom>
        </p:spPr>
        <p:txBody>
          <a:bodyPr wrap="square" lIns="91440" tIns="45720" rIns="91440" bIns="45720" anchor="t">
            <a:spAutoFit/>
          </a:bodyPr>
          <a:lstStyle/>
          <a:p>
            <a:pPr marL="285750" marR="0" lvl="0" indent="-285750" algn="just" defTabSz="914400" rtl="0" eaLnBrk="1" fontAlgn="auto" latinLnBrk="0" hangingPunct="1">
              <a:lnSpc>
                <a:spcPct val="112000"/>
              </a:lnSpc>
              <a:spcBef>
                <a:spcPts val="200"/>
              </a:spcBef>
              <a:spcAft>
                <a:spcPts val="200"/>
              </a:spcAft>
              <a:buClr>
                <a:srgbClr val="44546A"/>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rPr>
              <a:t>Due to the high volume of data, Thoucentric chose big data technology to process the data and bring it in analytics ready format.</a:t>
            </a:r>
          </a:p>
          <a:p>
            <a:pPr marL="285750" marR="0" lvl="0" indent="-285750" algn="just" defTabSz="914400" rtl="0" eaLnBrk="1" fontAlgn="auto" latinLnBrk="0" hangingPunct="1">
              <a:lnSpc>
                <a:spcPct val="112000"/>
              </a:lnSpc>
              <a:spcBef>
                <a:spcPts val="200"/>
              </a:spcBef>
              <a:spcAft>
                <a:spcPts val="200"/>
              </a:spcAft>
              <a:buClr>
                <a:srgbClr val="44546A"/>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rPr>
              <a:t>Post data pre-processing and exploratory data analysis, Thoucentric choose the right forecasting level.</a:t>
            </a:r>
          </a:p>
          <a:p>
            <a:pPr marL="285750" marR="0" lvl="0" indent="-285750" algn="just" defTabSz="914400" rtl="0" eaLnBrk="1" fontAlgn="auto" latinLnBrk="0" hangingPunct="1">
              <a:lnSpc>
                <a:spcPct val="112000"/>
              </a:lnSpc>
              <a:spcBef>
                <a:spcPts val="200"/>
              </a:spcBef>
              <a:spcAft>
                <a:spcPts val="200"/>
              </a:spcAft>
              <a:buClr>
                <a:srgbClr val="44546A"/>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rPr>
              <a:t>We generate baseline forecast for ~1 million time-series for next 3 months every month.</a:t>
            </a:r>
          </a:p>
          <a:p>
            <a:pPr marL="285750" marR="0" lvl="0" indent="-285750" algn="just" defTabSz="914400" rtl="0" eaLnBrk="1" fontAlgn="auto" latinLnBrk="0" hangingPunct="1">
              <a:lnSpc>
                <a:spcPct val="112000"/>
              </a:lnSpc>
              <a:spcBef>
                <a:spcPts val="200"/>
              </a:spcBef>
              <a:spcAft>
                <a:spcPts val="200"/>
              </a:spcAft>
              <a:buClr>
                <a:srgbClr val="44546A"/>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rPr>
              <a:t>~1500 machine learning models were trained and used for generating the explainable simulations.</a:t>
            </a:r>
          </a:p>
          <a:p>
            <a:pPr marL="285750" marR="0" lvl="0" indent="-285750" algn="just" defTabSz="914400" rtl="0" eaLnBrk="1" fontAlgn="auto" latinLnBrk="0" hangingPunct="1">
              <a:lnSpc>
                <a:spcPct val="112000"/>
              </a:lnSpc>
              <a:spcBef>
                <a:spcPts val="200"/>
              </a:spcBef>
              <a:spcAft>
                <a:spcPts val="200"/>
              </a:spcAft>
              <a:buClr>
                <a:srgbClr val="44546A"/>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rPr>
              <a:t>The entire solution is hosted on the client's Azure Cloud and enables demand planners to perform real time simulations on the go.</a:t>
            </a:r>
          </a:p>
        </p:txBody>
      </p:sp>
      <p:sp>
        <p:nvSpPr>
          <p:cNvPr id="23" name="Rectangle: Top Corners Rounded 4">
            <a:extLst>
              <a:ext uri="{FF2B5EF4-FFF2-40B4-BE49-F238E27FC236}">
                <a16:creationId xmlns:a16="http://schemas.microsoft.com/office/drawing/2014/main" id="{35774A57-58E1-23EE-7B1B-23B1FC22FE1E}"/>
              </a:ext>
            </a:extLst>
          </p:cNvPr>
          <p:cNvSpPr/>
          <p:nvPr/>
        </p:nvSpPr>
        <p:spPr>
          <a:xfrm>
            <a:off x="510831" y="1118563"/>
            <a:ext cx="2667000" cy="341150"/>
          </a:xfrm>
          <a:prstGeom prst="round2Same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chemeClr val="bg1"/>
                </a:solidFill>
                <a:effectLst/>
                <a:uLnTx/>
                <a:uFillTx/>
                <a:latin typeface="Calibri"/>
                <a:ea typeface="+mn-ea"/>
                <a:cs typeface="+mn-cs"/>
              </a:rPr>
              <a:t>Problem Statement</a:t>
            </a:r>
          </a:p>
        </p:txBody>
      </p:sp>
      <p:sp>
        <p:nvSpPr>
          <p:cNvPr id="24" name="Rectangle: Top Corners Rounded 22">
            <a:extLst>
              <a:ext uri="{FF2B5EF4-FFF2-40B4-BE49-F238E27FC236}">
                <a16:creationId xmlns:a16="http://schemas.microsoft.com/office/drawing/2014/main" id="{86FEF3BE-87F1-DF13-F09A-0CC627A29909}"/>
              </a:ext>
            </a:extLst>
          </p:cNvPr>
          <p:cNvSpPr/>
          <p:nvPr/>
        </p:nvSpPr>
        <p:spPr>
          <a:xfrm>
            <a:off x="510831" y="4655812"/>
            <a:ext cx="2667000" cy="341150"/>
          </a:xfrm>
          <a:prstGeom prst="round2Same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chemeClr val="bg1"/>
                </a:solidFill>
                <a:effectLst/>
                <a:uLnTx/>
                <a:uFillTx/>
                <a:latin typeface="Calibri"/>
                <a:ea typeface="+mn-ea"/>
                <a:cs typeface="+mn-cs"/>
              </a:rPr>
              <a:t>Business Impact</a:t>
            </a:r>
          </a:p>
        </p:txBody>
      </p:sp>
      <p:sp>
        <p:nvSpPr>
          <p:cNvPr id="26" name="Rectangle: Top Corners Rounded 9">
            <a:extLst>
              <a:ext uri="{FF2B5EF4-FFF2-40B4-BE49-F238E27FC236}">
                <a16:creationId xmlns:a16="http://schemas.microsoft.com/office/drawing/2014/main" id="{BD367364-D774-9C55-12EB-023958292291}"/>
              </a:ext>
            </a:extLst>
          </p:cNvPr>
          <p:cNvSpPr/>
          <p:nvPr/>
        </p:nvSpPr>
        <p:spPr>
          <a:xfrm>
            <a:off x="510831" y="2687337"/>
            <a:ext cx="2667000" cy="341150"/>
          </a:xfrm>
          <a:prstGeom prst="round2Same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chemeClr val="bg1"/>
                </a:solidFill>
                <a:effectLst/>
                <a:uLnTx/>
                <a:uFillTx/>
                <a:latin typeface="Calibri"/>
                <a:ea typeface="+mn-ea"/>
                <a:cs typeface="+mn-cs"/>
              </a:rPr>
              <a:t>Approach and Solution </a:t>
            </a:r>
          </a:p>
        </p:txBody>
      </p:sp>
    </p:spTree>
    <p:extLst>
      <p:ext uri="{BB962C8B-B14F-4D97-AF65-F5344CB8AC3E}">
        <p14:creationId xmlns:p14="http://schemas.microsoft.com/office/powerpoint/2010/main" val="3180069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F2F18-5312-53F8-057B-05ACB5F7DDBF}"/>
            </a:ext>
          </a:extLst>
        </p:cNvPr>
        <p:cNvGrpSpPr/>
        <p:nvPr/>
      </p:nvGrpSpPr>
      <p:grpSpPr>
        <a:xfrm>
          <a:off x="0" y="0"/>
          <a:ext cx="0" cy="0"/>
          <a:chOff x="0" y="0"/>
          <a:chExt cx="0" cy="0"/>
        </a:xfrm>
      </p:grpSpPr>
      <p:sp>
        <p:nvSpPr>
          <p:cNvPr id="46" name="Title 1">
            <a:extLst>
              <a:ext uri="{FF2B5EF4-FFF2-40B4-BE49-F238E27FC236}">
                <a16:creationId xmlns:a16="http://schemas.microsoft.com/office/drawing/2014/main" id="{2215E9D3-17BB-0A4B-B07D-37625B77AC30}"/>
              </a:ext>
            </a:extLst>
          </p:cNvPr>
          <p:cNvSpPr txBox="1">
            <a:spLocks/>
          </p:cNvSpPr>
          <p:nvPr/>
        </p:nvSpPr>
        <p:spPr>
          <a:xfrm>
            <a:off x="353175" y="496485"/>
            <a:ext cx="11485649" cy="53319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r>
              <a:rPr lang="en-US" sz="2000">
                <a:latin typeface="Avenir Next"/>
              </a:rPr>
              <a:t>We built a Pricing Decision Support System for a leading tobacco manufacturer  to enable ‘Right Thinking’ pricing decisions across geographies</a:t>
            </a:r>
            <a:endParaRPr lang="en-IN" sz="2000">
              <a:latin typeface="Avenir Next"/>
            </a:endParaRPr>
          </a:p>
        </p:txBody>
      </p:sp>
      <p:sp>
        <p:nvSpPr>
          <p:cNvPr id="10" name="Rectangle 1">
            <a:extLst>
              <a:ext uri="{FF2B5EF4-FFF2-40B4-BE49-F238E27FC236}">
                <a16:creationId xmlns:a16="http://schemas.microsoft.com/office/drawing/2014/main" id="{306E2845-131C-B0BE-7C56-F0CBA8E1442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a:extLst>
              <a:ext uri="{FF2B5EF4-FFF2-40B4-BE49-F238E27FC236}">
                <a16:creationId xmlns:a16="http://schemas.microsoft.com/office/drawing/2014/main" id="{BA274BE1-C416-11AE-1444-4E089A8C5DCC}"/>
              </a:ext>
            </a:extLst>
          </p:cNvPr>
          <p:cNvSpPr/>
          <p:nvPr/>
        </p:nvSpPr>
        <p:spPr>
          <a:xfrm>
            <a:off x="460545" y="1271500"/>
            <a:ext cx="3060000" cy="360000"/>
          </a:xfrm>
          <a:prstGeom prst="rect">
            <a:avLst/>
          </a:prstGeom>
          <a:solidFill>
            <a:schemeClr val="accent4">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rPr>
              <a:t>Problem Statement</a:t>
            </a:r>
          </a:p>
        </p:txBody>
      </p:sp>
      <p:sp>
        <p:nvSpPr>
          <p:cNvPr id="4" name="Rectangle 3">
            <a:extLst>
              <a:ext uri="{FF2B5EF4-FFF2-40B4-BE49-F238E27FC236}">
                <a16:creationId xmlns:a16="http://schemas.microsoft.com/office/drawing/2014/main" id="{9B71A10F-7A21-2F24-B4CA-AD6ECAE09885}"/>
              </a:ext>
            </a:extLst>
          </p:cNvPr>
          <p:cNvSpPr/>
          <p:nvPr/>
        </p:nvSpPr>
        <p:spPr>
          <a:xfrm>
            <a:off x="4070556" y="1271500"/>
            <a:ext cx="3805084" cy="360000"/>
          </a:xfrm>
          <a:prstGeom prst="rect">
            <a:avLst/>
          </a:prstGeom>
          <a:solidFill>
            <a:schemeClr val="accent4">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rPr>
              <a:t>Solution Approach</a:t>
            </a:r>
          </a:p>
        </p:txBody>
      </p:sp>
      <p:sp>
        <p:nvSpPr>
          <p:cNvPr id="5" name="Rectangle 4">
            <a:extLst>
              <a:ext uri="{FF2B5EF4-FFF2-40B4-BE49-F238E27FC236}">
                <a16:creationId xmlns:a16="http://schemas.microsoft.com/office/drawing/2014/main" id="{D4B2F22F-0A42-CE69-A2F8-90FC35D23A94}"/>
              </a:ext>
            </a:extLst>
          </p:cNvPr>
          <p:cNvSpPr/>
          <p:nvPr/>
        </p:nvSpPr>
        <p:spPr>
          <a:xfrm>
            <a:off x="8390260" y="1271500"/>
            <a:ext cx="3060000" cy="360000"/>
          </a:xfrm>
          <a:prstGeom prst="rect">
            <a:avLst/>
          </a:prstGeom>
          <a:solidFill>
            <a:schemeClr val="accent4">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rPr>
              <a:t>Solution Benefit</a:t>
            </a:r>
          </a:p>
        </p:txBody>
      </p:sp>
      <p:sp>
        <p:nvSpPr>
          <p:cNvPr id="6" name="Rectangle 5">
            <a:extLst>
              <a:ext uri="{FF2B5EF4-FFF2-40B4-BE49-F238E27FC236}">
                <a16:creationId xmlns:a16="http://schemas.microsoft.com/office/drawing/2014/main" id="{917EE4A1-3C0A-0D47-39D4-BFF57381808A}"/>
              </a:ext>
            </a:extLst>
          </p:cNvPr>
          <p:cNvSpPr/>
          <p:nvPr/>
        </p:nvSpPr>
        <p:spPr>
          <a:xfrm>
            <a:off x="460546" y="1631500"/>
            <a:ext cx="3059999" cy="1441380"/>
          </a:xfrm>
          <a:prstGeom prst="rect">
            <a:avLst/>
          </a:prstGeom>
          <a:noFill/>
          <a:ln>
            <a:solidFill>
              <a:srgbClr val="ED7D3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Understand the impact of changing prices on product volumes and accordingly define the right pricing strategies for </a:t>
            </a:r>
            <a:r>
              <a:rPr lang="en-US" sz="1200" dirty="0">
                <a:solidFill>
                  <a:prstClr val="black"/>
                </a:solidFill>
                <a:latin typeface="Calibri" panose="020F0502020204030204"/>
              </a:rPr>
              <a:t>Client’s</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product portfolio across geographies </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1FC86DA1-895E-9E9C-131B-DEF4F2462DAB}"/>
              </a:ext>
            </a:extLst>
          </p:cNvPr>
          <p:cNvSpPr/>
          <p:nvPr/>
        </p:nvSpPr>
        <p:spPr>
          <a:xfrm>
            <a:off x="4070556" y="1630377"/>
            <a:ext cx="3805083" cy="1442393"/>
          </a:xfrm>
          <a:prstGeom prst="rect">
            <a:avLst/>
          </a:prstGeom>
          <a:noFill/>
          <a:ln>
            <a:solidFill>
              <a:srgbClr val="ED7D3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R="0" lvl="0" algn="l" defTabSz="913943" rtl="0" eaLnBrk="1" fontAlgn="auto" latinLnBrk="0" hangingPunct="1">
              <a:lnSpc>
                <a:spcPct val="100000"/>
              </a:lnSpc>
              <a:spcBef>
                <a:spcPts val="0"/>
              </a:spcBef>
              <a:spcAft>
                <a:spcPts val="0"/>
              </a:spcAft>
              <a:buClrTx/>
              <a:buSzTx/>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Developed a price predictor and simulation solution. Key components include :</a:t>
            </a:r>
          </a:p>
          <a:p>
            <a:pPr marL="285750" indent="-285750">
              <a:buFont typeface="Arial" panose="020B0604020202020204" pitchFamily="34" charset="0"/>
              <a:buChar char="•"/>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Cross elasticity estimations </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using switching matrix to understand volume transfer across SKUs</a:t>
            </a:r>
          </a:p>
          <a:p>
            <a:pPr marL="285750" indent="-285750">
              <a:buFont typeface="Arial" panose="020B0604020202020204" pitchFamily="34" charset="0"/>
              <a:buChar char="•"/>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Forecasting engine </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to predict volumes for the next two years</a:t>
            </a:r>
          </a:p>
          <a:p>
            <a:pPr marL="285750" indent="-285750" defTabSz="913943">
              <a:buFont typeface="Arial" panose="020B0604020202020204" pitchFamily="34" charset="0"/>
              <a:buChar char="•"/>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Simulation tool to run pricing scenarios</a:t>
            </a:r>
          </a:p>
        </p:txBody>
      </p:sp>
      <p:sp>
        <p:nvSpPr>
          <p:cNvPr id="11" name="Rectangle 10">
            <a:extLst>
              <a:ext uri="{FF2B5EF4-FFF2-40B4-BE49-F238E27FC236}">
                <a16:creationId xmlns:a16="http://schemas.microsoft.com/office/drawing/2014/main" id="{3A649BBF-7994-96BC-391D-8DA3AE729FD2}"/>
              </a:ext>
            </a:extLst>
          </p:cNvPr>
          <p:cNvSpPr/>
          <p:nvPr/>
        </p:nvSpPr>
        <p:spPr>
          <a:xfrm>
            <a:off x="8390261" y="1630377"/>
            <a:ext cx="3059999" cy="1442392"/>
          </a:xfrm>
          <a:prstGeom prst="rect">
            <a:avLst/>
          </a:prstGeom>
          <a:noFill/>
          <a:ln>
            <a:solidFill>
              <a:srgbClr val="ED7D3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3943"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Significantly reduced new market deployment time  </a:t>
            </a:r>
          </a:p>
          <a:p>
            <a:pPr marL="285750" marR="0" lvl="0" indent="-285750" algn="l" defTabSz="913943"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Ease of decision making and potential savings</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0" name="Straight Connector 39">
            <a:extLst>
              <a:ext uri="{FF2B5EF4-FFF2-40B4-BE49-F238E27FC236}">
                <a16:creationId xmlns:a16="http://schemas.microsoft.com/office/drawing/2014/main" id="{6B7EC14E-DD2B-86BF-D9A1-1D6A19A5AEA7}"/>
              </a:ext>
            </a:extLst>
          </p:cNvPr>
          <p:cNvCxnSpPr>
            <a:cxnSpLocks/>
          </p:cNvCxnSpPr>
          <p:nvPr/>
        </p:nvCxnSpPr>
        <p:spPr>
          <a:xfrm flipH="1">
            <a:off x="460545" y="3392126"/>
            <a:ext cx="10980000"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AC0805F7-112C-7E94-2139-15ADEC83B744}"/>
              </a:ext>
            </a:extLst>
          </p:cNvPr>
          <p:cNvSpPr txBox="1"/>
          <p:nvPr/>
        </p:nvSpPr>
        <p:spPr>
          <a:xfrm>
            <a:off x="460545" y="3544526"/>
            <a:ext cx="10980000" cy="307777"/>
          </a:xfrm>
          <a:prstGeom prst="rect">
            <a:avLst/>
          </a:prstGeom>
          <a:noFill/>
        </p:spPr>
        <p:txBody>
          <a:bodyPr wrap="square">
            <a:spAutoFit/>
          </a:bodyPr>
          <a:lstStyle/>
          <a:p>
            <a:pPr algn="ctr"/>
            <a:r>
              <a:rPr lang="en-US" sz="1400" b="1" i="1">
                <a:solidFill>
                  <a:schemeClr val="accent4">
                    <a:lumMod val="75000"/>
                  </a:schemeClr>
                </a:solidFill>
              </a:rPr>
              <a:t>The solution comprises three key components that helps to generate forecasts based on pricing scenarios </a:t>
            </a:r>
            <a:endParaRPr lang="en-IN" sz="1400" b="1" i="1">
              <a:solidFill>
                <a:schemeClr val="accent4">
                  <a:lumMod val="75000"/>
                </a:schemeClr>
              </a:solidFill>
            </a:endParaRPr>
          </a:p>
        </p:txBody>
      </p:sp>
      <p:sp>
        <p:nvSpPr>
          <p:cNvPr id="45" name="Rectangle 44">
            <a:extLst>
              <a:ext uri="{FF2B5EF4-FFF2-40B4-BE49-F238E27FC236}">
                <a16:creationId xmlns:a16="http://schemas.microsoft.com/office/drawing/2014/main" id="{2A6B964A-EF7F-15F4-483E-1771B5B1EA54}"/>
              </a:ext>
            </a:extLst>
          </p:cNvPr>
          <p:cNvSpPr/>
          <p:nvPr/>
        </p:nvSpPr>
        <p:spPr>
          <a:xfrm>
            <a:off x="460545" y="4077035"/>
            <a:ext cx="3060000" cy="360000"/>
          </a:xfrm>
          <a:prstGeom prst="rect">
            <a:avLst/>
          </a:prstGeom>
          <a:solidFill>
            <a:schemeClr val="accent4">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latin typeface="Calibri" panose="020F0502020204030204"/>
                <a:ea typeface="+mn-ea"/>
                <a:cs typeface="+mn-cs"/>
              </a:rPr>
              <a:t>Price Elasticity </a:t>
            </a:r>
          </a:p>
        </p:txBody>
      </p:sp>
      <p:sp>
        <p:nvSpPr>
          <p:cNvPr id="47" name="Rectangle 46">
            <a:extLst>
              <a:ext uri="{FF2B5EF4-FFF2-40B4-BE49-F238E27FC236}">
                <a16:creationId xmlns:a16="http://schemas.microsoft.com/office/drawing/2014/main" id="{B1BBFA94-88F4-CC3A-0251-B6F0EF62AB5D}"/>
              </a:ext>
            </a:extLst>
          </p:cNvPr>
          <p:cNvSpPr/>
          <p:nvPr/>
        </p:nvSpPr>
        <p:spPr>
          <a:xfrm>
            <a:off x="4411247" y="4077035"/>
            <a:ext cx="3074155" cy="360000"/>
          </a:xfrm>
          <a:prstGeom prst="rect">
            <a:avLst/>
          </a:prstGeom>
          <a:solidFill>
            <a:schemeClr val="accent4">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latin typeface="Calibri" panose="020F0502020204030204"/>
                <a:ea typeface="+mn-ea"/>
                <a:cs typeface="+mn-cs"/>
              </a:rPr>
              <a:t>Volume Transfer</a:t>
            </a:r>
          </a:p>
        </p:txBody>
      </p:sp>
      <p:sp>
        <p:nvSpPr>
          <p:cNvPr id="48" name="Rectangle 47">
            <a:extLst>
              <a:ext uri="{FF2B5EF4-FFF2-40B4-BE49-F238E27FC236}">
                <a16:creationId xmlns:a16="http://schemas.microsoft.com/office/drawing/2014/main" id="{4F0932D9-9540-C772-BCF6-0DFF705F40DC}"/>
              </a:ext>
            </a:extLst>
          </p:cNvPr>
          <p:cNvSpPr/>
          <p:nvPr/>
        </p:nvSpPr>
        <p:spPr>
          <a:xfrm>
            <a:off x="8390260" y="4077035"/>
            <a:ext cx="3060000" cy="360000"/>
          </a:xfrm>
          <a:prstGeom prst="rect">
            <a:avLst/>
          </a:prstGeom>
          <a:solidFill>
            <a:schemeClr val="accent4">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latin typeface="Calibri" panose="020F0502020204030204"/>
                <a:ea typeface="+mn-ea"/>
                <a:cs typeface="+mn-cs"/>
              </a:rPr>
              <a:t>Baseline Forecasts</a:t>
            </a:r>
          </a:p>
        </p:txBody>
      </p:sp>
      <p:sp>
        <p:nvSpPr>
          <p:cNvPr id="49" name="Rectangle 48">
            <a:extLst>
              <a:ext uri="{FF2B5EF4-FFF2-40B4-BE49-F238E27FC236}">
                <a16:creationId xmlns:a16="http://schemas.microsoft.com/office/drawing/2014/main" id="{62B1F184-74CA-407D-51D2-1523B4F4772E}"/>
              </a:ext>
            </a:extLst>
          </p:cNvPr>
          <p:cNvSpPr/>
          <p:nvPr/>
        </p:nvSpPr>
        <p:spPr>
          <a:xfrm>
            <a:off x="460545" y="4412548"/>
            <a:ext cx="3059999" cy="1708029"/>
          </a:xfrm>
          <a:prstGeom prst="rect">
            <a:avLst/>
          </a:prstGeom>
          <a:noFill/>
          <a:ln>
            <a:solidFill>
              <a:srgbClr val="ED7D3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1" u="none" strike="noStrike" kern="1200" cap="none" spc="0" normalizeH="0" baseline="0" noProof="0" dirty="0">
                <a:ln>
                  <a:noFill/>
                </a:ln>
                <a:solidFill>
                  <a:prstClr val="black"/>
                </a:solidFill>
                <a:effectLst/>
                <a:uLnTx/>
                <a:uFillTx/>
                <a:latin typeface="Calibri" panose="020F0502020204030204"/>
                <a:ea typeface="+mn-ea"/>
                <a:cs typeface="+mn-cs"/>
              </a:rPr>
              <a:t>Estimate change in the volume based on price responsiveness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Isolate impact of SKU price from trend, seasonality, competitor prices, economic and other external factors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Log-Log models are built to estimate elasticity at SKU – Region granularity </a:t>
            </a:r>
          </a:p>
        </p:txBody>
      </p:sp>
      <p:sp>
        <p:nvSpPr>
          <p:cNvPr id="50" name="Rectangle 49">
            <a:extLst>
              <a:ext uri="{FF2B5EF4-FFF2-40B4-BE49-F238E27FC236}">
                <a16:creationId xmlns:a16="http://schemas.microsoft.com/office/drawing/2014/main" id="{0C95021F-7A25-06D7-9670-69B78B38F4FA}"/>
              </a:ext>
            </a:extLst>
          </p:cNvPr>
          <p:cNvSpPr/>
          <p:nvPr/>
        </p:nvSpPr>
        <p:spPr>
          <a:xfrm>
            <a:off x="4411248" y="4412548"/>
            <a:ext cx="3059999" cy="1708029"/>
          </a:xfrm>
          <a:prstGeom prst="rect">
            <a:avLst/>
          </a:prstGeom>
          <a:noFill/>
          <a:ln>
            <a:solidFill>
              <a:srgbClr val="ED7D3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1" u="none" strike="noStrike" kern="1200" cap="none" spc="0" normalizeH="0" baseline="0" noProof="0">
                <a:ln>
                  <a:noFill/>
                </a:ln>
                <a:solidFill>
                  <a:prstClr val="black"/>
                </a:solidFill>
                <a:effectLst/>
                <a:uLnTx/>
                <a:uFillTx/>
                <a:latin typeface="Calibri" panose="020F0502020204030204"/>
                <a:ea typeface="+mn-ea"/>
                <a:cs typeface="+mn-cs"/>
              </a:rPr>
              <a:t>Insights on volume movement amongst all SKUs internally as well as movement across competitor SKUs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1" i="1" u="none" strike="noStrike" kern="1200" cap="none" spc="0" normalizeH="0" baseline="0" noProof="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Calibri" panose="020F0502020204030204"/>
                <a:ea typeface="+mn-ea"/>
                <a:cs typeface="+mn-cs"/>
              </a:rPr>
              <a:t>Switching matrix based on conjoint based primary research to understand consumer brand switching behaviour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1" u="none" strike="noStrike" kern="1200" cap="none" spc="0" normalizeH="0" baseline="0" noProof="0">
                <a:ln>
                  <a:noFill/>
                </a:ln>
                <a:solidFill>
                  <a:prstClr val="black"/>
                </a:solidFill>
                <a:effectLst/>
                <a:uLnTx/>
                <a:uFillTx/>
                <a:latin typeface="Calibri" panose="020F0502020204030204"/>
                <a:ea typeface="+mn-ea"/>
                <a:cs typeface="+mn-cs"/>
              </a:rPr>
              <a:t> </a:t>
            </a:r>
          </a:p>
        </p:txBody>
      </p:sp>
      <p:sp>
        <p:nvSpPr>
          <p:cNvPr id="51" name="Rectangle 50">
            <a:extLst>
              <a:ext uri="{FF2B5EF4-FFF2-40B4-BE49-F238E27FC236}">
                <a16:creationId xmlns:a16="http://schemas.microsoft.com/office/drawing/2014/main" id="{148E0A2F-0A7C-64EF-8BAF-D5B007553129}"/>
              </a:ext>
            </a:extLst>
          </p:cNvPr>
          <p:cNvSpPr/>
          <p:nvPr/>
        </p:nvSpPr>
        <p:spPr>
          <a:xfrm>
            <a:off x="8390261" y="4412548"/>
            <a:ext cx="3059999" cy="1708029"/>
          </a:xfrm>
          <a:prstGeom prst="rect">
            <a:avLst/>
          </a:prstGeom>
          <a:noFill/>
          <a:ln>
            <a:solidFill>
              <a:srgbClr val="ED7D3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1" u="none" strike="noStrike" kern="1200" cap="none" spc="0" normalizeH="0" baseline="0" noProof="0">
                <a:ln>
                  <a:noFill/>
                </a:ln>
                <a:solidFill>
                  <a:prstClr val="black"/>
                </a:solidFill>
                <a:effectLst/>
                <a:uLnTx/>
                <a:uFillTx/>
                <a:latin typeface="Calibri" panose="020F0502020204030204"/>
                <a:ea typeface="+mn-ea"/>
                <a:cs typeface="+mn-cs"/>
              </a:rPr>
              <a:t>Capture market trends and seasonality to simulate volume for the current year and next year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Calibri" panose="020F0502020204030204"/>
                <a:ea typeface="+mn-ea"/>
                <a:cs typeface="+mn-cs"/>
              </a:rPr>
              <a:t>Baseline forecasts adjusted by seasonality and other trends</a:t>
            </a:r>
            <a:endParaRPr kumimoji="0" lang="en-IN" sz="1200" b="1" i="1"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1695875"/>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DFB71-5192-259B-75EA-89E851F6D8A2}"/>
            </a:ext>
          </a:extLst>
        </p:cNvPr>
        <p:cNvGrpSpPr/>
        <p:nvPr/>
      </p:nvGrpSpPr>
      <p:grpSpPr>
        <a:xfrm>
          <a:off x="0" y="0"/>
          <a:ext cx="0" cy="0"/>
          <a:chOff x="0" y="0"/>
          <a:chExt cx="0" cy="0"/>
        </a:xfrm>
      </p:grpSpPr>
      <p:sp>
        <p:nvSpPr>
          <p:cNvPr id="27" name="Title 2">
            <a:extLst>
              <a:ext uri="{FF2B5EF4-FFF2-40B4-BE49-F238E27FC236}">
                <a16:creationId xmlns:a16="http://schemas.microsoft.com/office/drawing/2014/main" id="{10AD50B4-1538-679F-3419-67BCA4F6F301}"/>
              </a:ext>
            </a:extLst>
          </p:cNvPr>
          <p:cNvSpPr>
            <a:spLocks noGrp="1"/>
          </p:cNvSpPr>
          <p:nvPr>
            <p:ph type="title"/>
          </p:nvPr>
        </p:nvSpPr>
        <p:spPr>
          <a:xfrm>
            <a:off x="317846" y="290571"/>
            <a:ext cx="12086373" cy="394382"/>
          </a:xfrm>
        </p:spPr>
        <p:txBody>
          <a:bodyPr>
            <a:noAutofit/>
          </a:bodyPr>
          <a:lstStyle/>
          <a:p>
            <a:r>
              <a:rPr lang="en-IN" sz="2000"/>
              <a:t>Trade Promotions analyser for a Global Cosmetics Leader</a:t>
            </a:r>
          </a:p>
        </p:txBody>
      </p:sp>
      <p:sp>
        <p:nvSpPr>
          <p:cNvPr id="30" name="TextBox 29">
            <a:extLst>
              <a:ext uri="{FF2B5EF4-FFF2-40B4-BE49-F238E27FC236}">
                <a16:creationId xmlns:a16="http://schemas.microsoft.com/office/drawing/2014/main" id="{D5A764BE-A429-4173-9AFD-D711325EFFC6}"/>
              </a:ext>
            </a:extLst>
          </p:cNvPr>
          <p:cNvSpPr txBox="1"/>
          <p:nvPr/>
        </p:nvSpPr>
        <p:spPr>
          <a:xfrm>
            <a:off x="550031" y="1386313"/>
            <a:ext cx="4186561" cy="461665"/>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1200">
                <a:latin typeface="LOREAL Essentielle" pitchFamily="2" charset="0"/>
                <a:ea typeface="Montserrat"/>
                <a:cs typeface="Montserrat"/>
                <a:sym typeface="Montserrat"/>
              </a:rPr>
              <a:t>To develop an analytical tool to optimize trade scheme planning and drive sales growth</a:t>
            </a:r>
          </a:p>
        </p:txBody>
      </p:sp>
      <p:sp>
        <p:nvSpPr>
          <p:cNvPr id="32" name="TextBox 31">
            <a:extLst>
              <a:ext uri="{FF2B5EF4-FFF2-40B4-BE49-F238E27FC236}">
                <a16:creationId xmlns:a16="http://schemas.microsoft.com/office/drawing/2014/main" id="{F0E3D168-639D-80FD-1CF4-4917FA638D7F}"/>
              </a:ext>
            </a:extLst>
          </p:cNvPr>
          <p:cNvSpPr txBox="1"/>
          <p:nvPr/>
        </p:nvSpPr>
        <p:spPr>
          <a:xfrm>
            <a:off x="550031" y="2736502"/>
            <a:ext cx="4353141" cy="1384995"/>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R="0" lvl="0" algn="just" defTabSz="913943" rtl="0" eaLnBrk="1" fontAlgn="auto" latinLnBrk="0" hangingPunct="1">
              <a:lnSpc>
                <a:spcPct val="100000"/>
              </a:lnSpc>
              <a:spcBef>
                <a:spcPts val="0"/>
              </a:spcBef>
              <a:spcAft>
                <a:spcPts val="0"/>
              </a:spcAft>
              <a:buClrTx/>
              <a:buSzTx/>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Developed a A/B testing solution for ROI and uplift estimation. Key components include :</a:t>
            </a:r>
          </a:p>
          <a:p>
            <a:pPr marL="285750" marR="0" lvl="0" indent="-285750" algn="just" defTabSz="913943" rtl="0" eaLnBrk="1" fontAlgn="auto" latinLnBrk="0" hangingPunct="1">
              <a:lnSpc>
                <a:spcPct val="100000"/>
              </a:lnSpc>
              <a:spcBef>
                <a:spcPts val="0"/>
              </a:spcBef>
              <a:spcAft>
                <a:spcPts val="0"/>
              </a:spcAft>
              <a:buClrTx/>
              <a:buSzTx/>
              <a:buFontTx/>
              <a:buChar char="-"/>
              <a:tabLst/>
              <a:defRPr/>
            </a:pPr>
            <a:r>
              <a:rPr lang="en-US" sz="1200" b="1">
                <a:solidFill>
                  <a:prstClr val="black"/>
                </a:solidFill>
                <a:latin typeface="Calibri" panose="020F0502020204030204"/>
              </a:rPr>
              <a:t>Test-control groups </a:t>
            </a:r>
            <a:r>
              <a:rPr lang="en-US" sz="1200">
                <a:solidFill>
                  <a:prstClr val="black"/>
                </a:solidFill>
                <a:latin typeface="Calibri" panose="020F0502020204030204"/>
              </a:rPr>
              <a:t>creation engine based on statistical ideas</a:t>
            </a:r>
          </a:p>
          <a:p>
            <a:pPr marL="285750" marR="0" lvl="0" indent="-285750" algn="just" defTabSz="913943" rtl="0" eaLnBrk="1" fontAlgn="auto" latinLnBrk="0" hangingPunct="1">
              <a:lnSpc>
                <a:spcPct val="100000"/>
              </a:lnSpc>
              <a:spcBef>
                <a:spcPts val="0"/>
              </a:spcBef>
              <a:spcAft>
                <a:spcPts val="0"/>
              </a:spcAft>
              <a:buClrTx/>
              <a:buSzTx/>
              <a:buFontTx/>
              <a:buChar char="-"/>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KPI calculation </a:t>
            </a:r>
            <a:r>
              <a:rPr lang="en-US" sz="1200">
                <a:solidFill>
                  <a:prstClr val="black"/>
                </a:solidFill>
                <a:latin typeface="Calibri" panose="020F0502020204030204"/>
              </a:rPr>
              <a:t>solution for each promotion by region and channel</a:t>
            </a:r>
            <a:endParaRPr kumimoji="0" lang="en-US" sz="1200" i="0" u="none" strike="noStrike" kern="1200" cap="none" spc="0" normalizeH="0" baseline="0" noProof="0">
              <a:ln>
                <a:noFill/>
              </a:ln>
              <a:solidFill>
                <a:prstClr val="black"/>
              </a:solidFill>
              <a:effectLst/>
              <a:uLnTx/>
              <a:uFillTx/>
              <a:latin typeface="Calibri" panose="020F0502020204030204"/>
              <a:ea typeface="+mn-ea"/>
              <a:cs typeface="+mn-cs"/>
            </a:endParaRPr>
          </a:p>
          <a:p>
            <a:pPr marL="285750" marR="0" lvl="0" indent="-285750" algn="just" defTabSz="913943" rtl="0" eaLnBrk="1" fontAlgn="auto" latinLnBrk="0" hangingPunct="1">
              <a:lnSpc>
                <a:spcPct val="100000"/>
              </a:lnSpc>
              <a:spcBef>
                <a:spcPts val="0"/>
              </a:spcBef>
              <a:spcAft>
                <a:spcPts val="0"/>
              </a:spcAft>
              <a:buClrTx/>
              <a:buSzTx/>
              <a:buFontTx/>
              <a:buChar char="-"/>
              <a:tabLst/>
              <a:defRPr/>
            </a:pPr>
            <a:r>
              <a:rPr lang="en-US" sz="1200">
                <a:solidFill>
                  <a:prstClr val="black"/>
                </a:solidFill>
                <a:latin typeface="Calibri" panose="020F0502020204030204"/>
              </a:rPr>
              <a:t>Comprehensive </a:t>
            </a:r>
            <a:r>
              <a:rPr lang="en-US" sz="1200" b="1">
                <a:solidFill>
                  <a:prstClr val="black"/>
                </a:solidFill>
                <a:latin typeface="Calibri" panose="020F0502020204030204"/>
              </a:rPr>
              <a:t>Power BI dashboard</a:t>
            </a:r>
            <a:r>
              <a:rPr lang="en-US" sz="1200">
                <a:solidFill>
                  <a:prstClr val="black"/>
                </a:solidFill>
                <a:latin typeface="Calibri" panose="020F0502020204030204"/>
              </a:rPr>
              <a:t> visualizing the KPIs at various levels and slices</a:t>
            </a:r>
            <a:endParaRPr kumimoji="0" lang="en-US" sz="1200" i="0" u="none" strike="noStrike" kern="1200" cap="none" spc="0" normalizeH="0" baseline="0" noProof="0">
              <a:ln>
                <a:noFill/>
              </a:ln>
              <a:solidFill>
                <a:prstClr val="black"/>
              </a:solidFill>
              <a:effectLst/>
              <a:uLnTx/>
              <a:uFillTx/>
              <a:latin typeface="Calibri" panose="020F0502020204030204"/>
              <a:ea typeface="+mn-ea"/>
              <a:cs typeface="Segoe UI Semilight" panose="020B0402040204020203" pitchFamily="34" charset="0"/>
            </a:endParaRPr>
          </a:p>
        </p:txBody>
      </p:sp>
      <p:sp>
        <p:nvSpPr>
          <p:cNvPr id="34" name="Rectangle: Rounded Corners 25">
            <a:extLst>
              <a:ext uri="{FF2B5EF4-FFF2-40B4-BE49-F238E27FC236}">
                <a16:creationId xmlns:a16="http://schemas.microsoft.com/office/drawing/2014/main" id="{3297FB44-2728-7F1F-C9DB-042414ACFBE8}"/>
              </a:ext>
            </a:extLst>
          </p:cNvPr>
          <p:cNvSpPr/>
          <p:nvPr/>
        </p:nvSpPr>
        <p:spPr>
          <a:xfrm>
            <a:off x="550031" y="5217239"/>
            <a:ext cx="4353141" cy="523045"/>
          </a:xfrm>
          <a:prstGeom prst="roundRect">
            <a:avLst/>
          </a:prstGeom>
          <a:noFill/>
          <a:ln w="12700" cap="rnd" cmpd="sng" algn="ctr">
            <a:noFill/>
            <a:prstDash val="solid"/>
          </a:ln>
          <a:effectLst/>
        </p:spPr>
        <p:txBody>
          <a:bodyPr rtlCol="0" anchor="ctr"/>
          <a:lstStyle/>
          <a:p>
            <a:pPr marL="87313" marR="0" lvl="0" indent="0" algn="just" defTabSz="2133547" rtl="0" eaLnBrk="1" fontAlgn="auto" latinLnBrk="0" hangingPunct="1">
              <a:lnSpc>
                <a:spcPct val="90000"/>
              </a:lnSpc>
              <a:spcBef>
                <a:spcPct val="0"/>
              </a:spcBef>
              <a:spcAft>
                <a:spcPct val="35000"/>
              </a:spcAft>
              <a:buClrTx/>
              <a:buSzTx/>
              <a:buFontTx/>
              <a:buNone/>
              <a:tabLst/>
              <a:defRPr/>
            </a:pPr>
            <a:r>
              <a:rPr kumimoji="0" lang="en-US" sz="1200" b="0" i="0" u="none" strike="noStrike" kern="1200" cap="none" spc="0" normalizeH="0" baseline="0" noProof="0">
                <a:ln>
                  <a:noFill/>
                </a:ln>
                <a:solidFill>
                  <a:srgbClr val="0E101A"/>
                </a:solidFill>
                <a:effectLst/>
                <a:uLnTx/>
                <a:uFillTx/>
                <a:latin typeface="Calibri" panose="020F0502020204030204"/>
                <a:ea typeface="+mn-ea"/>
                <a:cs typeface="Segoe UI Semilight" panose="020B0402040204020203" pitchFamily="34" charset="0"/>
              </a:rPr>
              <a:t>The solution allows the client to analyze the impact (uplift and ROI) of promotions run across the market portfolio to discontinue those without sufficient gains leading to cost savings. It also provides valuable insights on the type of promotions that are successful in different regions and channels.</a:t>
            </a:r>
            <a:endParaRPr kumimoji="0" lang="en-US" sz="1200" b="1" i="0" u="none" strike="noStrike" kern="1200" cap="none" spc="0" normalizeH="0" baseline="0" noProof="0">
              <a:ln>
                <a:noFill/>
              </a:ln>
              <a:solidFill>
                <a:prstClr val="black"/>
              </a:solidFill>
              <a:effectLst/>
              <a:uLnTx/>
              <a:uFillTx/>
              <a:latin typeface="Calibri" panose="020F0502020204030204"/>
              <a:ea typeface="+mn-ea"/>
              <a:cs typeface="Segoe UI Semilight" panose="020B0402040204020203" pitchFamily="34" charset="0"/>
            </a:endParaRPr>
          </a:p>
        </p:txBody>
      </p:sp>
      <p:sp>
        <p:nvSpPr>
          <p:cNvPr id="39" name="Round Diagonal Corner Rectangle 38">
            <a:extLst>
              <a:ext uri="{FF2B5EF4-FFF2-40B4-BE49-F238E27FC236}">
                <a16:creationId xmlns:a16="http://schemas.microsoft.com/office/drawing/2014/main" id="{667FA51B-598B-36AB-772F-A033689D78EF}"/>
              </a:ext>
            </a:extLst>
          </p:cNvPr>
          <p:cNvSpPr/>
          <p:nvPr/>
        </p:nvSpPr>
        <p:spPr>
          <a:xfrm>
            <a:off x="6541060" y="1004160"/>
            <a:ext cx="4531671" cy="341149"/>
          </a:xfrm>
          <a:prstGeom prst="round2Diag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Solution Snapshots</a:t>
            </a:r>
          </a:p>
        </p:txBody>
      </p:sp>
      <p:sp>
        <p:nvSpPr>
          <p:cNvPr id="3" name="Rectangle: Top Corners Rounded 4">
            <a:extLst>
              <a:ext uri="{FF2B5EF4-FFF2-40B4-BE49-F238E27FC236}">
                <a16:creationId xmlns:a16="http://schemas.microsoft.com/office/drawing/2014/main" id="{32A0C3A9-FCC2-0BA6-E569-3D14A8BE41A7}"/>
              </a:ext>
            </a:extLst>
          </p:cNvPr>
          <p:cNvSpPr/>
          <p:nvPr/>
        </p:nvSpPr>
        <p:spPr>
          <a:xfrm>
            <a:off x="597115" y="1004160"/>
            <a:ext cx="2667000" cy="341150"/>
          </a:xfrm>
          <a:prstGeom prst="round2Same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chemeClr val="bg1"/>
                </a:solidFill>
                <a:effectLst/>
                <a:uLnTx/>
                <a:uFillTx/>
                <a:latin typeface="Calibri"/>
                <a:ea typeface="+mn-ea"/>
                <a:cs typeface="+mn-cs"/>
              </a:rPr>
              <a:t>Problem Statement</a:t>
            </a:r>
          </a:p>
        </p:txBody>
      </p:sp>
      <p:sp>
        <p:nvSpPr>
          <p:cNvPr id="4" name="Rectangle: Top Corners Rounded 9">
            <a:extLst>
              <a:ext uri="{FF2B5EF4-FFF2-40B4-BE49-F238E27FC236}">
                <a16:creationId xmlns:a16="http://schemas.microsoft.com/office/drawing/2014/main" id="{4415A418-A612-4C11-DF2B-92B76636EFF5}"/>
              </a:ext>
            </a:extLst>
          </p:cNvPr>
          <p:cNvSpPr/>
          <p:nvPr/>
        </p:nvSpPr>
        <p:spPr>
          <a:xfrm>
            <a:off x="597115" y="2314124"/>
            <a:ext cx="2667000" cy="341150"/>
          </a:xfrm>
          <a:prstGeom prst="round2Same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chemeClr val="bg1"/>
                </a:solidFill>
                <a:effectLst/>
                <a:uLnTx/>
                <a:uFillTx/>
                <a:latin typeface="Calibri"/>
                <a:ea typeface="+mn-ea"/>
                <a:cs typeface="+mn-cs"/>
              </a:rPr>
              <a:t>Approach and Solution </a:t>
            </a:r>
          </a:p>
        </p:txBody>
      </p:sp>
      <p:sp>
        <p:nvSpPr>
          <p:cNvPr id="5" name="Rectangle: Top Corners Rounded 22">
            <a:extLst>
              <a:ext uri="{FF2B5EF4-FFF2-40B4-BE49-F238E27FC236}">
                <a16:creationId xmlns:a16="http://schemas.microsoft.com/office/drawing/2014/main" id="{0D48A82C-10E8-3937-2706-3BEB444C0B80}"/>
              </a:ext>
            </a:extLst>
          </p:cNvPr>
          <p:cNvSpPr/>
          <p:nvPr/>
        </p:nvSpPr>
        <p:spPr>
          <a:xfrm>
            <a:off x="661123" y="4533920"/>
            <a:ext cx="2667000" cy="312796"/>
          </a:xfrm>
          <a:prstGeom prst="round2Same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chemeClr val="bg1"/>
                </a:solidFill>
                <a:effectLst/>
                <a:uLnTx/>
                <a:uFillTx/>
                <a:latin typeface="Calibri"/>
                <a:ea typeface="+mn-ea"/>
                <a:cs typeface="+mn-cs"/>
              </a:rPr>
              <a:t>Business Impact</a:t>
            </a:r>
          </a:p>
        </p:txBody>
      </p:sp>
      <p:pic>
        <p:nvPicPr>
          <p:cNvPr id="2" name="Picture 1">
            <a:extLst>
              <a:ext uri="{FF2B5EF4-FFF2-40B4-BE49-F238E27FC236}">
                <a16:creationId xmlns:a16="http://schemas.microsoft.com/office/drawing/2014/main" id="{29C02B55-B7CE-D48D-45D7-DE332C13872D}"/>
              </a:ext>
            </a:extLst>
          </p:cNvPr>
          <p:cNvPicPr>
            <a:picLocks noChangeAspect="1"/>
          </p:cNvPicPr>
          <p:nvPr/>
        </p:nvPicPr>
        <p:blipFill>
          <a:blip r:embed="rId2"/>
          <a:stretch>
            <a:fillRect/>
          </a:stretch>
        </p:blipFill>
        <p:spPr>
          <a:xfrm>
            <a:off x="6374035" y="3959572"/>
            <a:ext cx="4979688" cy="2486484"/>
          </a:xfrm>
          <a:prstGeom prst="rect">
            <a:avLst/>
          </a:prstGeom>
        </p:spPr>
      </p:pic>
      <p:pic>
        <p:nvPicPr>
          <p:cNvPr id="8" name="Picture 7">
            <a:extLst>
              <a:ext uri="{FF2B5EF4-FFF2-40B4-BE49-F238E27FC236}">
                <a16:creationId xmlns:a16="http://schemas.microsoft.com/office/drawing/2014/main" id="{22C171B1-DCFD-ED74-1C6D-F29548F71922}"/>
              </a:ext>
            </a:extLst>
          </p:cNvPr>
          <p:cNvPicPr>
            <a:picLocks noChangeAspect="1"/>
          </p:cNvPicPr>
          <p:nvPr/>
        </p:nvPicPr>
        <p:blipFill>
          <a:blip r:embed="rId3"/>
          <a:stretch>
            <a:fillRect/>
          </a:stretch>
        </p:blipFill>
        <p:spPr>
          <a:xfrm>
            <a:off x="6361033" y="1391226"/>
            <a:ext cx="5006391" cy="2486485"/>
          </a:xfrm>
          <a:prstGeom prst="rect">
            <a:avLst/>
          </a:prstGeom>
        </p:spPr>
      </p:pic>
    </p:spTree>
    <p:extLst>
      <p:ext uri="{BB962C8B-B14F-4D97-AF65-F5344CB8AC3E}">
        <p14:creationId xmlns:p14="http://schemas.microsoft.com/office/powerpoint/2010/main" val="1716678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90573-68F5-A78D-5C7A-992D0E99C3B4}"/>
            </a:ext>
          </a:extLst>
        </p:cNvPr>
        <p:cNvGrpSpPr/>
        <p:nvPr/>
      </p:nvGrpSpPr>
      <p:grpSpPr>
        <a:xfrm>
          <a:off x="0" y="0"/>
          <a:ext cx="0" cy="0"/>
          <a:chOff x="0" y="0"/>
          <a:chExt cx="0" cy="0"/>
        </a:xfrm>
      </p:grpSpPr>
      <p:sp>
        <p:nvSpPr>
          <p:cNvPr id="22" name="Freeform: Shape 21">
            <a:extLst>
              <a:ext uri="{FF2B5EF4-FFF2-40B4-BE49-F238E27FC236}">
                <a16:creationId xmlns:a16="http://schemas.microsoft.com/office/drawing/2014/main" id="{0E87E631-15A5-6AF4-B949-510CEA47EDA7}"/>
              </a:ext>
            </a:extLst>
          </p:cNvPr>
          <p:cNvSpPr/>
          <p:nvPr/>
        </p:nvSpPr>
        <p:spPr>
          <a:xfrm>
            <a:off x="4516820" y="3589258"/>
            <a:ext cx="6692261" cy="704509"/>
          </a:xfrm>
          <a:custGeom>
            <a:avLst/>
            <a:gdLst>
              <a:gd name="connsiteX0" fmla="*/ 0 w 1736964"/>
              <a:gd name="connsiteY0" fmla="*/ 0 h 763199"/>
              <a:gd name="connsiteX1" fmla="*/ 1736964 w 1736964"/>
              <a:gd name="connsiteY1" fmla="*/ 0 h 763199"/>
              <a:gd name="connsiteX2" fmla="*/ 1736964 w 1736964"/>
              <a:gd name="connsiteY2" fmla="*/ 763199 h 763199"/>
              <a:gd name="connsiteX3" fmla="*/ 0 w 1736964"/>
              <a:gd name="connsiteY3" fmla="*/ 763199 h 763199"/>
              <a:gd name="connsiteX4" fmla="*/ 0 w 1736964"/>
              <a:gd name="connsiteY4" fmla="*/ 0 h 763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6964" h="763199">
                <a:moveTo>
                  <a:pt x="0" y="0"/>
                </a:moveTo>
                <a:lnTo>
                  <a:pt x="1736964" y="0"/>
                </a:lnTo>
                <a:lnTo>
                  <a:pt x="1736964" y="763199"/>
                </a:lnTo>
                <a:lnTo>
                  <a:pt x="0" y="763199"/>
                </a:lnTo>
                <a:lnTo>
                  <a:pt x="0" y="0"/>
                </a:lnTo>
                <a:close/>
              </a:path>
            </a:pathLst>
          </a:custGeom>
          <a:solidFill>
            <a:srgbClr val="CF852D"/>
          </a:solidFill>
          <a:ln>
            <a:noFill/>
          </a:ln>
        </p:spPr>
        <p:style>
          <a:lnRef idx="2">
            <a:schemeClr val="dk1"/>
          </a:lnRef>
          <a:fillRef idx="1">
            <a:schemeClr val="lt1"/>
          </a:fillRef>
          <a:effectRef idx="0">
            <a:schemeClr val="dk1"/>
          </a:effectRef>
          <a:fontRef idx="minor">
            <a:schemeClr val="dk1"/>
          </a:fontRef>
        </p:style>
        <p:txBody>
          <a:bodyPr spcFirstLastPara="0" vert="horz" wrap="square" lIns="35560" tIns="35560" rIns="35560" bIns="3556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endParaRPr kumimoji="0" lang="en-IN"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0A3C348B-0C67-7C2C-B518-761271D32883}"/>
              </a:ext>
            </a:extLst>
          </p:cNvPr>
          <p:cNvSpPr/>
          <p:nvPr/>
        </p:nvSpPr>
        <p:spPr>
          <a:xfrm>
            <a:off x="4516820" y="2634407"/>
            <a:ext cx="6692260" cy="704510"/>
          </a:xfrm>
          <a:custGeom>
            <a:avLst/>
            <a:gdLst>
              <a:gd name="connsiteX0" fmla="*/ 0 w 1736964"/>
              <a:gd name="connsiteY0" fmla="*/ 0 h 763199"/>
              <a:gd name="connsiteX1" fmla="*/ 1736964 w 1736964"/>
              <a:gd name="connsiteY1" fmla="*/ 0 h 763199"/>
              <a:gd name="connsiteX2" fmla="*/ 1736964 w 1736964"/>
              <a:gd name="connsiteY2" fmla="*/ 763199 h 763199"/>
              <a:gd name="connsiteX3" fmla="*/ 0 w 1736964"/>
              <a:gd name="connsiteY3" fmla="*/ 763199 h 763199"/>
              <a:gd name="connsiteX4" fmla="*/ 0 w 1736964"/>
              <a:gd name="connsiteY4" fmla="*/ 0 h 763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6964" h="763199">
                <a:moveTo>
                  <a:pt x="0" y="0"/>
                </a:moveTo>
                <a:lnTo>
                  <a:pt x="1736964" y="0"/>
                </a:lnTo>
                <a:lnTo>
                  <a:pt x="1736964" y="763199"/>
                </a:lnTo>
                <a:lnTo>
                  <a:pt x="0" y="763199"/>
                </a:lnTo>
                <a:lnTo>
                  <a:pt x="0" y="0"/>
                </a:lnTo>
                <a:close/>
              </a:path>
            </a:pathLst>
          </a:custGeom>
          <a:solidFill>
            <a:srgbClr val="ED7D31"/>
          </a:solidFill>
          <a:ln>
            <a:noFill/>
          </a:ln>
        </p:spPr>
        <p:style>
          <a:lnRef idx="2">
            <a:schemeClr val="dk1"/>
          </a:lnRef>
          <a:fillRef idx="1">
            <a:schemeClr val="lt1"/>
          </a:fillRef>
          <a:effectRef idx="0">
            <a:schemeClr val="dk1"/>
          </a:effectRef>
          <a:fontRef idx="minor">
            <a:schemeClr val="dk1"/>
          </a:fontRef>
        </p:style>
        <p:txBody>
          <a:bodyPr spcFirstLastPara="0" vert="horz" wrap="square" lIns="35560" tIns="35560" rIns="35560" bIns="3556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endParaRPr kumimoji="0" lang="en-IN"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EFBB098E-FA4F-F662-2ECB-E38072B1A6B0}"/>
              </a:ext>
            </a:extLst>
          </p:cNvPr>
          <p:cNvSpPr/>
          <p:nvPr/>
        </p:nvSpPr>
        <p:spPr>
          <a:xfrm>
            <a:off x="4516820" y="1717557"/>
            <a:ext cx="6692259" cy="704511"/>
          </a:xfrm>
          <a:custGeom>
            <a:avLst/>
            <a:gdLst>
              <a:gd name="connsiteX0" fmla="*/ 0 w 1736964"/>
              <a:gd name="connsiteY0" fmla="*/ 0 h 763199"/>
              <a:gd name="connsiteX1" fmla="*/ 1736964 w 1736964"/>
              <a:gd name="connsiteY1" fmla="*/ 0 h 763199"/>
              <a:gd name="connsiteX2" fmla="*/ 1736964 w 1736964"/>
              <a:gd name="connsiteY2" fmla="*/ 763199 h 763199"/>
              <a:gd name="connsiteX3" fmla="*/ 0 w 1736964"/>
              <a:gd name="connsiteY3" fmla="*/ 763199 h 763199"/>
              <a:gd name="connsiteX4" fmla="*/ 0 w 1736964"/>
              <a:gd name="connsiteY4" fmla="*/ 0 h 763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6964" h="763199">
                <a:moveTo>
                  <a:pt x="0" y="0"/>
                </a:moveTo>
                <a:lnTo>
                  <a:pt x="1736964" y="0"/>
                </a:lnTo>
                <a:lnTo>
                  <a:pt x="1736964" y="763199"/>
                </a:lnTo>
                <a:lnTo>
                  <a:pt x="0" y="763199"/>
                </a:lnTo>
                <a:lnTo>
                  <a:pt x="0" y="0"/>
                </a:lnTo>
                <a:close/>
              </a:path>
            </a:pathLst>
          </a:custGeom>
          <a:solidFill>
            <a:srgbClr val="FFD966"/>
          </a:solidFill>
          <a:ln>
            <a:noFill/>
          </a:ln>
        </p:spPr>
        <p:style>
          <a:lnRef idx="2">
            <a:schemeClr val="dk1"/>
          </a:lnRef>
          <a:fillRef idx="1">
            <a:schemeClr val="lt1"/>
          </a:fillRef>
          <a:effectRef idx="0">
            <a:schemeClr val="dk1"/>
          </a:effectRef>
          <a:fontRef idx="minor">
            <a:schemeClr val="dk1"/>
          </a:fontRef>
        </p:style>
        <p:txBody>
          <a:bodyPr spcFirstLastPara="0" vert="horz" wrap="square" lIns="35560" tIns="35560" rIns="35560" bIns="3556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endParaRPr kumimoji="0" lang="en-IN"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D677111-7FF2-733F-0B84-58240F9AC438}"/>
              </a:ext>
            </a:extLst>
          </p:cNvPr>
          <p:cNvSpPr>
            <a:spLocks noGrp="1"/>
          </p:cNvSpPr>
          <p:nvPr>
            <p:ph type="title" idx="4294967295"/>
          </p:nvPr>
        </p:nvSpPr>
        <p:spPr>
          <a:xfrm>
            <a:off x="122830" y="286169"/>
            <a:ext cx="11112500" cy="474662"/>
          </a:xfrm>
        </p:spPr>
        <p:txBody>
          <a:bodyPr vert="horz" lIns="91440" tIns="45720" rIns="91440" bIns="45720" rtlCol="0" anchor="ctr">
            <a:normAutofit/>
          </a:bodyPr>
          <a:lstStyle/>
          <a:p>
            <a:r>
              <a:rPr lang="en-US" sz="2400" dirty="0">
                <a:latin typeface="Avenir Next" panose="020B0503020202020204"/>
              </a:rPr>
              <a:t>Why us?</a:t>
            </a:r>
            <a:endParaRPr lang="en-IN" sz="2400" dirty="0">
              <a:latin typeface="Avenir Next" panose="020B0503020202020204"/>
            </a:endParaRPr>
          </a:p>
        </p:txBody>
      </p:sp>
      <p:sp>
        <p:nvSpPr>
          <p:cNvPr id="88" name="TextBox 87">
            <a:extLst>
              <a:ext uri="{FF2B5EF4-FFF2-40B4-BE49-F238E27FC236}">
                <a16:creationId xmlns:a16="http://schemas.microsoft.com/office/drawing/2014/main" id="{134EBF87-411F-A639-E65D-99ACFB843251}"/>
              </a:ext>
            </a:extLst>
          </p:cNvPr>
          <p:cNvSpPr txBox="1"/>
          <p:nvPr/>
        </p:nvSpPr>
        <p:spPr>
          <a:xfrm>
            <a:off x="217298" y="1096721"/>
            <a:ext cx="3863210" cy="338554"/>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1" i="0" u="none" strike="noStrike" cap="none" spc="0" normalizeH="0" baseline="0">
                <a:ln>
                  <a:noFill/>
                </a:ln>
                <a:solidFill>
                  <a:prstClr val="black"/>
                </a:solidFill>
                <a:effectLst/>
                <a:uLnTx/>
                <a:uFillTx/>
                <a:latin typeface="Calibri" panose="020F0502020204030204"/>
              </a:defRPr>
            </a:lvl1pPr>
          </a:lstStyle>
          <a:p>
            <a:r>
              <a:rPr lang="en-IN" dirty="0"/>
              <a:t>What we can help you with?</a:t>
            </a:r>
          </a:p>
        </p:txBody>
      </p:sp>
      <p:sp>
        <p:nvSpPr>
          <p:cNvPr id="6" name="Freeform: Shape 5">
            <a:extLst>
              <a:ext uri="{FF2B5EF4-FFF2-40B4-BE49-F238E27FC236}">
                <a16:creationId xmlns:a16="http://schemas.microsoft.com/office/drawing/2014/main" id="{4FCFBA09-D0D4-8BBB-12B6-38C374856060}"/>
              </a:ext>
            </a:extLst>
          </p:cNvPr>
          <p:cNvSpPr/>
          <p:nvPr/>
        </p:nvSpPr>
        <p:spPr>
          <a:xfrm>
            <a:off x="9889180" y="5394764"/>
            <a:ext cx="1736964" cy="763199"/>
          </a:xfrm>
          <a:custGeom>
            <a:avLst/>
            <a:gdLst>
              <a:gd name="connsiteX0" fmla="*/ 0 w 1736964"/>
              <a:gd name="connsiteY0" fmla="*/ 0 h 763199"/>
              <a:gd name="connsiteX1" fmla="*/ 1736964 w 1736964"/>
              <a:gd name="connsiteY1" fmla="*/ 0 h 763199"/>
              <a:gd name="connsiteX2" fmla="*/ 1736964 w 1736964"/>
              <a:gd name="connsiteY2" fmla="*/ 763199 h 763199"/>
              <a:gd name="connsiteX3" fmla="*/ 0 w 1736964"/>
              <a:gd name="connsiteY3" fmla="*/ 763199 h 763199"/>
              <a:gd name="connsiteX4" fmla="*/ 0 w 1736964"/>
              <a:gd name="connsiteY4" fmla="*/ 0 h 763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6964" h="763199">
                <a:moveTo>
                  <a:pt x="0" y="0"/>
                </a:moveTo>
                <a:lnTo>
                  <a:pt x="1736964" y="0"/>
                </a:lnTo>
                <a:lnTo>
                  <a:pt x="1736964" y="763199"/>
                </a:lnTo>
                <a:lnTo>
                  <a:pt x="0" y="763199"/>
                </a:lnTo>
                <a:lnTo>
                  <a:pt x="0" y="0"/>
                </a:lnTo>
                <a:close/>
              </a:path>
            </a:pathLst>
          </a:custGeom>
          <a:solidFill>
            <a:srgbClr val="FFFFBD"/>
          </a:solidFill>
          <a:ln>
            <a:solidFill>
              <a:srgbClr val="FFC000"/>
            </a:solidFill>
          </a:ln>
        </p:spPr>
        <p:style>
          <a:lnRef idx="2">
            <a:schemeClr val="dk1"/>
          </a:lnRef>
          <a:fillRef idx="1">
            <a:schemeClr val="lt1"/>
          </a:fillRef>
          <a:effectRef idx="0">
            <a:schemeClr val="dk1"/>
          </a:effectRef>
          <a:fontRef idx="minor">
            <a:schemeClr val="dk1"/>
          </a:fontRef>
        </p:style>
        <p:txBody>
          <a:bodyPr spcFirstLastPara="0" vert="horz" wrap="square" lIns="35560" tIns="35560" rIns="35560" bIns="3556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lang="en-IN" sz="1400"/>
              <a:t>Proven CPG Track Record</a:t>
            </a:r>
            <a:endParaRPr kumimoji="0" lang="en-IN"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84787AA-F238-FE66-E3F3-1B469698F4E3}"/>
              </a:ext>
            </a:extLst>
          </p:cNvPr>
          <p:cNvSpPr/>
          <p:nvPr/>
        </p:nvSpPr>
        <p:spPr>
          <a:xfrm>
            <a:off x="7983371" y="5402487"/>
            <a:ext cx="1736964" cy="763074"/>
          </a:xfrm>
          <a:custGeom>
            <a:avLst/>
            <a:gdLst>
              <a:gd name="connsiteX0" fmla="*/ 0 w 1736964"/>
              <a:gd name="connsiteY0" fmla="*/ 0 h 763074"/>
              <a:gd name="connsiteX1" fmla="*/ 1736964 w 1736964"/>
              <a:gd name="connsiteY1" fmla="*/ 0 h 763074"/>
              <a:gd name="connsiteX2" fmla="*/ 1736964 w 1736964"/>
              <a:gd name="connsiteY2" fmla="*/ 763074 h 763074"/>
              <a:gd name="connsiteX3" fmla="*/ 0 w 1736964"/>
              <a:gd name="connsiteY3" fmla="*/ 763074 h 763074"/>
              <a:gd name="connsiteX4" fmla="*/ 0 w 1736964"/>
              <a:gd name="connsiteY4" fmla="*/ 0 h 7630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6964" h="763074">
                <a:moveTo>
                  <a:pt x="0" y="0"/>
                </a:moveTo>
                <a:lnTo>
                  <a:pt x="1736964" y="0"/>
                </a:lnTo>
                <a:lnTo>
                  <a:pt x="1736964" y="763074"/>
                </a:lnTo>
                <a:lnTo>
                  <a:pt x="0" y="763074"/>
                </a:lnTo>
                <a:lnTo>
                  <a:pt x="0" y="0"/>
                </a:lnTo>
                <a:close/>
              </a:path>
            </a:pathLst>
          </a:custGeom>
          <a:solidFill>
            <a:srgbClr val="FFFFBD"/>
          </a:solidFill>
          <a:ln>
            <a:solidFill>
              <a:srgbClr val="FFC000"/>
            </a:solidFill>
          </a:ln>
        </p:spPr>
        <p:style>
          <a:lnRef idx="2">
            <a:schemeClr val="dk1"/>
          </a:lnRef>
          <a:fillRef idx="1">
            <a:schemeClr val="lt1"/>
          </a:fillRef>
          <a:effectRef idx="0">
            <a:schemeClr val="dk1"/>
          </a:effectRef>
          <a:fontRef idx="minor">
            <a:schemeClr val="dk1"/>
          </a:fontRef>
        </p:style>
        <p:txBody>
          <a:bodyPr spcFirstLastPara="0" vert="horz" wrap="square" lIns="35560" tIns="35560" rIns="35560" bIns="3556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lang="en-IN" sz="1400"/>
              <a:t>Rapid MVP Deployments</a:t>
            </a:r>
            <a:endParaRPr kumimoji="0" lang="en-IN" sz="1400" b="0" i="0" u="none" strike="noStrike" kern="1200" cap="none" spc="0" normalizeH="0" baseline="0" noProof="0">
              <a:ln>
                <a:noFill/>
              </a:ln>
              <a:solidFill>
                <a:prstClr val="black"/>
              </a:solidFill>
              <a:effectLst/>
              <a:uLnTx/>
              <a:uFillTx/>
              <a:latin typeface="Calibri"/>
              <a:ea typeface="+mn-ea"/>
              <a:cs typeface="+mn-cs"/>
            </a:endParaRPr>
          </a:p>
        </p:txBody>
      </p:sp>
      <p:sp>
        <p:nvSpPr>
          <p:cNvPr id="10" name="Freeform: Shape 9">
            <a:extLst>
              <a:ext uri="{FF2B5EF4-FFF2-40B4-BE49-F238E27FC236}">
                <a16:creationId xmlns:a16="http://schemas.microsoft.com/office/drawing/2014/main" id="{76ECBF16-1269-95C3-D106-65D4AC18E439}"/>
              </a:ext>
            </a:extLst>
          </p:cNvPr>
          <p:cNvSpPr/>
          <p:nvPr/>
        </p:nvSpPr>
        <p:spPr>
          <a:xfrm>
            <a:off x="6083134" y="5388841"/>
            <a:ext cx="1736964" cy="763199"/>
          </a:xfrm>
          <a:custGeom>
            <a:avLst/>
            <a:gdLst>
              <a:gd name="connsiteX0" fmla="*/ 0 w 1736964"/>
              <a:gd name="connsiteY0" fmla="*/ 0 h 763199"/>
              <a:gd name="connsiteX1" fmla="*/ 1736964 w 1736964"/>
              <a:gd name="connsiteY1" fmla="*/ 0 h 763199"/>
              <a:gd name="connsiteX2" fmla="*/ 1736964 w 1736964"/>
              <a:gd name="connsiteY2" fmla="*/ 763199 h 763199"/>
              <a:gd name="connsiteX3" fmla="*/ 0 w 1736964"/>
              <a:gd name="connsiteY3" fmla="*/ 763199 h 763199"/>
              <a:gd name="connsiteX4" fmla="*/ 0 w 1736964"/>
              <a:gd name="connsiteY4" fmla="*/ 0 h 763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6964" h="763199">
                <a:moveTo>
                  <a:pt x="0" y="0"/>
                </a:moveTo>
                <a:lnTo>
                  <a:pt x="1736964" y="0"/>
                </a:lnTo>
                <a:lnTo>
                  <a:pt x="1736964" y="763199"/>
                </a:lnTo>
                <a:lnTo>
                  <a:pt x="0" y="763199"/>
                </a:lnTo>
                <a:lnTo>
                  <a:pt x="0" y="0"/>
                </a:lnTo>
                <a:close/>
              </a:path>
            </a:pathLst>
          </a:custGeom>
          <a:solidFill>
            <a:srgbClr val="FFFFBD"/>
          </a:solidFill>
          <a:ln>
            <a:solidFill>
              <a:srgbClr val="FFC000"/>
            </a:solidFill>
          </a:ln>
        </p:spPr>
        <p:style>
          <a:lnRef idx="2">
            <a:schemeClr val="dk1"/>
          </a:lnRef>
          <a:fillRef idx="1">
            <a:schemeClr val="lt1"/>
          </a:fillRef>
          <a:effectRef idx="0">
            <a:schemeClr val="dk1"/>
          </a:effectRef>
          <a:fontRef idx="minor">
            <a:schemeClr val="dk1"/>
          </a:fontRef>
        </p:style>
        <p:txBody>
          <a:bodyPr spcFirstLastPara="0" vert="horz" wrap="square" lIns="35560" tIns="35560" rIns="35560" bIns="3556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a:ea typeface="+mn-ea"/>
                <a:cs typeface="+mn-cs"/>
              </a:rPr>
              <a:t>"What-If" Scenario Modelling</a:t>
            </a:r>
          </a:p>
        </p:txBody>
      </p:sp>
      <p:sp>
        <p:nvSpPr>
          <p:cNvPr id="12" name="Freeform: Shape 11">
            <a:extLst>
              <a:ext uri="{FF2B5EF4-FFF2-40B4-BE49-F238E27FC236}">
                <a16:creationId xmlns:a16="http://schemas.microsoft.com/office/drawing/2014/main" id="{182D456D-B1BE-F436-3BB2-5C130918E452}"/>
              </a:ext>
            </a:extLst>
          </p:cNvPr>
          <p:cNvSpPr/>
          <p:nvPr/>
        </p:nvSpPr>
        <p:spPr>
          <a:xfrm>
            <a:off x="4153961" y="5379994"/>
            <a:ext cx="1736964" cy="763199"/>
          </a:xfrm>
          <a:custGeom>
            <a:avLst/>
            <a:gdLst>
              <a:gd name="connsiteX0" fmla="*/ 0 w 1736964"/>
              <a:gd name="connsiteY0" fmla="*/ 0 h 763199"/>
              <a:gd name="connsiteX1" fmla="*/ 1736964 w 1736964"/>
              <a:gd name="connsiteY1" fmla="*/ 0 h 763199"/>
              <a:gd name="connsiteX2" fmla="*/ 1736964 w 1736964"/>
              <a:gd name="connsiteY2" fmla="*/ 763199 h 763199"/>
              <a:gd name="connsiteX3" fmla="*/ 0 w 1736964"/>
              <a:gd name="connsiteY3" fmla="*/ 763199 h 763199"/>
              <a:gd name="connsiteX4" fmla="*/ 0 w 1736964"/>
              <a:gd name="connsiteY4" fmla="*/ 0 h 763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6964" h="763199">
                <a:moveTo>
                  <a:pt x="0" y="0"/>
                </a:moveTo>
                <a:lnTo>
                  <a:pt x="1736964" y="0"/>
                </a:lnTo>
                <a:lnTo>
                  <a:pt x="1736964" y="763199"/>
                </a:lnTo>
                <a:lnTo>
                  <a:pt x="0" y="763199"/>
                </a:lnTo>
                <a:lnTo>
                  <a:pt x="0" y="0"/>
                </a:lnTo>
                <a:close/>
              </a:path>
            </a:pathLst>
          </a:custGeom>
          <a:solidFill>
            <a:srgbClr val="FFFFBD"/>
          </a:solidFill>
          <a:ln>
            <a:solidFill>
              <a:srgbClr val="FFC000"/>
            </a:solidFill>
          </a:ln>
        </p:spPr>
        <p:style>
          <a:lnRef idx="2">
            <a:schemeClr val="dk1"/>
          </a:lnRef>
          <a:fillRef idx="1">
            <a:schemeClr val="lt1"/>
          </a:fillRef>
          <a:effectRef idx="0">
            <a:schemeClr val="dk1"/>
          </a:effectRef>
          <a:fontRef idx="minor">
            <a:schemeClr val="dk1"/>
          </a:fontRef>
        </p:style>
        <p:txBody>
          <a:bodyPr spcFirstLastPara="0" vert="horz" wrap="square" lIns="35560" tIns="35560" rIns="35560" bIns="3556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a:ea typeface="+mn-ea"/>
                <a:cs typeface="+mn-cs"/>
              </a:rPr>
              <a:t>Full Promo ROI Frameworks</a:t>
            </a:r>
            <a:endParaRPr kumimoji="0" lang="en-IN"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96A82F80-44E7-64DB-7B40-C93328F1276B}"/>
              </a:ext>
            </a:extLst>
          </p:cNvPr>
          <p:cNvSpPr/>
          <p:nvPr/>
        </p:nvSpPr>
        <p:spPr>
          <a:xfrm>
            <a:off x="2253724" y="5379994"/>
            <a:ext cx="1736964" cy="763199"/>
          </a:xfrm>
          <a:custGeom>
            <a:avLst/>
            <a:gdLst>
              <a:gd name="connsiteX0" fmla="*/ 0 w 1736964"/>
              <a:gd name="connsiteY0" fmla="*/ 0 h 763199"/>
              <a:gd name="connsiteX1" fmla="*/ 1736964 w 1736964"/>
              <a:gd name="connsiteY1" fmla="*/ 0 h 763199"/>
              <a:gd name="connsiteX2" fmla="*/ 1736964 w 1736964"/>
              <a:gd name="connsiteY2" fmla="*/ 763199 h 763199"/>
              <a:gd name="connsiteX3" fmla="*/ 0 w 1736964"/>
              <a:gd name="connsiteY3" fmla="*/ 763199 h 763199"/>
              <a:gd name="connsiteX4" fmla="*/ 0 w 1736964"/>
              <a:gd name="connsiteY4" fmla="*/ 0 h 763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6964" h="763199">
                <a:moveTo>
                  <a:pt x="0" y="0"/>
                </a:moveTo>
                <a:lnTo>
                  <a:pt x="1736964" y="0"/>
                </a:lnTo>
                <a:lnTo>
                  <a:pt x="1736964" y="763199"/>
                </a:lnTo>
                <a:lnTo>
                  <a:pt x="0" y="763199"/>
                </a:lnTo>
                <a:lnTo>
                  <a:pt x="0" y="0"/>
                </a:lnTo>
                <a:close/>
              </a:path>
            </a:pathLst>
          </a:custGeom>
          <a:solidFill>
            <a:srgbClr val="FFFFBD"/>
          </a:solidFill>
          <a:ln>
            <a:solidFill>
              <a:srgbClr val="FFC000"/>
            </a:solidFill>
          </a:ln>
        </p:spPr>
        <p:style>
          <a:lnRef idx="2">
            <a:schemeClr val="dk1"/>
          </a:lnRef>
          <a:fillRef idx="1">
            <a:schemeClr val="lt1"/>
          </a:fillRef>
          <a:effectRef idx="0">
            <a:schemeClr val="dk1"/>
          </a:effectRef>
          <a:fontRef idx="minor">
            <a:schemeClr val="dk1"/>
          </a:fontRef>
        </p:style>
        <p:txBody>
          <a:bodyPr spcFirstLastPara="0" vert="horz" wrap="square" lIns="35560" tIns="35560" rIns="35560" bIns="3556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a:ea typeface="+mn-ea"/>
                <a:cs typeface="+mn-cs"/>
              </a:rPr>
              <a:t>Channel-Specific Promo Optimization</a:t>
            </a:r>
            <a:endParaRPr kumimoji="0" lang="en-IN"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23D051E1-8D29-D775-19FF-B546AC0DF810}"/>
              </a:ext>
            </a:extLst>
          </p:cNvPr>
          <p:cNvSpPr/>
          <p:nvPr/>
        </p:nvSpPr>
        <p:spPr>
          <a:xfrm>
            <a:off x="324551" y="5365004"/>
            <a:ext cx="1736964" cy="763199"/>
          </a:xfrm>
          <a:custGeom>
            <a:avLst/>
            <a:gdLst>
              <a:gd name="connsiteX0" fmla="*/ 0 w 1736964"/>
              <a:gd name="connsiteY0" fmla="*/ 0 h 763199"/>
              <a:gd name="connsiteX1" fmla="*/ 1736964 w 1736964"/>
              <a:gd name="connsiteY1" fmla="*/ 0 h 763199"/>
              <a:gd name="connsiteX2" fmla="*/ 1736964 w 1736964"/>
              <a:gd name="connsiteY2" fmla="*/ 763199 h 763199"/>
              <a:gd name="connsiteX3" fmla="*/ 0 w 1736964"/>
              <a:gd name="connsiteY3" fmla="*/ 763199 h 763199"/>
              <a:gd name="connsiteX4" fmla="*/ 0 w 1736964"/>
              <a:gd name="connsiteY4" fmla="*/ 0 h 763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6964" h="763199">
                <a:moveTo>
                  <a:pt x="0" y="0"/>
                </a:moveTo>
                <a:lnTo>
                  <a:pt x="1736964" y="0"/>
                </a:lnTo>
                <a:lnTo>
                  <a:pt x="1736964" y="763199"/>
                </a:lnTo>
                <a:lnTo>
                  <a:pt x="0" y="763199"/>
                </a:lnTo>
                <a:lnTo>
                  <a:pt x="0" y="0"/>
                </a:lnTo>
                <a:close/>
              </a:path>
            </a:pathLst>
          </a:custGeom>
          <a:solidFill>
            <a:srgbClr val="FFFFBD"/>
          </a:solidFill>
          <a:ln>
            <a:solidFill>
              <a:srgbClr val="FFC000"/>
            </a:solidFill>
          </a:ln>
        </p:spPr>
        <p:style>
          <a:lnRef idx="2">
            <a:schemeClr val="dk1"/>
          </a:lnRef>
          <a:fillRef idx="1">
            <a:schemeClr val="lt1"/>
          </a:fillRef>
          <a:effectRef idx="0">
            <a:schemeClr val="dk1"/>
          </a:effectRef>
          <a:fontRef idx="minor">
            <a:schemeClr val="dk1"/>
          </a:fontRef>
        </p:style>
        <p:txBody>
          <a:bodyPr spcFirstLastPara="0" vert="horz" wrap="square" lIns="35560" tIns="35560" rIns="35560" bIns="3556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a:ea typeface="+mn-ea"/>
                <a:cs typeface="+mn-cs"/>
              </a:rPr>
              <a:t>Elasticity Modeling Expertise</a:t>
            </a:r>
            <a:endParaRPr kumimoji="0" lang="en-IN"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D7B8B9B0-3F30-3516-71C8-9A837EB7D58E}"/>
              </a:ext>
            </a:extLst>
          </p:cNvPr>
          <p:cNvSpPr txBox="1"/>
          <p:nvPr/>
        </p:nvSpPr>
        <p:spPr>
          <a:xfrm>
            <a:off x="866906" y="6548852"/>
            <a:ext cx="10128250" cy="230832"/>
          </a:xfrm>
          <a:prstGeom prst="rect">
            <a:avLst/>
          </a:prstGeom>
          <a:noFill/>
        </p:spPr>
        <p:txBody>
          <a:bodyPr wrap="square" rtlCol="0">
            <a:spAutoFit/>
          </a:bodyPr>
          <a:lstStyle/>
          <a:p>
            <a:pPr algn="l"/>
            <a:r>
              <a:rPr lang="en-IN" sz="900" b="1" i="1">
                <a:solidFill>
                  <a:schemeClr val="tx2"/>
                </a:solidFill>
                <a:latin typeface="Arial" panose="020B0604020202020204" pitchFamily="34" charset="0"/>
                <a:cs typeface="Arial" panose="020B0604020202020204" pitchFamily="34" charset="0"/>
              </a:rPr>
              <a:t>© Proprietary &amp; Confidential- Thoucentric. All rights reserved.</a:t>
            </a:r>
          </a:p>
        </p:txBody>
      </p:sp>
      <p:sp>
        <p:nvSpPr>
          <p:cNvPr id="5" name="TextBox 4">
            <a:extLst>
              <a:ext uri="{FF2B5EF4-FFF2-40B4-BE49-F238E27FC236}">
                <a16:creationId xmlns:a16="http://schemas.microsoft.com/office/drawing/2014/main" id="{D7F37A43-72F1-13C7-3F2B-2252D63805F2}"/>
              </a:ext>
            </a:extLst>
          </p:cNvPr>
          <p:cNvSpPr txBox="1"/>
          <p:nvPr/>
        </p:nvSpPr>
        <p:spPr>
          <a:xfrm>
            <a:off x="4516815" y="1796738"/>
            <a:ext cx="6692264" cy="523220"/>
          </a:xfrm>
          <a:prstGeom prst="rect">
            <a:avLst/>
          </a:prstGeom>
          <a:noFill/>
        </p:spPr>
        <p:txBody>
          <a:bodyPr wrap="square">
            <a:spAutoFit/>
          </a:bodyPr>
          <a:lstStyle/>
          <a:p>
            <a:r>
              <a:rPr lang="en-US" sz="1400">
                <a:solidFill>
                  <a:schemeClr val="bg1"/>
                </a:solidFill>
              </a:rPr>
              <a:t>Developed a dynamic price elasticity engine for a </a:t>
            </a:r>
            <a:r>
              <a:rPr lang="en-US" sz="1400" b="1">
                <a:solidFill>
                  <a:schemeClr val="bg1"/>
                </a:solidFill>
              </a:rPr>
              <a:t>Fortune 500 CPG Firm,</a:t>
            </a:r>
            <a:r>
              <a:rPr lang="en-US" sz="1400">
                <a:solidFill>
                  <a:schemeClr val="bg1"/>
                </a:solidFill>
              </a:rPr>
              <a:t> delivering a </a:t>
            </a:r>
            <a:r>
              <a:rPr lang="en-US" sz="1400" b="1">
                <a:solidFill>
                  <a:schemeClr val="bg1"/>
                </a:solidFill>
              </a:rPr>
              <a:t>6% increase in uplift</a:t>
            </a:r>
            <a:r>
              <a:rPr lang="en-US" sz="1400">
                <a:solidFill>
                  <a:schemeClr val="bg1"/>
                </a:solidFill>
              </a:rPr>
              <a:t> in revenue realization through optimized promotion investments.</a:t>
            </a:r>
            <a:endParaRPr lang="en-IN" sz="1400">
              <a:solidFill>
                <a:schemeClr val="bg1"/>
              </a:solidFill>
            </a:endParaRPr>
          </a:p>
        </p:txBody>
      </p:sp>
      <p:sp>
        <p:nvSpPr>
          <p:cNvPr id="9" name="TextBox 8">
            <a:extLst>
              <a:ext uri="{FF2B5EF4-FFF2-40B4-BE49-F238E27FC236}">
                <a16:creationId xmlns:a16="http://schemas.microsoft.com/office/drawing/2014/main" id="{E7C50E1D-09BC-4650-D34B-E967E5E0D91F}"/>
              </a:ext>
            </a:extLst>
          </p:cNvPr>
          <p:cNvSpPr txBox="1"/>
          <p:nvPr/>
        </p:nvSpPr>
        <p:spPr>
          <a:xfrm>
            <a:off x="4587168" y="2667256"/>
            <a:ext cx="6692264" cy="523220"/>
          </a:xfrm>
          <a:prstGeom prst="rect">
            <a:avLst/>
          </a:prstGeom>
          <a:noFill/>
        </p:spPr>
        <p:txBody>
          <a:bodyPr wrap="square">
            <a:spAutoFit/>
          </a:bodyPr>
          <a:lstStyle/>
          <a:p>
            <a:r>
              <a:rPr lang="en-US" sz="1400">
                <a:solidFill>
                  <a:schemeClr val="bg1"/>
                </a:solidFill>
              </a:rPr>
              <a:t>Built advanced consumer promo optimization models, leading to a </a:t>
            </a:r>
            <a:r>
              <a:rPr lang="en-US" sz="1400" b="1">
                <a:solidFill>
                  <a:schemeClr val="bg1"/>
                </a:solidFill>
              </a:rPr>
              <a:t>4% uplift</a:t>
            </a:r>
            <a:r>
              <a:rPr lang="en-US" sz="1400">
                <a:solidFill>
                  <a:schemeClr val="bg1"/>
                </a:solidFill>
              </a:rPr>
              <a:t> in revenue realization for a </a:t>
            </a:r>
            <a:r>
              <a:rPr lang="en-US" sz="1400" b="1">
                <a:solidFill>
                  <a:schemeClr val="bg1"/>
                </a:solidFill>
              </a:rPr>
              <a:t>cosmetics giant </a:t>
            </a:r>
            <a:r>
              <a:rPr lang="en-US" sz="1400">
                <a:solidFill>
                  <a:schemeClr val="bg1"/>
                </a:solidFill>
              </a:rPr>
              <a:t>enabling smarter promotion planning.</a:t>
            </a:r>
            <a:endParaRPr lang="en-IN" sz="1400">
              <a:solidFill>
                <a:schemeClr val="bg1"/>
              </a:solidFill>
            </a:endParaRPr>
          </a:p>
        </p:txBody>
      </p:sp>
      <p:sp>
        <p:nvSpPr>
          <p:cNvPr id="13" name="TextBox 12">
            <a:extLst>
              <a:ext uri="{FF2B5EF4-FFF2-40B4-BE49-F238E27FC236}">
                <a16:creationId xmlns:a16="http://schemas.microsoft.com/office/drawing/2014/main" id="{31B32623-2307-D723-70AF-6B7F91C0E071}"/>
              </a:ext>
            </a:extLst>
          </p:cNvPr>
          <p:cNvSpPr txBox="1"/>
          <p:nvPr/>
        </p:nvSpPr>
        <p:spPr>
          <a:xfrm>
            <a:off x="4587168" y="3628505"/>
            <a:ext cx="6407988" cy="523220"/>
          </a:xfrm>
          <a:prstGeom prst="rect">
            <a:avLst/>
          </a:prstGeom>
          <a:noFill/>
        </p:spPr>
        <p:txBody>
          <a:bodyPr wrap="square">
            <a:spAutoFit/>
          </a:bodyPr>
          <a:lstStyle/>
          <a:p>
            <a:r>
              <a:rPr lang="en-US" sz="1400">
                <a:solidFill>
                  <a:schemeClr val="bg1"/>
                </a:solidFill>
              </a:rPr>
              <a:t>Deployed elasticity-based promotion frameworks for a </a:t>
            </a:r>
            <a:r>
              <a:rPr lang="en-US" sz="1400" b="1">
                <a:solidFill>
                  <a:schemeClr val="bg1"/>
                </a:solidFill>
              </a:rPr>
              <a:t>Tobacco giant</a:t>
            </a:r>
            <a:r>
              <a:rPr lang="en-US" sz="1400">
                <a:solidFill>
                  <a:schemeClr val="bg1"/>
                </a:solidFill>
              </a:rPr>
              <a:t>, driving a </a:t>
            </a:r>
            <a:r>
              <a:rPr lang="en-US" sz="1400" b="1">
                <a:solidFill>
                  <a:schemeClr val="bg1"/>
                </a:solidFill>
              </a:rPr>
              <a:t>4% increase in uplift</a:t>
            </a:r>
            <a:r>
              <a:rPr lang="en-US" sz="1400">
                <a:solidFill>
                  <a:schemeClr val="bg1"/>
                </a:solidFill>
              </a:rPr>
              <a:t> in net revenue through targeted discount and channel optimization.</a:t>
            </a:r>
            <a:endParaRPr lang="en-IN" sz="1400">
              <a:solidFill>
                <a:schemeClr val="bg1"/>
              </a:solidFill>
            </a:endParaRPr>
          </a:p>
        </p:txBody>
      </p:sp>
      <p:cxnSp>
        <p:nvCxnSpPr>
          <p:cNvPr id="15" name="Straight Connector 14">
            <a:extLst>
              <a:ext uri="{FF2B5EF4-FFF2-40B4-BE49-F238E27FC236}">
                <a16:creationId xmlns:a16="http://schemas.microsoft.com/office/drawing/2014/main" id="{7543F484-B850-6EE5-BC1C-6F1054EC4B0A}"/>
              </a:ext>
            </a:extLst>
          </p:cNvPr>
          <p:cNvCxnSpPr>
            <a:cxnSpLocks/>
          </p:cNvCxnSpPr>
          <p:nvPr/>
        </p:nvCxnSpPr>
        <p:spPr>
          <a:xfrm>
            <a:off x="4204820" y="1391141"/>
            <a:ext cx="0" cy="3290697"/>
          </a:xfrm>
          <a:prstGeom prst="line">
            <a:avLst/>
          </a:prstGeom>
          <a:ln>
            <a:solidFill>
              <a:schemeClr val="accent2"/>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09A4B67-0EB5-B3D0-166F-545568E7E9A7}"/>
              </a:ext>
            </a:extLst>
          </p:cNvPr>
          <p:cNvCxnSpPr/>
          <p:nvPr/>
        </p:nvCxnSpPr>
        <p:spPr>
          <a:xfrm>
            <a:off x="79212" y="4669689"/>
            <a:ext cx="11555827" cy="0"/>
          </a:xfrm>
          <a:prstGeom prst="line">
            <a:avLst/>
          </a:prstGeom>
          <a:ln>
            <a:solidFill>
              <a:schemeClr val="accent2"/>
            </a:solidFill>
            <a:prstDash val="lg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C810CD2-45DE-FCDA-F712-D98904F8C363}"/>
              </a:ext>
            </a:extLst>
          </p:cNvPr>
          <p:cNvSpPr txBox="1"/>
          <p:nvPr/>
        </p:nvSpPr>
        <p:spPr>
          <a:xfrm>
            <a:off x="5022443" y="1119694"/>
            <a:ext cx="537123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black"/>
                </a:solidFill>
                <a:effectLst/>
                <a:uLnTx/>
                <a:uFillTx/>
                <a:latin typeface="Calibri" panose="020F0502020204030204"/>
                <a:ea typeface="+mn-ea"/>
                <a:cs typeface="+mn-cs"/>
              </a:rPr>
              <a:t>Proven Experience of developing solutions for Fortune 500 companies</a:t>
            </a:r>
          </a:p>
        </p:txBody>
      </p:sp>
      <p:sp>
        <p:nvSpPr>
          <p:cNvPr id="4" name="TextBox 3">
            <a:extLst>
              <a:ext uri="{FF2B5EF4-FFF2-40B4-BE49-F238E27FC236}">
                <a16:creationId xmlns:a16="http://schemas.microsoft.com/office/drawing/2014/main" id="{9D0D5275-700E-158D-AA08-B172B9AB8F54}"/>
              </a:ext>
            </a:extLst>
          </p:cNvPr>
          <p:cNvSpPr txBox="1"/>
          <p:nvPr/>
        </p:nvSpPr>
        <p:spPr>
          <a:xfrm>
            <a:off x="3624645" y="4853785"/>
            <a:ext cx="386321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black"/>
                </a:solidFill>
                <a:effectLst/>
                <a:uLnTx/>
                <a:uFillTx/>
                <a:latin typeface="Calibri" panose="020F0502020204030204"/>
                <a:ea typeface="+mn-ea"/>
                <a:cs typeface="+mn-cs"/>
              </a:rPr>
              <a:t>How </a:t>
            </a:r>
            <a:r>
              <a:rPr lang="en-IN" sz="1600" b="1" dirty="0">
                <a:solidFill>
                  <a:prstClr val="black"/>
                </a:solidFill>
                <a:latin typeface="Calibri" panose="020F0502020204030204"/>
              </a:rPr>
              <a:t>we</a:t>
            </a:r>
            <a:r>
              <a:rPr kumimoji="0" lang="en-IN" sz="1600" b="1"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IN" sz="1600" b="1" dirty="0">
                <a:solidFill>
                  <a:prstClr val="black"/>
                </a:solidFill>
                <a:latin typeface="Calibri" panose="020F0502020204030204"/>
              </a:rPr>
              <a:t>a</a:t>
            </a:r>
            <a:r>
              <a:rPr kumimoji="0" lang="en-IN" sz="1600" b="1" i="0" u="none" strike="noStrike" kern="1200" cap="none" spc="0" normalizeH="0" baseline="0" noProof="0" dirty="0">
                <a:ln>
                  <a:noFill/>
                </a:ln>
                <a:solidFill>
                  <a:prstClr val="black"/>
                </a:solidFill>
                <a:effectLst/>
                <a:uLnTx/>
                <a:uFillTx/>
                <a:latin typeface="Calibri" panose="020F0502020204030204"/>
                <a:ea typeface="+mn-ea"/>
                <a:cs typeface="+mn-cs"/>
              </a:rPr>
              <a:t>dd value?</a:t>
            </a:r>
          </a:p>
        </p:txBody>
      </p:sp>
      <p:sp>
        <p:nvSpPr>
          <p:cNvPr id="23" name="TextBox 22">
            <a:extLst>
              <a:ext uri="{FF2B5EF4-FFF2-40B4-BE49-F238E27FC236}">
                <a16:creationId xmlns:a16="http://schemas.microsoft.com/office/drawing/2014/main" id="{73D682DF-1B5A-081B-987C-1A51513576BC}"/>
              </a:ext>
            </a:extLst>
          </p:cNvPr>
          <p:cNvSpPr txBox="1"/>
          <p:nvPr/>
        </p:nvSpPr>
        <p:spPr>
          <a:xfrm>
            <a:off x="757812" y="1928070"/>
            <a:ext cx="2160044" cy="338554"/>
          </a:xfrm>
          <a:prstGeom prst="rect">
            <a:avLst/>
          </a:prstGeom>
          <a:noFill/>
        </p:spPr>
        <p:txBody>
          <a:bodyPr wrap="square">
            <a:spAutoFit/>
          </a:bodyPr>
          <a:lstStyle/>
          <a:p>
            <a:r>
              <a:rPr lang="en-IN" sz="1600"/>
              <a:t>Maximize Promo ROI</a:t>
            </a:r>
          </a:p>
        </p:txBody>
      </p:sp>
      <p:sp>
        <p:nvSpPr>
          <p:cNvPr id="25" name="TextBox 24">
            <a:extLst>
              <a:ext uri="{FF2B5EF4-FFF2-40B4-BE49-F238E27FC236}">
                <a16:creationId xmlns:a16="http://schemas.microsoft.com/office/drawing/2014/main" id="{80EEF05F-8500-A07F-F4D4-3AA6AD460A03}"/>
              </a:ext>
            </a:extLst>
          </p:cNvPr>
          <p:cNvSpPr txBox="1"/>
          <p:nvPr/>
        </p:nvSpPr>
        <p:spPr>
          <a:xfrm>
            <a:off x="760499" y="2370492"/>
            <a:ext cx="2637474" cy="338554"/>
          </a:xfrm>
          <a:prstGeom prst="rect">
            <a:avLst/>
          </a:prstGeom>
          <a:noFill/>
        </p:spPr>
        <p:txBody>
          <a:bodyPr wrap="square">
            <a:spAutoFit/>
          </a:bodyPr>
          <a:lstStyle/>
          <a:p>
            <a:r>
              <a:rPr lang="en-IN" sz="1600"/>
              <a:t>Avoid Over-Discounting</a:t>
            </a:r>
          </a:p>
        </p:txBody>
      </p:sp>
      <p:sp>
        <p:nvSpPr>
          <p:cNvPr id="27" name="TextBox 26">
            <a:extLst>
              <a:ext uri="{FF2B5EF4-FFF2-40B4-BE49-F238E27FC236}">
                <a16:creationId xmlns:a16="http://schemas.microsoft.com/office/drawing/2014/main" id="{D3B5D9A0-BD07-92BE-6C54-A4F22F5F2816}"/>
              </a:ext>
            </a:extLst>
          </p:cNvPr>
          <p:cNvSpPr txBox="1"/>
          <p:nvPr/>
        </p:nvSpPr>
        <p:spPr>
          <a:xfrm>
            <a:off x="767827" y="2856173"/>
            <a:ext cx="3064116" cy="338554"/>
          </a:xfrm>
          <a:prstGeom prst="rect">
            <a:avLst/>
          </a:prstGeom>
          <a:noFill/>
        </p:spPr>
        <p:txBody>
          <a:bodyPr wrap="square">
            <a:spAutoFit/>
          </a:bodyPr>
          <a:lstStyle/>
          <a:p>
            <a:r>
              <a:rPr lang="en-IN" sz="1600"/>
              <a:t>Channel-Specific Optimization</a:t>
            </a:r>
          </a:p>
        </p:txBody>
      </p:sp>
      <p:sp>
        <p:nvSpPr>
          <p:cNvPr id="29" name="TextBox 28">
            <a:extLst>
              <a:ext uri="{FF2B5EF4-FFF2-40B4-BE49-F238E27FC236}">
                <a16:creationId xmlns:a16="http://schemas.microsoft.com/office/drawing/2014/main" id="{331EAA88-D1FB-75A5-9515-1A5834E35363}"/>
              </a:ext>
            </a:extLst>
          </p:cNvPr>
          <p:cNvSpPr txBox="1"/>
          <p:nvPr/>
        </p:nvSpPr>
        <p:spPr>
          <a:xfrm>
            <a:off x="767827" y="3339021"/>
            <a:ext cx="3064116" cy="338554"/>
          </a:xfrm>
          <a:prstGeom prst="rect">
            <a:avLst/>
          </a:prstGeom>
          <a:noFill/>
        </p:spPr>
        <p:txBody>
          <a:bodyPr wrap="square">
            <a:spAutoFit/>
          </a:bodyPr>
          <a:lstStyle/>
          <a:p>
            <a:r>
              <a:rPr lang="en-IN" sz="1600"/>
              <a:t>Future-Proof Promo Planning</a:t>
            </a:r>
          </a:p>
        </p:txBody>
      </p:sp>
      <p:sp>
        <p:nvSpPr>
          <p:cNvPr id="31" name="TextBox 30">
            <a:extLst>
              <a:ext uri="{FF2B5EF4-FFF2-40B4-BE49-F238E27FC236}">
                <a16:creationId xmlns:a16="http://schemas.microsoft.com/office/drawing/2014/main" id="{CAA1297F-8EE6-FAC9-880F-0ACDC177D95F}"/>
              </a:ext>
            </a:extLst>
          </p:cNvPr>
          <p:cNvSpPr txBox="1"/>
          <p:nvPr/>
        </p:nvSpPr>
        <p:spPr>
          <a:xfrm>
            <a:off x="747202" y="3791102"/>
            <a:ext cx="3723322" cy="338554"/>
          </a:xfrm>
          <a:prstGeom prst="rect">
            <a:avLst/>
          </a:prstGeom>
          <a:noFill/>
        </p:spPr>
        <p:txBody>
          <a:bodyPr wrap="square">
            <a:spAutoFit/>
          </a:bodyPr>
          <a:lstStyle/>
          <a:p>
            <a:r>
              <a:rPr lang="en-US" sz="1600"/>
              <a:t>Enhance Revenue and Margin Growth</a:t>
            </a:r>
            <a:endParaRPr lang="en-IN" sz="1600"/>
          </a:p>
        </p:txBody>
      </p:sp>
      <p:pic>
        <p:nvPicPr>
          <p:cNvPr id="33" name="Graphic 32" descr="Badge Tick1 with solid fill">
            <a:extLst>
              <a:ext uri="{FF2B5EF4-FFF2-40B4-BE49-F238E27FC236}">
                <a16:creationId xmlns:a16="http://schemas.microsoft.com/office/drawing/2014/main" id="{10978BEF-AFE0-689E-FBAD-B0FC17841C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7106" y="1952687"/>
            <a:ext cx="348550" cy="348550"/>
          </a:xfrm>
          <a:prstGeom prst="rect">
            <a:avLst/>
          </a:prstGeom>
        </p:spPr>
      </p:pic>
      <p:pic>
        <p:nvPicPr>
          <p:cNvPr id="7" name="Graphic 6" descr="Badge Tick1 with solid fill">
            <a:extLst>
              <a:ext uri="{FF2B5EF4-FFF2-40B4-BE49-F238E27FC236}">
                <a16:creationId xmlns:a16="http://schemas.microsoft.com/office/drawing/2014/main" id="{0EFBE76C-3972-F0AA-AB20-AE60FED22C7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7106" y="2410516"/>
            <a:ext cx="348550" cy="348550"/>
          </a:xfrm>
          <a:prstGeom prst="rect">
            <a:avLst/>
          </a:prstGeom>
        </p:spPr>
      </p:pic>
      <p:pic>
        <p:nvPicPr>
          <p:cNvPr id="11" name="Graphic 10" descr="Badge Tick1 with solid fill">
            <a:extLst>
              <a:ext uri="{FF2B5EF4-FFF2-40B4-BE49-F238E27FC236}">
                <a16:creationId xmlns:a16="http://schemas.microsoft.com/office/drawing/2014/main" id="{11D148C2-9883-DE7A-9BC6-9E1518BD27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7106" y="2879658"/>
            <a:ext cx="348550" cy="348550"/>
          </a:xfrm>
          <a:prstGeom prst="rect">
            <a:avLst/>
          </a:prstGeom>
        </p:spPr>
      </p:pic>
      <p:pic>
        <p:nvPicPr>
          <p:cNvPr id="17" name="Graphic 16" descr="Badge Tick1 with solid fill">
            <a:extLst>
              <a:ext uri="{FF2B5EF4-FFF2-40B4-BE49-F238E27FC236}">
                <a16:creationId xmlns:a16="http://schemas.microsoft.com/office/drawing/2014/main" id="{E997CF75-F592-9EDE-0410-BAD64B10E1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7106" y="3348800"/>
            <a:ext cx="348550" cy="348550"/>
          </a:xfrm>
          <a:prstGeom prst="rect">
            <a:avLst/>
          </a:prstGeom>
        </p:spPr>
      </p:pic>
      <p:pic>
        <p:nvPicPr>
          <p:cNvPr id="24" name="Graphic 23" descr="Badge Tick1 with solid fill">
            <a:extLst>
              <a:ext uri="{FF2B5EF4-FFF2-40B4-BE49-F238E27FC236}">
                <a16:creationId xmlns:a16="http://schemas.microsoft.com/office/drawing/2014/main" id="{C935A4A2-FE70-B821-C01D-E6325B6F74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7106" y="3791101"/>
            <a:ext cx="348550" cy="348550"/>
          </a:xfrm>
          <a:prstGeom prst="rect">
            <a:avLst/>
          </a:prstGeom>
        </p:spPr>
      </p:pic>
    </p:spTree>
    <p:extLst>
      <p:ext uri="{BB962C8B-B14F-4D97-AF65-F5344CB8AC3E}">
        <p14:creationId xmlns:p14="http://schemas.microsoft.com/office/powerpoint/2010/main" val="4700080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over and End Slide Master">
  <a:themeElements>
    <a:clrScheme name="allppt-construction">
      <a:dk1>
        <a:sysClr val="windowText" lastClr="000000"/>
      </a:dk1>
      <a:lt1>
        <a:sysClr val="window" lastClr="FFFFFF"/>
      </a:lt1>
      <a:dk2>
        <a:srgbClr val="44546A"/>
      </a:dk2>
      <a:lt2>
        <a:srgbClr val="E7E6E6"/>
      </a:lt2>
      <a:accent1>
        <a:srgbClr val="F27900"/>
      </a:accent1>
      <a:accent2>
        <a:srgbClr val="E7E5E6"/>
      </a:accent2>
      <a:accent3>
        <a:srgbClr val="BBC0C3"/>
      </a:accent3>
      <a:accent4>
        <a:srgbClr val="A0A5AA"/>
      </a:accent4>
      <a:accent5>
        <a:srgbClr val="7D7D7D"/>
      </a:accent5>
      <a:accent6>
        <a:srgbClr val="5E5E5E"/>
      </a:accent6>
      <a:hlink>
        <a:srgbClr val="262626"/>
      </a:hlink>
      <a:folHlink>
        <a:srgbClr val="262626"/>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Thouc Updated">
  <a:themeElements>
    <a:clrScheme name="Thoucentric Colors">
      <a:dk1>
        <a:sysClr val="windowText" lastClr="000000"/>
      </a:dk1>
      <a:lt1>
        <a:sysClr val="window" lastClr="FFFFFF"/>
      </a:lt1>
      <a:dk2>
        <a:srgbClr val="44546A"/>
      </a:dk2>
      <a:lt2>
        <a:srgbClr val="545454"/>
      </a:lt2>
      <a:accent1>
        <a:srgbClr val="547BC8"/>
      </a:accent1>
      <a:accent2>
        <a:srgbClr val="CCB796"/>
      </a:accent2>
      <a:accent3>
        <a:srgbClr val="2B6A6C"/>
      </a:accent3>
      <a:accent4>
        <a:srgbClr val="FBA239"/>
      </a:accent4>
      <a:accent5>
        <a:srgbClr val="F53C4B"/>
      </a:accent5>
      <a:accent6>
        <a:srgbClr val="70AD47"/>
      </a:accent6>
      <a:hlink>
        <a:srgbClr val="0563C1"/>
      </a:hlink>
      <a:folHlink>
        <a:srgbClr val="954F72"/>
      </a:folHlink>
    </a:clrScheme>
    <a:fontScheme name="ThouC Fonts">
      <a:majorFont>
        <a:latin typeface="Poppins"/>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ouc Updated" id="{8E62A499-E526-4BD8-94EA-98E1108A3D33}" vid="{150CCA0A-AC4D-4BE0-B0EE-E9EC0432A308}"/>
    </a:ext>
  </a:extLst>
</a:theme>
</file>

<file path=ppt/theme/theme3.xml><?xml version="1.0" encoding="utf-8"?>
<a:theme xmlns:a="http://schemas.openxmlformats.org/drawingml/2006/main" name="6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ouc Updated">
  <a:themeElements>
    <a:clrScheme name="Thoucentric Colors">
      <a:dk1>
        <a:sysClr val="windowText" lastClr="000000"/>
      </a:dk1>
      <a:lt1>
        <a:sysClr val="window" lastClr="FFFFFF"/>
      </a:lt1>
      <a:dk2>
        <a:srgbClr val="44546A"/>
      </a:dk2>
      <a:lt2>
        <a:srgbClr val="545454"/>
      </a:lt2>
      <a:accent1>
        <a:srgbClr val="547BC8"/>
      </a:accent1>
      <a:accent2>
        <a:srgbClr val="CCB796"/>
      </a:accent2>
      <a:accent3>
        <a:srgbClr val="2B6A6C"/>
      </a:accent3>
      <a:accent4>
        <a:srgbClr val="FBA239"/>
      </a:accent4>
      <a:accent5>
        <a:srgbClr val="F53C4B"/>
      </a:accent5>
      <a:accent6>
        <a:srgbClr val="70AD47"/>
      </a:accent6>
      <a:hlink>
        <a:srgbClr val="0563C1"/>
      </a:hlink>
      <a:folHlink>
        <a:srgbClr val="954F72"/>
      </a:folHlink>
    </a:clrScheme>
    <a:fontScheme name="ThouC Fonts">
      <a:majorFont>
        <a:latin typeface="Poppins"/>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ouc Updated" id="{8E62A499-E526-4BD8-94EA-98E1108A3D33}" vid="{150CCA0A-AC4D-4BE0-B0EE-E9EC0432A308}"/>
    </a:ext>
  </a:ext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ouc Template 3" id="{0D8E2D3F-C714-455A-B663-3F931F91C791}" vid="{27D1B40E-50F9-4A6C-979B-17CB98FF8CE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BAE57E5-9EF4-4FDA-9A83-AE65C64ED9CD}">
  <we:reference id="1f4df590-35fc-4b16-a239-39709f9d8a74" version="1.0.0.1" store="EXCatalog" storeType="EXCatalog"/>
  <we:alternateReferences>
    <we:reference id="WA104381063" version="1.0.0.1" store="en-IN" storeType="OMEX"/>
  </we:alternateReferences>
  <we:properties/>
  <we:bindings/>
  <we:snapshot xmlns:r="http://schemas.openxmlformats.org/officeDocument/2006/relationships"/>
</we:webextension>
</file>

<file path=docMetadata/LabelInfo.xml><?xml version="1.0" encoding="utf-8"?>
<clbl:labelList xmlns:clbl="http://schemas.microsoft.com/office/2020/mipLabelMetadata">
  <clbl:label id="{e39fa748-4537-4e30-bff6-2e6c855ba134}" enabled="0" method="" siteId="{e39fa748-4537-4e30-bff6-2e6c855ba134}" removed="1"/>
</clbl:labelList>
</file>

<file path=docProps/app.xml><?xml version="1.0" encoding="utf-8"?>
<Properties xmlns="http://schemas.openxmlformats.org/officeDocument/2006/extended-properties" xmlns:vt="http://schemas.openxmlformats.org/officeDocument/2006/docPropsVTypes">
  <TotalTime>6692</TotalTime>
  <Words>2614</Words>
  <Application>Microsoft Macintosh PowerPoint</Application>
  <PresentationFormat>Widescreen</PresentationFormat>
  <Paragraphs>430</Paragraphs>
  <Slides>13</Slides>
  <Notes>7</Notes>
  <HiddenSlides>0</HiddenSlides>
  <MMClips>0</MMClips>
  <ScaleCrop>false</ScaleCrop>
  <HeadingPairs>
    <vt:vector size="6" baseType="variant">
      <vt:variant>
        <vt:lpstr>Fonts Used</vt:lpstr>
      </vt:variant>
      <vt:variant>
        <vt:i4>15</vt:i4>
      </vt:variant>
      <vt:variant>
        <vt:lpstr>Theme</vt:lpstr>
      </vt:variant>
      <vt:variant>
        <vt:i4>5</vt:i4>
      </vt:variant>
      <vt:variant>
        <vt:lpstr>Slide Titles</vt:lpstr>
      </vt:variant>
      <vt:variant>
        <vt:i4>13</vt:i4>
      </vt:variant>
    </vt:vector>
  </HeadingPairs>
  <TitlesOfParts>
    <vt:vector size="33" baseType="lpstr">
      <vt:lpstr>Abadi</vt:lpstr>
      <vt:lpstr>Aptos</vt:lpstr>
      <vt:lpstr>Aptos Narrow</vt:lpstr>
      <vt:lpstr>Arial</vt:lpstr>
      <vt:lpstr>Avenir Next</vt:lpstr>
      <vt:lpstr>Calibri</vt:lpstr>
      <vt:lpstr>Calibri Light</vt:lpstr>
      <vt:lpstr>Kite Display</vt:lpstr>
      <vt:lpstr>Kite Display Light</vt:lpstr>
      <vt:lpstr>League Spartan</vt:lpstr>
      <vt:lpstr>LOREAL Essentielle</vt:lpstr>
      <vt:lpstr>Poppins</vt:lpstr>
      <vt:lpstr>Unilever DIN Offc Pro</vt:lpstr>
      <vt:lpstr>Unilever Shilling</vt:lpstr>
      <vt:lpstr>Wingdings</vt:lpstr>
      <vt:lpstr>Cover and End Slide Master</vt:lpstr>
      <vt:lpstr>3_Thouc Updated</vt:lpstr>
      <vt:lpstr>6_Office Theme</vt:lpstr>
      <vt:lpstr>Thouc Updated</vt:lpstr>
      <vt:lpstr>3_Office Theme</vt:lpstr>
      <vt:lpstr>Price Promotion Modelling Capabilities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Forecasting &amp; Pricing Capability development for a Global Tobacco Major</vt:lpstr>
      <vt:lpstr>PowerPoint Presentation</vt:lpstr>
      <vt:lpstr>PowerPoint Presentation</vt:lpstr>
      <vt:lpstr>Trade Promotions analyser for a Global Cosmetics Leader</vt:lpstr>
      <vt:lpstr>Why 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Kartik  Gupta</dc:creator>
  <cp:lastModifiedBy>Lokesh  Gowda</cp:lastModifiedBy>
  <cp:revision>2</cp:revision>
  <dcterms:created xsi:type="dcterms:W3CDTF">2024-04-08T08:34:14Z</dcterms:created>
  <dcterms:modified xsi:type="dcterms:W3CDTF">2025-05-20T04:22:58Z</dcterms:modified>
</cp:coreProperties>
</file>